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notesSlides/notesSlide1.xml" ContentType="application/vnd.openxmlformats-officedocument.presentationml.notesSlide+xml"/>
  <Override PartName="/ppt/ink/ink2.xml" ContentType="application/inkml+xml"/>
  <Override PartName="/ppt/ink/ink3.xml" ContentType="application/inkml+xml"/>
  <Override PartName="/ppt/notesSlides/notesSlide2.xml" ContentType="application/vnd.openxmlformats-officedocument.presentationml.notesSlide+xml"/>
  <Override PartName="/ppt/ink/ink4.xml" ContentType="application/inkml+xml"/>
  <Override PartName="/ppt/notesSlides/notesSlide3.xml" ContentType="application/vnd.openxmlformats-officedocument.presentationml.notesSlide+xml"/>
  <Override PartName="/ppt/ink/ink5.xml" ContentType="application/inkml+xml"/>
  <Override PartName="/ppt/notesSlides/notesSlide4.xml" ContentType="application/vnd.openxmlformats-officedocument.presentationml.notesSlide+xml"/>
  <Override PartName="/ppt/ink/ink6.xml" ContentType="application/inkml+xml"/>
  <Override PartName="/ppt/notesSlides/notesSlide5.xml" ContentType="application/vnd.openxmlformats-officedocument.presentationml.notesSlide+xml"/>
  <Override PartName="/ppt/ink/ink7.xml" ContentType="application/inkml+xml"/>
  <Override PartName="/ppt/notesSlides/notesSlide6.xml" ContentType="application/vnd.openxmlformats-officedocument.presentationml.notesSlide+xml"/>
  <Override PartName="/ppt/ink/ink8.xml" ContentType="application/inkml+xml"/>
  <Override PartName="/ppt/notesSlides/notesSlide7.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notesSlides/notesSlide8.xml" ContentType="application/vnd.openxmlformats-officedocument.presentationml.notesSlide+xml"/>
  <Override PartName="/ppt/ink/ink12.xml" ContentType="application/inkml+xml"/>
  <Override PartName="/ppt/notesSlides/notesSlide9.xml" ContentType="application/vnd.openxmlformats-officedocument.presentationml.notesSlide+xml"/>
  <Override PartName="/ppt/ink/ink13.xml" ContentType="application/inkml+xml"/>
  <Override PartName="/ppt/notesSlides/notesSlide10.xml" ContentType="application/vnd.openxmlformats-officedocument.presentationml.notesSlide+xml"/>
  <Override PartName="/ppt/ink/ink14.xml" ContentType="application/inkml+xml"/>
  <Override PartName="/ppt/notesSlides/notesSlide11.xml" ContentType="application/vnd.openxmlformats-officedocument.presentationml.notesSlide+xml"/>
  <Override PartName="/ppt/ink/ink15.xml" ContentType="application/inkml+xml"/>
  <Override PartName="/ppt/ink/ink16.xml" ContentType="application/inkml+xml"/>
  <Override PartName="/ppt/ink/ink17.xml" ContentType="application/inkml+xml"/>
  <Override PartName="/ppt/ink/ink18.xml" ContentType="application/inkml+xml"/>
  <Override PartName="/ppt/notesSlides/notesSlide12.xml" ContentType="application/vnd.openxmlformats-officedocument.presentationml.notesSlide+xml"/>
  <Override PartName="/ppt/ink/ink19.xml" ContentType="application/inkml+xml"/>
  <Override PartName="/ppt/ink/ink20.xml" ContentType="application/inkml+xml"/>
  <Override PartName="/ppt/ink/ink21.xml" ContentType="application/inkml+xml"/>
  <Override PartName="/ppt/notesSlides/notesSlide13.xml" ContentType="application/vnd.openxmlformats-officedocument.presentationml.notesSlide+xml"/>
  <Override PartName="/ppt/ink/ink22.xml" ContentType="application/inkml+xml"/>
  <Override PartName="/ppt/ink/ink23.xml" ContentType="application/inkml+xml"/>
  <Override PartName="/ppt/ink/ink24.xml" ContentType="application/inkml+xml"/>
  <Override PartName="/ppt/ink/ink25.xml" ContentType="application/inkml+xml"/>
  <Override PartName="/ppt/notesSlides/notesSlide14.xml" ContentType="application/vnd.openxmlformats-officedocument.presentationml.notesSlide+xml"/>
  <Override PartName="/ppt/ink/ink26.xml" ContentType="application/inkml+xml"/>
  <Override PartName="/ppt/ink/ink27.xml" ContentType="application/inkml+xml"/>
  <Override PartName="/ppt/notesSlides/notesSlide15.xml" ContentType="application/vnd.openxmlformats-officedocument.presentationml.notesSlide+xml"/>
  <Override PartName="/ppt/ink/ink28.xml" ContentType="application/inkml+xml"/>
  <Override PartName="/ppt/ink/ink29.xml" ContentType="application/inkml+xml"/>
  <Override PartName="/ppt/ink/ink30.xml" ContentType="application/inkml+xml"/>
  <Override PartName="/ppt/notesSlides/notesSlide16.xml" ContentType="application/vnd.openxmlformats-officedocument.presentationml.notesSlide+xml"/>
  <Override PartName="/ppt/ink/ink31.xml" ContentType="application/inkml+xml"/>
  <Override PartName="/ppt/notesSlides/notesSlide17.xml" ContentType="application/vnd.openxmlformats-officedocument.presentationml.notesSlide+xml"/>
  <Override PartName="/ppt/ink/ink32.xml" ContentType="application/inkml+xml"/>
  <Override PartName="/ppt/notesSlides/notesSlide18.xml" ContentType="application/vnd.openxmlformats-officedocument.presentationml.notesSlide+xml"/>
  <Override PartName="/ppt/ink/ink33.xml" ContentType="application/inkml+xml"/>
  <Override PartName="/ppt/notesSlides/notesSlide19.xml" ContentType="application/vnd.openxmlformats-officedocument.presentationml.notesSlide+xml"/>
  <Override PartName="/ppt/ink/ink34.xml" ContentType="application/inkml+xml"/>
  <Override PartName="/ppt/notesSlides/notesSlide20.xml" ContentType="application/vnd.openxmlformats-officedocument.presentationml.notesSlide+xml"/>
  <Override PartName="/ppt/ink/ink35.xml" ContentType="application/inkml+xml"/>
  <Override PartName="/ppt/notesSlides/notesSlide21.xml" ContentType="application/vnd.openxmlformats-officedocument.presentationml.notesSlide+xml"/>
  <Override PartName="/ppt/ink/ink36.xml" ContentType="application/inkml+xml"/>
  <Override PartName="/ppt/ink/ink37.xml" ContentType="application/inkml+xml"/>
  <Override PartName="/ppt/ink/ink38.xml" ContentType="application/inkml+xml"/>
  <Override PartName="/ppt/notesSlides/notesSlide22.xml" ContentType="application/vnd.openxmlformats-officedocument.presentationml.notesSlide+xml"/>
  <Override PartName="/ppt/ink/ink39.xml" ContentType="application/inkml+xml"/>
  <Override PartName="/ppt/notesSlides/notesSlide23.xml" ContentType="application/vnd.openxmlformats-officedocument.presentationml.notesSlide+xml"/>
  <Override PartName="/ppt/ink/ink40.xml" ContentType="application/inkml+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4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720" r:id="rId2"/>
  </p:sldMasterIdLst>
  <p:notesMasterIdLst>
    <p:notesMasterId r:id="rId47"/>
  </p:notesMasterIdLst>
  <p:sldIdLst>
    <p:sldId id="408" r:id="rId3"/>
    <p:sldId id="409" r:id="rId4"/>
    <p:sldId id="410" r:id="rId5"/>
    <p:sldId id="257" r:id="rId6"/>
    <p:sldId id="659" r:id="rId7"/>
    <p:sldId id="258" r:id="rId8"/>
    <p:sldId id="660" r:id="rId9"/>
    <p:sldId id="780" r:id="rId10"/>
    <p:sldId id="260" r:id="rId11"/>
    <p:sldId id="778" r:id="rId12"/>
    <p:sldId id="781" r:id="rId13"/>
    <p:sldId id="823" r:id="rId14"/>
    <p:sldId id="822" r:id="rId15"/>
    <p:sldId id="802" r:id="rId16"/>
    <p:sldId id="263" r:id="rId17"/>
    <p:sldId id="264" r:id="rId18"/>
    <p:sldId id="270" r:id="rId19"/>
    <p:sldId id="784" r:id="rId20"/>
    <p:sldId id="273" r:id="rId21"/>
    <p:sldId id="692" r:id="rId22"/>
    <p:sldId id="693" r:id="rId23"/>
    <p:sldId id="687" r:id="rId24"/>
    <p:sldId id="818" r:id="rId25"/>
    <p:sldId id="805" r:id="rId26"/>
    <p:sldId id="807" r:id="rId27"/>
    <p:sldId id="794" r:id="rId28"/>
    <p:sldId id="819" r:id="rId29"/>
    <p:sldId id="274" r:id="rId30"/>
    <p:sldId id="796" r:id="rId31"/>
    <p:sldId id="269" r:id="rId32"/>
    <p:sldId id="803" r:id="rId33"/>
    <p:sldId id="271" r:id="rId34"/>
    <p:sldId id="272" r:id="rId35"/>
    <p:sldId id="808" r:id="rId36"/>
    <p:sldId id="809" r:id="rId37"/>
    <p:sldId id="817" r:id="rId38"/>
    <p:sldId id="280" r:id="rId39"/>
    <p:sldId id="281" r:id="rId40"/>
    <p:sldId id="824" r:id="rId41"/>
    <p:sldId id="825" r:id="rId42"/>
    <p:sldId id="826" r:id="rId43"/>
    <p:sldId id="827" r:id="rId44"/>
    <p:sldId id="828" r:id="rId45"/>
    <p:sldId id="829" r:id="rId46"/>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404" autoAdjust="0"/>
  </p:normalViewPr>
  <p:slideViewPr>
    <p:cSldViewPr>
      <p:cViewPr varScale="1">
        <p:scale>
          <a:sx n="70" d="100"/>
          <a:sy n="70" d="100"/>
        </p:scale>
        <p:origin x="1196"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2:54:33.945"/>
    </inkml:context>
    <inkml:brush xml:id="br0">
      <inkml:brushProperty name="width" value="0.05292" units="cm"/>
      <inkml:brushProperty name="height" value="0.05292" units="cm"/>
      <inkml:brushProperty name="color" value="#FF0000"/>
    </inkml:brush>
  </inkml:definitions>
  <inkml:trace contextRef="#ctx0" brushRef="#br0">15315 5808 1684 0,'0'0'238'0,"0"0"-86"0,0 0 21 0,0 0-43 0,0 0-29 0,0 0-46 0,0 45-7 0,15-6 59 16,6 6-7-16,3 2-15 15,6-6-4-15,0-9 1 16,8-12 0-16,6-16 25 16,18-14 23-16,26-50-4 15,27-34-8-15,7-21-20 0,-11-13-25 16,-18 3-23-16,-25 11-8 15,-11 11-42-15,-15 21 0 16,-10 28-1 0,-14 23 1-16,-7 15-7 0,-3 4-19 15,-4 7-32-15,-4 5-61 16,0 3-86 0,-31 65-317-16,-5-5 52 0,-15 12-587 0</inkml:trace>
  <inkml:trace contextRef="#ctx0" brushRef="#br0" timeOffset="1433.72">10754 6676 858 0,'0'0'355'0,"0"0"-93"0,0 0 8 16,0 0 2-16,0 0-16 15,0 0-71-15,0 0-70 16,-12-2-62-16,26 23 62 0,6 4 40 16,5 1-38-1,5 0-14-15,3-6-17 0,6-6-11 16,2-7-14-1,5-7 8-15,1-6 1 16,7-22-1-16,11-24-6 16,10-27-30-16,8-23-13 15,4-7-10-15,-21 18-8 0,-20 25 4 16,-22 28 0-16,-4 10-6 16,-3 2 0-16,-3 8-16 15,-4 6-24-15,-10 12-58 0,0 10-70 16,-24 56-73-1,-4-2-140-15,-4 5-450 0</inkml:trace>
  <inkml:trace contextRef="#ctx0" brushRef="#br0" timeOffset="2985.3">9172 7465 966 0,'0'0'251'0,"0"0"-54"0,0 0 21 16,0 0-42-16,0 0-16 0,0 0 34 15,0 0-30 1,-18-54-57-16,18 54-36 0,7 9-38 16,13 12 32-1,5 9 27-15,3 6-24 0,2 2-6 16,-3-4-5-16,0-6 0 15,-3-7-9-15,-3-8 3 16,0-12 19-16,4-1 42 16,3-20 20-1,11-25-33-15,11-24-27 0,10-28-30 16,2-11-17-16,-6 4-11 16,-12 22 4-16,-14 30-18 15,-7 17 1-15,-7 9 12 0,2 3-12 16,0 0-1-1,-2 0-4-15,-4 13-2 16,-4 2 0-16,-6 6-14 16,-2 2-52-16,0 0-48 0,0 20-118 15,-27 36-62 1,-1 1-401-16,3-1-1219 0</inkml:trace>
  <inkml:trace contextRef="#ctx0" brushRef="#br0" timeOffset="4932.58">11756 8359 569 0,'0'0'117'0,"0"0"-36"0,0 0 53 0,0 0 33 15,0 0-44 1,0 0-2-16,-11-22 0 16,11 22-33-16,0-4-11 0,0 0 1 15,0 4 3-15,0-4-9 16,-2 2-8-16,2 1-11 16,-2 0-7-16,2 1 5 15,0 0-15-15,0 0-6 16,0 0-8-16,0 0-7 15,0 4-7-15,0 14 3 16,11 7 9-16,4 7 60 16,-1 2-16-16,4 3-12 15,-5-4 7-15,3-1-7 16,-2-4-12-16,1-6 0 16,-2-5-7-16,2-6-6 15,1-5-9-15,1-6 31 16,8-2 34-16,8-22 10 15,9-12 4-15,13-26-29 16,8-30-24-16,1-17-15 16,-9 10-10-16,-17 23-8 0,-15 28-1 15,-9 26-4-15,1-4-5 16,-1 4 0-16,2-1 5 16,-8 14-6-16,-5 3 0 15,-3 5-9-15,0 1-21 16,0 3-65-16,-10 15-100 0,-20 27-150 15,2-2-354 1,0-1-690-16</inkml:trace>
  <inkml:trace contextRef="#ctx0" brushRef="#br0" timeOffset="46068.69">6543 9032 1149 0,'0'0'369'0,"0"0"-146"0,0 0-81 15,0 0 48-15,0 0-10 16,77 74-21-16,-58-48-36 15,-2-3-19-15,-2-3-22 0,-3-6-12 16,-4-4-11 0,2-10 23-16,-3 0 52 15,5-10 31-15,9-22-2 16,10-22-55-16,-1-4-33 0,8-7-16 16,-2-2-22-1,-4 12-20-15,4 2-10 0,-7 11-1 16,-5 8-5-16,-7 11-1 0,-3 8-6 15,-5 3-63 1,1-4-87-16,7 0-353 0,-9 1-582 0</inkml:trace>
  <inkml:trace contextRef="#ctx0" brushRef="#br0" timeOffset="47570.09">10260 9773 1315 0,'0'0'344'0,"0"0"-169"0,0 0 74 0,0 0 51 16,74 97-50-16,-46-63-20 15,0-3-67-15,0-4-38 16,-2-6-29-16,1-12-31 16,3-9 6-16,2-6 9 15,19-35-1-15,19-36-8 16,18-30-28-16,4-15-22 0,-6 1-7 16,-13 18-5-1,-22 28-3-15,-12 20 3 0,-11 21-8 16,-6 14-1-1,-2 2-31-15,-4 6-53 0,-1 8-61 16,-11 24-194-16,-4 14-333 16,-2 8-478-16</inkml:trace>
  <inkml:trace contextRef="#ctx0" brushRef="#br0" timeOffset="49500.19">8136 11157 154 0,'0'0'933'0,"0"0"-678"0,0 0-59 16,0 0 69-16,0 0-21 16,0 0-36-16,0 0-12 0,-74-44-61 15,72 42-33 1,-1-1-17-16,3 3-17 0,0 0-1 16,0 0-17-1,0 0-26-15,6 14-14 0,11 8 4 16,9 10 63-1,7 8 1-15,5 0-9 0,6-2-25 16,0-1-4-16,3-9-3 16,-1-5-5-16,-1-12 7 15,3-8 6-15,-8-3-6 16,0-13 7-16,-6-15 2 16,-1-8 0-16,2-13-7 15,-1-18-17-15,-1-23-12 16,-7 7-4-16,-7 8-7 15,-8 14 4-15,-1 17-4 16,-1-2 1-16,1 2-1 16,-4 14-1-16,3 8 0 0,-4 11-13 15,-5 5-29 1,0 6-45-16,0 6-86 0,-23 43-203 16,-5-1-289-1,-3 4-570-15</inkml:trace>
  <inkml:trace contextRef="#ctx0" brushRef="#br0" timeOffset="57350.13">8764 10925 156 0,'0'0'339'0,"0"0"-292"16,0 0 271-16,0 0-43 15,0 0-31-15,0 0-24 16,0 0 13-16,6-19-23 16,-1 4-41-16,5-8-2 15,0-5-26-15,3 0-43 16,-2-4-20-16,3 0-18 16,-2-1-11-16,0-3-15 15,1 1-11-15,1-2-7 16,-1 3-8-16,-1 2-1 15,-1 5-6-15,-1 5 0 16,-4 4 5-16,0 6-6 0,-3 7-1 16,-3 5-45-1,0 3-84-15,-9 14-211 16,-3 2-366-16</inkml:trace>
  <inkml:trace contextRef="#ctx0" brushRef="#br0" timeOffset="66065.39">7384 11861 1153 0,'0'0'241'0,"0"0"-94"0,0 0-54 0,0 0-36 15,0 0-2-15,0 0 47 0,45 48 20 16,-20-12-2 0,1 4-37-16,0 4-15 0,1-4-6 15,0-5 21-15,-1-7 3 16,3-8-28-16,-1-10-9 15,7-10 1-15,1-2 50 0,8-27-6 16,10-25-10 0,11-26-20-16,11-14-19 0,-1-9-14 15,-15 22-13 1,-16 20-9-16,-20 22-8 0,-1 7 7 16,-1-4-7-1,2 0 6-15,-3 1-6 16,-8 13 3-16,-6 7-3 0,-3 7-2 15,-4 6-3 1,0 2-53-16,-29 13-90 0,1 8-143 16,-2 1-404-16</inkml:trace>
  <inkml:trace contextRef="#ctx0" brushRef="#br0" timeOffset="85152.21">3488 12511 1600 0,'0'0'320'0,"0"0"-119"0,0 0-67 16,0 0-48-16,0 0-28 15,0 0-27-15,15 15-2 16,0 6 56-16,8 8-5 16,1 5-24-16,4 1-16 0,2-2-6 15,1-1-4 1,-1-9 3-16,4-5 3 0,1-10 17 16,0-8 18-16,4-4 18 15,4-23 10-15,12-25 2 16,7-24-19-16,-2 1-22 15,-8 3-21 1,-10 10-17-16,-7 12-16 0,1-4 8 16,3-3-13-16,-4 7 0 15,-5 5-1-15,-6 10-4 16,-5 10 3-16,-5 8 2 16,-10 8-2-16,0 7-42 15,-4 2-111-15,-6 35-171 16,-11 4-314-16,-7 4-835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2:56:50.375"/>
    </inkml:context>
    <inkml:brush xml:id="br0">
      <inkml:brushProperty name="width" value="0.05292" units="cm"/>
      <inkml:brushProperty name="height" value="0.05292" units="cm"/>
      <inkml:brushProperty name="color" value="#FF0000"/>
    </inkml:brush>
  </inkml:definitions>
  <inkml:trace contextRef="#ctx0" brushRef="#br0">1670 7942 1657 0,'0'0'312'0,"0"0"-158"0,0 0 131 0,0 0-71 15,0 0-108 1,0 0-56-16,-3-67-26 0,20 79-13 16,8 11 13-1,8 9 50-15,1 0 13 0,5 3-11 16,-3-6-31-1,1-9-13-15,-1-10 22 0,4-10 3 16,16-22 10-16,23-45-9 16,22-47-1-16,2-37-22 15,-6-28-20-15,-16-7-15 16,-11 16-8-16,-4 18-11 16,-10 40-17-16,-14 42-81 15,-10 34 14-15,-14 19-20 16,-6 9 47-16,-5 8 8 15,-7 15-23-15,-27 75 3 16,-9 3 34-16,-13 11-144 0</inkml:trace>
  <inkml:trace contextRef="#ctx0" brushRef="#br0" timeOffset="5401.06">1577 9753 1138 0,'0'0'293'0,"0"0"-105"0,0 0-31 16,0 0-15-16,0 0-46 15,0 0-32-15,0-8-23 16,0 8-14-16,0 0 7 16,9 8-34-1,5 11-175-15,7 9 175 0,0 7 248 0,7 2-92 16,-1 1-52 0,-2-6-34-16,-1-6-23 0,-1-8-5 15,1-8 3-15,-2-9-8 16,4-1 6-16,1-12 8 15,2-16 0-15,5-14-12 16,-1-8-17-16,3-9-10 16,0-4-12-16,-1-6 0 15,-2 2 0-15,0 4-39 16,1 3 10-16,-3 6-5 16,-3 7 12-16,-6 8 7 0,-4 9 6 15,-1 9 7 1,-7 4-11-16,-3 8-1 0,-5 1 2 15,1 7 1 1,-3 1-6-16,-11 17-19 0,-6 11-93 16,-7 3-159-16</inkml:trace>
  <inkml:trace contextRef="#ctx0" brushRef="#br0" timeOffset="7153.96">5851 9564 96 0,'0'0'855'0,"0"0"-621"0,0 0-56 0,0 0-178 0,0 0 183 16,0 0-131-16,0 0 208 15,21-18-128-15,3 16-41 16,8 0-18-16,10-1-16 16,8 0 2-16,17 2 13 15,18-4 11-15,19-1-7 0,-1-3-15 16,0-1-28-16,-15 3-5 15,-19-1-4-15,-15 2-3 16,-11 2 1 0,-1-1-3-16,4 2-7 0,8-1 2 15,3 4-1-15,-5 0 5 16,-2 0-2-16,-6 0-8 16,-8 0-1-16,-7 0 2 15,-4 0-7-15,-6 0-1 16,-8 0 7-16,-3 0-7 0,-5 0 0 15,-2 0 5 1,-1 0-5-16,0 0-1 0,-26-4-26 16,-4-4-236-1,-3-5-225-15</inkml:trace>
  <inkml:trace contextRef="#ctx0" brushRef="#br0" timeOffset="16149.74">2014 11854 998 0,'0'0'163'0,"0"0"-95"0,0 0-14 0,0 0 23 15,0 0 55-15,0 0-7 16,-16-21-1-16,16 21-60 0,0 0-38 16,0 0-14-1,6 8 32-15,4 6 60 0,1 11-9 16,4 4-2 0,-2 2-9-16,3 2-1 0,-1-1-12 15,0-5-22 1,-3-5-7-16,-2-7-5 0,1-7 5 15,-6-5-7-15,9-3-2 16,6-22-3-16,18-46 16 16,21-54-4-16,19-30-21 15,8-19-5-15,6 10-8 16,-1 25-7-16,4 7 4 0,-2 13-5 16,-2 12-23-1,-16 27-14-15,-20 27 4 0,-16 16-10 16,-12 14 3-16,-9 5-14 15,-1 5 7-15,-12 10-19 16,-32 45-14-16,-8 14-86 16,-17 10-894-16</inkml:trace>
  <inkml:trace contextRef="#ctx0" brushRef="#br0" timeOffset="26852.09">1803 14221 1168 0,'0'0'295'0,"0"0"-29"0,0 0-26 0,0 0-58 15,0 0-31-15,0 0-18 0,-52-54-27 16,52 54-60 0,0 2-27-16,0 18-18 15,10 9 15-15,0 6 31 0,7 5 23 16,-2-5-14-16,3-6-9 15,-3-11 5 1,0-10-19-16,4-8 7 16,5-11 2-16,22-41 10 0,28-54 10 15,31-64-16-15,6-37-17 16,4-8-19-16,-16 19-10 16,-12 49-35-16,-3 40-28 15,-14 41-43-15,-17 36-2 16,-29 24-279-16</inkml:trace>
  <inkml:trace contextRef="#ctx0" brushRef="#br0" timeOffset="38299.55">12810 7942 807 0,'0'0'1078'0,"0"0"-891"0,0 0-97 16,0 0-36-1,26 79 164-15,-12-42-72 16,4 1-40-16,4-6-23 16,5-10-16-16,7-7 21 0,7-10 42 15,8-5 8-15,4-20-7 16,8-12-39-16,1-14-30 15,0-5-25 1,1-10-17-16,-6-2-2 0,-5-3-18 16,-4 6-14-16,-6 17-33 15,-7 15-40-15,3 38-139 16,-10 22-424-16,-8 15-453 0</inkml:trace>
  <inkml:trace contextRef="#ctx0" brushRef="#br0" timeOffset="38886.37">12908 10390 222 0,'0'0'0'0,"0"0"1393"0,0 0-1015 0,0 0 121 15,0 0-307-15,0 0-42 0,0 0-30 16,47-66-26 0,-19 86 20-16,6 13 24 0,6 2-35 15,5-1-36 1,2-4-20-16,0-14-2 0,10-12-14 16,15-16 7-1,18-40-11-15,27-38-8 0,10-19-8 16,-14-5-5-16,-28 27-6 0,-36 31-14 15,-15 31-98 1,-16 21-183-16,-7 4-523 0</inkml:trace>
  <inkml:trace contextRef="#ctx0" brushRef="#br0" timeOffset="39649.62">13155 12889 1473 0,'0'0'345'0,"0"0"18"0,0 0-81 0,0 0-66 15,0 0-79-15,0 0-61 16,0 0-11-16,-4 50 80 16,22-10-15-16,8-3-47 15,3-7-36-15,5-8-6 16,3-17 11-16,4-5 11 0,22-29 14 16,22-42-10-16,24-45-8 15,11-29-23-15,-6-6-11 16,-10 9-10-1,-29 45-1-15,-19 29-14 16,-19 28 0-16,-14 22-25 0,-7 13-62 0,-16 35-112 16,0 13-363-1,-22 16-302-15</inkml:trace>
  <inkml:trace contextRef="#ctx0" brushRef="#br0" timeOffset="55969.62">24257 7735 1291 0,'0'0'209'0,"0"0"-129"0,0 0-55 16,0 0-9-16,0 0 21 15,83 32 41-15,-55 4 25 0,6 10-20 16,1 8 7 0,3 17-11-16,-2 23-16 15,-14 21-7-15,-17 12 30 16,-13-9-3-16,-25-8 6 15,-16-16-18-15,6 1-13 0,1 0-18 16,9-3-5-16,11-8-7 16,12-3-10-16,10-15-3 15,0-14-14-15,7-14-1 16,12-8 0-16,7-5-1 16,9-7-8-16,6-12 0 15,5-7 8-15,4-29 1 0,-3-14 0 16,-7-1 1-16,-5 5 0 15,-14 8 10-15,-8 13 2 16,-10 16 45-16,-3 3-31 16,0 34-25-16,-20 46 31 15,-8 55 106-15,-3 36-23 16,4 24-15-16,8 14-19 16,9-4 6-16,4 20-10 15,6 1-13-15,0-4-4 16,17-13-29-16,10-13 23 15,1-14-16-15,-1-14 14 16,-2-11-35-16,-8-10-3 16,-7-11-9-16,-7-11 10 15,-3-3-7-15,-6-11-3 16,-14-2 3-16,-6-5-9 0,-4-9 0 16,2-17-1-1,4-22 0-15,5-19 0 0,1-6 1 16,-4-3 0-16,-4 0 0 0,-1-6 1 15,1-11 0 1,-3-11-1-16,0-7 0 16,-3-19 0-16,1-6-12 15,3-5-6-15,3 0-6 16,1 1-32-16,7-1-26 16,0 0-47-16,-2-15-126 0,5 10-285 15,4 2-533-15</inkml:trace>
  <inkml:trace contextRef="#ctx0" brushRef="#br0" timeOffset="56102.99">24430 12817 2631 0,'0'0'336'0,"0"0"-336"0,-89 17-54 15,41-10-207 1,-6-7-639-16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2:58:14.295"/>
    </inkml:context>
    <inkml:brush xml:id="br0">
      <inkml:brushProperty name="width" value="0.05292" units="cm"/>
      <inkml:brushProperty name="height" value="0.05292" units="cm"/>
      <inkml:brushProperty name="color" value="#FF0000"/>
    </inkml:brush>
  </inkml:definitions>
  <inkml:trace contextRef="#ctx0" brushRef="#br0">1600 7079 68 0,'0'0'877'0,"0"0"-679"0,0 0-2 15,0 0-42-15,0 0-25 16,0 0 45-16,7-25-32 16,2 25-56-16,2 0-30 15,2 6 4-15,11 13 39 0,1 6 30 16,7 7-10-1,-2 0-38-15,2-2-17 0,-2-6-13 16,2-7 0 0,1-9-4-16,1-8 39 15,8-8 21-15,4-21 1 16,15-24-24-16,9-26-35 16,4-22-17-16,-9-13-16 0,-12 5-8 15,-15 9-8-15,-13 27-16 16,-6 18-42-16,-2 20-22 15,-7 11 3-15,0 4 2 16,-1 2 19-16,-1 5 10 16,-5 13-2-16,-3 30-20 15,0 8-470-15,-6 9-393 0</inkml:trace>
  <inkml:trace contextRef="#ctx0" brushRef="#br0" timeOffset="3050.16">11716 7315 1654 0,'0'0'272'0,"0"0"-98"0,0 0-40 16,81-6-1-1,-2-7 31-15,41-2-17 0,20-5 2 16,9-2-46 0,-12 5-46-16,-20 1-30 0,-13 4-7 15,-22 2-14 1,-20 4 8-16,-21 4-8 0,-8 0-6 16,-4-2-1-16,1 4-23 15,-11 0-90-15,-10 0-127 16,-9 7-405-16</inkml:trace>
  <inkml:trace contextRef="#ctx0" brushRef="#br0" timeOffset="4248.1">4586 8393 662 0,'0'0'283'0,"0"0"-20"15,0 0 3-15,0 0 10 0,0 0-12 16,0 0 17 0,0 0-21-16,-69-10-102 0,74 8-104 15,20-7-26 1,29 0 5-16,33-11 31 0,29-6 17 16,10-6-15-16,-10 2-2 0,-12 3-3 15,-17 5-20 1,-2-3-14-16,-1 2-11 15,-12 7-8-15,-19 2 1 16,-18 4-8-16,-13 3 5 0,2 2-6 16,-9 0-15-1,-9 5-102-15,-6 5-187 0,0 5-452 0</inkml:trace>
  <inkml:trace contextRef="#ctx0" brushRef="#br0" timeOffset="5213.91">8773 8489 1190 0,'0'0'241'0,"0"0"-67"0,0 0 22 15,0 0-1-15,0 0-27 16,0 0-20-16,65 0-32 16,24-10 38-16,44-5-42 15,25-11-23-15,6-5-5 16,-13-4 6 0,-19-2-26-16,-3 1-16 0,-8 0-23 0,-6 4-11 15,-11 2-8 1,-24 9-1-16,-23 5-5 15,-21 8 0-15,-14 2-16 16,-16 6-117-16,-3 0-117 0,-3 0-374 0</inkml:trace>
  <inkml:trace contextRef="#ctx0" brushRef="#br0" timeOffset="12711.95">1881 10988 1175 0,'0'0'167'0,"0"0"-69"0,0 0 64 0,0 0 26 15,-93 4-52-15,68 15-86 16,1 10-34-16,0 8-3 16,1 5-7-16,1 4 23 15,8 5 26-15,4-5 11 16,6 2-1-16,4-3-12 15,7-2-10-15,9-3-6 0,6 0 2 16,0-3-14 0,-3 1-16-16,-1 1-8 0,-5-1 0 15,-9 0 0 1,-3-2 1-16,-1-1 4 0,0-6 13 16,-6-3-10-1,-6-5-8-15,0-8 7 0,-3-8-7 16,-1-5 5-16,-6 0 6 0,2-13-5 15,-1-9-1 1,3-2 8-16,3 0-13 0,10 4 14 16,5 4 2-1,0 6-3-15,11 8-13 0,10 2-1 16,4 4-1 0,3 19-2-16,4 9 3 0,-5 11 36 15,-4 17-2 1,-2 22 2-16,-8 19 11 15,-1 6 17-15,-6-17 1 16,-1-24-9-16,-5-26 4 16,5-7 3-16,2 1-12 15,0 0-18-15,-1-1 12 16,1-9-21-16,3-10-3 16,-3-6-9-16,-1-5-11 15,1-3 9-15,5 0-3 0,6-18 8 16,4-10-15-16,11-8-4 15,3-8-85-15,-4 4-104 16,2-7-98-16,-10 10-341 16,-8 9-605-16</inkml:trace>
  <inkml:trace contextRef="#ctx0" brushRef="#br0" timeOffset="12895.67">2161 12285 2455 0,'0'0'327'0,"0"0"-249"0,0 0-48 15,0 0-17-15,0 0 1 16,0 0-14-16,0 0-18 16,5-7-444-16</inkml:trace>
  <inkml:trace contextRef="#ctx0" brushRef="#br0" timeOffset="33765.94">13871 7220 1363 0,'0'0'171'0,"0"0"-171"0,0 0-1420 16,0 0 1420-16,0 0 1343 0,0 0-1183 15,19 44-86-15,3-2 37 16,4-1 72-16,1-1-42 16,0-7-20-16,-2-10-23 15,2-7-26-15,5-8-18 16,21-8 8-16,35-39 1 16,49-44-14-16,22-33-25 0,7-24-11 15,-16-8-13 1,-24 20-18-16,-12 10-63 15,-27 30-73-15,-26 27-11 16,-20 26-15-16,-16 15 22 16,-7 4 86-16,-2 5 11 15,-5 6 5-15,-11 5-12 0,-5 15-52 16,-67 51-39 0,3-2 40-16,-16 0-774 0</inkml:trace>
  <inkml:trace contextRef="#ctx0" brushRef="#br0" timeOffset="36032.4">10350 10545 978 0,'0'0'292'0,"0"0"-60"0,0 0-69 0,0-76 55 15,0 61-56-15,0 1-38 16,0 6-34-16,0 2-26 15,1 2-20-15,6 1-2 16,1 2-4-16,4 1 0 16,1 0 3-16,2 16 7 0,-1 7 16 15,-2 16 6 1,-4 8 6-16,-4 7-15 0,-2 4 0 16,-2-1-16-1,0-4-7-15,0-4-4 0,3-6 0 16,4-4-10-16,5-10-15 0,1-7-3 15,4-6-4 1,2-10 5-16,-3-6 1 16,7 0-4-16,-1-14-2 15,2-13-1-15,-1-7 1 16,-4-3-1-16,-3 2 0 16,-7 13 1-16,-4 8-1 15,-4 8 0-15,-1 6 1 0,0 7 4 16,0 28 1-1,0 31 47-15,0 28 18 0,8 15 7 16,0-2-11 0,4-23-8-16,-2-27-6 0,-4-12-38 15,2-6 13 1,3 7-2-16,-3 4-14 0,2-4-4 16,-3-9-3-1,-1-13 3-15,-4-10-8 0,0-7 7 16,-2-6 4-1,0-1 3-15,-20 0 40 0,-29-5-37 16,-41 5-12-16,-54 14-6 16,-38 33-1-16,-20 23-68 15,-3 19-31-15,28-5-92 16,48-19-281-16,33-15-353 0</inkml:trace>
  <inkml:trace contextRef="#ctx0" brushRef="#br0" timeOffset="43909.94">6214 15811 940 0,'0'0'324'0,"0"0"-120"0,0 0-10 0,0 0 38 16,0 0-50-16,-63-31-49 0,57 28-33 15,-3 1-21-15,3 0-26 0,0 2-5 16,4-3-19-1,2 3-9-15,0 0-10 16,0 0 0-16,0-1-2 16,0 1-8-16,0 0-2 0,0 0-15 15,0 0-40 1,0 0-56-16,0 0-70 16,5 7-194-16,4 3-127 0</inkml:trace>
  <inkml:trace contextRef="#ctx0" brushRef="#br0" timeOffset="57059.95">5906 15577 940 0,'0'0'194'0,"0"0"42"0,0 0-40 0,-67-93 140 16,46 69-171-1,2 5 46-15,12 7-35 0,1 5-100 16,6 7-39-16,0 0-14 16,12 19-13-16,21 28 5 15,17 25 88-15,20 21 42 16,-4-5-18-16,-11-18-11 15,-16-23-20-15,-11-17-16 0,5 0-22 16,0-4-10 0,8-5-9-16,-4-11-11 0,-1-10 14 15,10-23-12 1,16-48 3-16,28-48-9 0,12-32-10 16,5-14-5-1,0 11-9-15,-10 25-9 16,-2 12-9-16,-10 15-11 15,-22 27 11-15,-13 17 6 0,-20 20 6 16,-9 8-7-16,0 5-7 16,-2-2 10-16,2 4 4 15,-10 8-11-15,-1 5 1 16,-7 6-10-16,-3 4-5 16,0 0-11-16,0 22-34 15,0 42-17-15,0-1 12 16,0-2-623-16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2:59:33.342"/>
    </inkml:context>
    <inkml:brush xml:id="br0">
      <inkml:brushProperty name="width" value="0.05292" units="cm"/>
      <inkml:brushProperty name="height" value="0.05292" units="cm"/>
      <inkml:brushProperty name="color" value="#FF0000"/>
    </inkml:brush>
  </inkml:definitions>
  <inkml:trace contextRef="#ctx0" brushRef="#br0">1888 6306 647 0,'0'0'205'0,"0"0"-37"0,0 0-21 0,0 0-16 16,0 0-49-16,0 0-9 0,-6-17-9 16,6 16-15-1,0-1-14-15,0 1 12 16,0 1 35-16,0 0 4 16,0 0 9-16,0 0-3 0,0 0 6 15,0 0-42-15,0 0-32 16,9 10-8-1,8 3 11-15,0 6 62 0,4-2-27 16,-3-1-22-16,0-6-2 16,2-3 22-16,-2-7 31 15,3 0 35-15,5-13 40 16,1-17 10-16,11-20-45 16,11-34-28-16,3-23-21 0,-3 3-16 15,-13 19-16 1,-11 27-28-16,-7 20-8 0,3-6-4 15,2-4 1 1,4-2-11-16,-3 5 1 16,-4 6-1-16,-2 8 0 15,-1 7-12-15,-7 4 11 0,0 8-15 16,-2 2 5 0,-3 6-26-16,-5 4-34 0,0 0-63 15,0 4-179 1,-13 13-311-16,-4-5-470 0</inkml:trace>
  <inkml:trace contextRef="#ctx0" brushRef="#br0" timeOffset="89864.96">1642 9516 502 0,'0'0'204'0,"0"0"14"0,0 0-10 16,0 0 18-16,0 0-33 15,0 0-6-15,-29-4-35 16,26 2-26-16,3 2 13 16,0 0 0-16,0 0-48 15,0 0-45-15,8 8-11 16,8 7 32-16,6 6 18 0,3 0-12 16,1 1-13-1,3 2-16-15,1-2-11 16,2-4 0-16,-4-5 7 15,1-3 5-15,-3-5 9 0,-1-5 4 16,-3-3 20-16,5-19-12 16,0-10-4-16,13-26-11 15,7-24-4-15,5-28 0 16,1-1-7-16,-13 17-13 16,-12 30-9-16,-12 24-9 15,-4 12-1-15,2-3-7 0,-1 0 0 16,-1 1 0-1,1 8-1-15,-7 5 0 0,0 6 1 16,-1 2-1 0,-4 5-2-16,1 4-8 0,-2 0-26 15,0 0-108 1,-18 40-157-16,-5-6-218 0,-2 8-267 0</inkml:trace>
  <inkml:trace contextRef="#ctx0" brushRef="#br0" timeOffset="101482.93">6221 9749 1253 0,'0'0'256'0,"0"0"-95"0,0 0-34 0,0 0-45 0,0 0-31 16,0 0-12-1,0-2 3-15,0 2 2 0,10 0-7 16,4 0 24-16,2 0 7 16,9 0 8-16,-1 0-11 15,5 0 15-15,1 0-4 16,3 0-26-16,1 0-3 16,7 2-9-16,-1-2-6 15,2 4-1-15,0 0-4 0,-2 0-3 16,-1 2-2-1,-5 0-1-15,3 0-8 16,-4 0 4-16,0-2-2 16,1-1 6-16,2-1 7 0,-1 0-6 15,-2-2-1 1,-1 0-1-16,4 4-5 0,-4-3-2 16,-4 4-2-1,5-4 1-15,-3 3 1 0,-1-1 6 16,4 0-2-1,-2-2 1-15,1 2-5 0,-1-2 7 16,-1 2-2-16,0-2-3 0,2 1-3 16,-4 0-2-1,3-1 1-15,0-1-2 0,1 0 0 16,-4 0-2 0,6 0 4-16,-4 0-4 15,1 0-1-15,-3 0-4 16,2 0 5-16,-2 1-1 15,0 2 2-15,-1-3 1 16,5 0 0-16,-5 0 4 0,5 0-1 16,1 0 5-16,0 0-4 15,2-3-4-15,1 1 0 16,-1-2 1-16,5 0 1 16,-4 3-1-16,3-2-2 15,-2 0-7-15,-1-1 7 16,-1 3-1-16,2-2 2 15,-4 3-8-15,-2 0 1 16,2 0 4-16,4 0 0 16,-2 0-5-16,0 0 1 15,4 0 7-15,2-1 3 0,-1 1-5 16,2-2 10 0,-2 1-8-16,2-1-3 0,-2 0-5 15,5-1 23 1,-7 1-5-16,0 0-2 0,-5-1-5 15,4-1 0 1,-4 4-2-16,3-3-1 0,-5 0 5 16,2 0-2-16,0 0 1 15,-3 2 1-15,1-2-2 16,-3 1-2-16,-2 0-2 16,-4-2-1-16,-2 4 2 0,-3-4 5 15,-4 2-4 1,-3 0-2-16,0 2-2 15,-5-4-5-15,-2 4 0 16,-1 0 5-16,-2 0-5 0,0 0 0 16,0 0 5-1,0 0-6-15,0 0-16 0,-7 0-31 16,-16 0-98 0,-36 23-162-16,6-2-337 0,-6-3-728 0</inkml:trace>
  <inkml:trace contextRef="#ctx0" brushRef="#br0" timeOffset="118814.88">1973 12210 1142 0,'0'0'210'0,"0"0"-4"0,0 0 48 0,0 0-33 16,0 0-18-16,0 0-31 15,-42-68-53-15,42 68-60 16,2 2-38-16,11 14-3 15,8 4 24-15,4 1 19 16,0-1-6-16,5-5-21 0,-1-7 1 16,2-8 35-1,-1-3 45-15,6-25 24 0,5-27-32 16,8-24-43 0,0-21-43-16,-3-11-8 0,-4 3-7 15,-10 9 8-15,-5 23-14 0,-7 16 0 16,-3 25-16-1,-5 14-14-15,-3 7-44 0,-2 9-84 16,-7 13-91 0,0 19-261-16,-10 7-259 0</inkml:trace>
  <inkml:trace contextRef="#ctx0" brushRef="#br0" timeOffset="121635.87">4924 12917 166 0,'0'0'125'0,"0"0"-125"0</inkml:trace>
  <inkml:trace contextRef="#ctx0" brushRef="#br0" timeOffset="121982.87">4818 12834 1102 0,'0'0'255'0,"0"0"-62"15,0 0 27-15,0 0-53 16,0 0-54-16,0 0-38 16,0 0 55-16,24 38 67 0,3-7-32 15,1 0-46 1,2-2-29-16,2-9-22 16,4-10 22-16,18-10 21 15,30-40 28-15,37-52 6 16,13-29-34-16,-1-21-22 15,-17 5-31-15,-26 19-28 16,-18 11-10-16,-11 29-8 0,-22 21-12 16,-12 24-1-16,-8 12-6 15,-5 5-7-15,-1 4-2 16,2 8-17-16,-15 23-188 16,-6 13-507-16,-21 2-1060 0</inkml:trace>
  <inkml:trace contextRef="#ctx0" brushRef="#br0" timeOffset="124382.98">2047 11359 661 0,'0'0'198'0,"0"0"1"0,0 0 42 16,0 0-41-16,0 0 14 16,0 0 49-16,-18-31-67 15,1 34-57-15,-6 17-48 16,-6 7-13-16,-6 13-11 16,4 4-8-16,5 5-14 15,6 0-20-15,13-4-6 16,7-4-5-16,0-2-5 15,17-3 0-15,11-4-3 0,5-1-5 16,2-1 5-16,-4-1-5 16,-2 1 0-16,-7 2-1 15,-11 0-1-15,-11 4 0 16,0 1 1-16,-18 4 1 16,-11-1 5-16,-4 1 0 15,-3-3-6-15,-4-10 1 16,4-5 11-16,7-8-4 15,1-10-1-15,9-3 0 16,9-2-7-16,2 0 0 0,8 0 0 16,0 0-13-1,0 0-6-15,10 8 10 0,7 7 7 16,4 9 2 0,1 11 0-16,2 7 9 0,0 10 19 15,-6 6 3-15,1 2 26 16,0-1 12-16,-2-3-24 15,1-6-5-15,1-9-6 0,1-8 7 16,1-9-13 0,3-10-4-16,4-10 0 15,6-4-4-15,6-13-4 16,4-14-4-16,-1-10-10 0,1-1-2 16,-7 3-8-16,-3 6-213 15,-12 11-355-15,-12 7-934 16</inkml:trace>
  <inkml:trace contextRef="#ctx0" brushRef="#br0" timeOffset="147049.69">22739 4339 1193 0,'0'0'161'0,"0"0"-52"0,0 0 69 15,0 0 11-15,0 0 5 16,0 0 10 0,0 0-74-16,-14-30-26 0,14 30-7 15,0 3-11-15,5 17-26 16,8 12 56-16,5 6 37 16,3 3-41-16,4-3-39 15,3-3-25-15,4-14-16 16,8-13 17-16,22-14 38 15,27-43 3-15,40-43-18 16,13-29 13-16,0-18-25 16,-16-1-12-16,-25 16 2 15,-14 9-17-15,-19 24-15 16,-23 29-5-16,-13 24-7 16,-11 13-5-16,-1 1 0 15,-4 3 0-15,-3 1-1 0,-5 9-5 16,-4 4-10-1,-4 7-32-15,0 0-64 0,-31 0-67 16,-2 0-409-16,-12 0-608 0</inkml:trace>
  <inkml:trace contextRef="#ctx0" brushRef="#br0" timeOffset="153282.63">15806 17197 938 0,'0'0'660'0,"0"0"-398"0,0 0 52 0,0 0-52 0,0 0-38 16,17-74-61-1,8 60-32-15,4 2-10 0,12-4-34 16,8-1-33 0,4 0-16-16,3 1-19 15,2 1-10-15,-4 5-9 0,-5 1-2 16,-11 6-44-16,-18 3-173 15,-9 12-156-15,-11 6-248 0</inkml:trace>
  <inkml:trace contextRef="#ctx0" brushRef="#br0" timeOffset="153483.07">15755 17449 1618 0,'0'0'351'0,"0"0"-39"15,0 0 3-15,81-36-44 16,1-7-24-16,21-9-84 16,10-4-60-16,-19 11-37 15,-29 14-43-15,-28 12-14 16,-4 8-9-16,-5 1-12 16,-12 10-214-16,-2 0-413 15,-14 0-1494-15</inkml:trace>
  <inkml:trace contextRef="#ctx0" brushRef="#br0" timeOffset="158248.82">20338 17186 1315 0,'0'0'293'0,"0"0"-70"0,0 0-48 15,0 0-58-15,0 0-17 16,0 0 23-16,73-23-1 16,-32 18-15-16,15 0-27 15,15 4-13-15,16 1 12 0,16 4-13 16,1 9-5-1,-9 4-11-15,-19-3-13 16,-22-3 5-16,-10-4 3 16,-3-3-8-16,8 2-7 0,9-5 3 15,8 2 6 1,-3-3-3-16,-4 0 2 0,2 0-18 16,-2-4-2-16,4-6 2 15,0 2-5-15,-3-2 0 16,2 1 1-16,2 1-15 15,-4-1 7-15,0 4 1 16,-3-1-8-16,-1-1 11 16,0 3-3-16,0-2 2 15,-1 2 5-15,-1 0 11 16,-2-1-12-16,-4 0 8 16,-2 0 10-16,-3 1-11 15,-3 0 16-15,-2-2-17 16,-5 1 6-16,0-2-9 15,-2 1 6-15,2-2 1 0,5-1-10 16,-2 1 8 0,5-4-7-16,2 1 2 0,1-1 0 15,-3 0 0-15,2-1 0 16,-3 4-6-16,-3 1 0 16,-4 0-1-16,-3 4-2 15,-5-1 1-15,-5 1-4 16,-2 3-4-16,-8 1 5 15,-1 0-2-15,-4 0-5 16,-2 0 0-16,-2 0 0 16,-1 0-1-16,0 0 1 15,0 0-2-15,0 0-5 0,0 0 6 16,-1 0-7 0,-16 0-4-16,-7 0-84 0,-39 0-90 15,6-3-169-15,-2-3-624 0</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2:59:39.975"/>
    </inkml:context>
    <inkml:brush xml:id="br0">
      <inkml:brushProperty name="width" value="0.05292" units="cm"/>
      <inkml:brushProperty name="height" value="0.05292" units="cm"/>
      <inkml:brushProperty name="color" value="#FF0000"/>
    </inkml:brush>
  </inkml:definitions>
  <inkml:trace contextRef="#ctx0" brushRef="#br0">5131 17908 432 0,'0'0'110'0,"0"0"-48"0,0 0-13 0,0 0 27 16,0 0 15 0,0 0 0-16,-6 3 22 15,6-3 39-15,0-6-11 16,-2-1-86-16,2 0 67 0,0 2 54 16,-2 0 11-1,2 3-60-15,0 2-49 16,0 0-25-16,2 0-27 15,12 0 5-15,8 7 77 16,5 10 19-16,2 1-35 0,3 2-29 16,-2-3-27-16,-3-4-7 15,-4 1-3-15,1-8 4 16,-3-2-5-16,-5-4 11 16,-3-10 10-16,4-17 23 15,-4-23 38-15,8-28-26 16,0-18-29-16,-2 2-20 15,-3 19-11-15,-4 23-21 16,-1 15 2-16,-1 1 4 16,1 0-6-16,-1-5 2 0,-4 12-1 15,-1 5 5 1,-2 6-5-16,-1 6 0 16,0 4 0-16,-2 4-1 0,0 3-6 15,0 1-111-15,-9 17-92 16,-4 6-487-16,-6 5-397 0</inkml:trace>
  <inkml:trace contextRef="#ctx0" brushRef="#br0" timeOffset="5735.5">9810 17202 1356 0,'0'0'368'0,"0"0"-43"0,0 0-40 0,0 0-58 15,0 0-59-15,0 0-77 0,-30-11-28 16,51 11-9 0,22 0 10-16,34 0 11 0,36 10 16 15,18 0-13 1,8-3-3-16,-3-1-15 0,-13-2-21 16,0-3 15-16,-11-1-11 15,-11 0-16-15,-22 0-6 16,-21 0-6-16,-17 0-6 15,-11 0-3-15,4 0 0 16,-4-5-6-16,0 0 1 16,-9 1-1-16,-11 0 1 0,-5 0-1 15,-4 1-19 1,-1-4-49-16,0-2-79 0,-2-2-97 16,-9-3-52-1,-6-7-87-15,1 2-268 16,0 1-408-16</inkml:trace>
  <inkml:trace contextRef="#ctx0" brushRef="#br0" timeOffset="6190.39">11086 16947 938 0,'0'0'510'0,"0"0"-290"15,0 0 47-15,0 0 29 16,0 0-4-16,0 0-90 15,0 0-45-15,-14-23-9 0,14 28-51 16,3 10-2 0,11 8 4-16,6 7-16 0,4 0-23 15,5 6-18 1,3-1-9-16,5 0-10 0,3-3-5 16,0-3 4-1,4-4 13-15,-6-2-7 0,-3-1-7 16,-11-9 0-16,-6 0-3 15,-11-3 2-15,-2-3-2 16,-5 0 3-16,0 4 9 0,-10 1 6 16,-10 3-8-1,-7 2 2-15,-6 0-10 0,-3 1-5 16,-3 1-9 0,2 1-5-16,3-4 8 0,4 3-8 15,5-1 1-15,4-3-1 16,5 0-1-1,3-3 1-15,3-2-1 16,4 0 0-16,0-3-13 16,1-1-19-16,0 1-58 0,-14-7-153 15,3 0-406-15,-6 0-1010 16</inkml:trace>
  <inkml:trace contextRef="#ctx0" brushRef="#br0" timeOffset="8552.2">801 12859 872 0,'0'0'273'0,"0"0"-6"0,0 0-23 0,0 0 12 0,0 0-4 15,0 0 13-15,0 0-34 16,0-14-24-16,-7-9-50 15,-7-13-48-15,-2-24-19 16,-8-26-27-16,-3-29-14 16,-1-13-8-16,6 6-14 15,6 17-5-15,7 28-7 16,4 19-6-16,0 20-8 16,3 4-1-16,-1-2-6 15,0-1-3-15,-3-2-12 0,6 8-9 16,0 3-10-1,-3 6 10-15,3 5 11 0,0 6-5 16,0 2 16-16,0 5-13 16,0 1 8-16,0 3 2 15,-3 0 11-15,3 0-12 16,-2 0 0-16,-3 7-15 16,-4 14-7-16,-5 9 25 15,-2 10 9-15,1 6 6 16,-6 1 9-16,6-4-14 15,0-6 0-15,2-5 1 0,4-10 5 16,3-8 5 0,0-10 2-16,2-4-1 0,0-5-13 15,-3-18-7 1,2-9 6-16,3-7-29 16,2-2-2-16,0 3 16 15,15 7-5-15,5 4 0 0,7 10 20 16,8 7-7-1,2 8 1-15,3 2-2 0,6 4 3 16,1 12-7-16,21 20-7 16,-6-6-244-16,-9-3-394 0</inkml:trace>
  <inkml:trace contextRef="#ctx0" brushRef="#br0" timeOffset="19865.43">2325 9323 976 0,'0'0'220'0,"0"0"-52"0,0 0 35 0,0 0-9 16,0 0-18-16,0 0-44 0,-7 1-25 15,7-1-20 1,4 0-31-16,7-3-21 0,6-7-3 16,7-8-2-1,2 2-15-15,1-2-10 0,3 3-5 16,-6 2-15 0,-3 3-117-16,-9 8-117 0,-7 2-227 15,-5 0-396-15</inkml:trace>
  <inkml:trace contextRef="#ctx0" brushRef="#br0" timeOffset="20020.33">2236 9569 128 0,'0'0'1182'0,"0"0"-1047"0,0 0-74 15,0 0 0-15,0 0-23 16,104-27-18-1,-44-20-20-15,-9 8-122 16,-10-2-235-16</inkml:trace>
  <inkml:trace contextRef="#ctx0" brushRef="#br0" timeOffset="20280.3">2340 9121 439 0,'0'0'1096'16,"0"0"-918"-16,0 0-111 15,0 0-6-15,114 11 39 16,-60 8-22-16,7 7 37 0,-1 8-1 16,-6 9 44-16,-7 4-24 15,-15 3-48-15,-16 4-14 16,-16 5-20-1,-13 13-25-15,-42 24-27 0,-38 17-79 16,7-18-299-16,6-18-863 0</inkml:trace>
  <inkml:trace contextRef="#ctx0" brushRef="#br0" timeOffset="22900.09">2713 12058 1353 0,'0'0'248'0,"0"0"-150"0,0 0-16 0,0 0 13 15,0 0-19-15,0 0-14 0,45-13-17 16,-19 2-26 0,-1-4-14-16,2 1-5 0,-3 0-11 15,-2 0-45 1,1 6-62-16,-8 2-171 15,-6 6-247-15</inkml:trace>
  <inkml:trace contextRef="#ctx0" brushRef="#br0" timeOffset="23036.86">2765 12188 674 0,'0'0'352'16,"0"0"-68"-16,0 0-87 0,0 0-47 15,0 0-40 1,0 0-33-16,0 0-30 0,37 3-15 15,-2-30-29-15,6-7-3 16,10-24-89-16,-11 10-171 16,-9 4-385-16</inkml:trace>
  <inkml:trace contextRef="#ctx0" brushRef="#br0" timeOffset="23285.3">2894 11736 1306 0,'0'0'516'0,"0"0"-378"16,0 0-46-16,0 0-26 15,0 0 3-15,0 0-2 16,109 0-17-16,-69 6 12 0,-3 8-5 16,-2 4 32-1,-8 6-7-15,-11 6-21 0,-12 6 4 16,-6 21-26-1,-33 22-39-15,-27 22-16 16,4-14-199-16,1-15-439 0</inkml:trace>
  <inkml:trace contextRef="#ctx0" brushRef="#br0" timeOffset="24237.2">2871 14249 1250 0,'0'0'297'0,"0"0"-62"0,0 0-11 0,0 0-61 0,0 0-61 16,0 0-12 0,0 0-20-16,7-11-33 15,9-1-22-15,7-6-7 16,5-1-8-16,-1-4-1 16,3 2-54-16,-4 2-101 15,-3 3-146-15,-11 10-312 0</inkml:trace>
  <inkml:trace contextRef="#ctx0" brushRef="#br0" timeOffset="24402.82">2800 14438 1159 0,'0'0'301'16,"0"0"-219"-16,0 0-75 0,0 0 108 15,0 0-44-15,0 0 21 16,0 0 55-16,94-66-143 15,-54 21-4-15,7-24-199 16,-10 12-185-16,-10 6-402 0</inkml:trace>
  <inkml:trace contextRef="#ctx0" brushRef="#br0" timeOffset="24650.23">2921 13968 1692 0,'0'0'344'0,"0"0"-201"0,0 0-41 16,0 0-43-1,0 0 40-15,106-22 5 0,-53 12-22 16,5 6-15 0,1 4-13-16,-4 0-2 0,-8 15 15 15,-5 10 2-15,-11 12 7 16,-16 21-24-1,-17 34-49-15,-61 52-3 16,-2-17-148-16,-17-6-374 0</inkml:trace>
  <inkml:trace contextRef="#ctx0" brushRef="#br0" timeOffset="40420.33">21828 7067 1573 0,'0'0'488'0,"0"0"-238"0,0 0-9 0,0 0-57 16,0 0-20 0,0 0-13-16,-2-29-39 0,10 29-43 15,8 0-21 1,7 10 16-16,5 16-1 0,8 9 6 15,-4 10-16-15,-3 7 8 0,-2 0-16 16,-6-4-4 0,-3-7-10-16,-3-7-4 0,-3-10-6 15,-2-8 5 1,1-8 1-16,2-8 9 0,5-6 15 16,12-32 7-1,18-36-5-15,20-35-5 0,13-13-6 16,5 0-42-16,-2 15 0 15,-5 16 0 1,-11 17 0-16,-13 15 0 16,-14 17 0-16,-3 4 0 15,3 0 0-15,1-4 0 0,4-2 0 16,-7 7 0 0,-7 8 0-16,-8 6 0 0,-6 6 0 15,-6 7 0-15,-6 3 0 16,-3 4 0-16,-3 2 0 15,0 1 0-15,-12 0 0 16,-40 18-86-16,3 7-185 16,-10 6-355-16</inkml:trace>
  <inkml:trace contextRef="#ctx0" brushRef="#br0" timeOffset="47880.13">22275 14709 1420 0,'0'0'372'0,"0"0"-221"0,0 0-12 0,0 0 90 0,0 0-14 16,8-49-58-16,12 49-19 15,5 5-14-15,5 19-13 16,3 7 9-16,-2 6-29 16,-3 1-21-16,-2 0-25 15,-5-4-7-15,-6-3-2 16,2-7-8-16,-3-4-7 16,0-8-6-16,6-10 5 15,6-2 11-15,19-31 14 16,31-37 6-16,31-34 9 15,17-24-7-15,4-7-19 0,-13 14-4 16,-16 19-12 0,-21 26-9-16,-20 21-3 15,-15 19-5-15,-11 12 8 0,-2 2-9 16,-2 2 0 0,-4 2-1-16,-12 10-13 0,-12 6-61 15,-2 0-97-15,-65 43-118 16,5-1-326-16,-18 5-631 0</inkml:trace>
  <inkml:trace contextRef="#ctx0" brushRef="#br0" timeOffset="52999.95">12585 8198 513 0,'0'0'387'0,"0"0"-117"0,0 0-60 0,0 0-77 16,0 0-7-16,0 0 26 16,-1 0-23-16,1 0-60 15,0 0-29-15,3 3 3 0,10 13 25 16,8 4 56-16,1 8-9 15,5 4-32-15,3-4-37 16,1-2 0-16,1-10-5 16,1-11 17-16,-1-5 28 15,1-13 2-15,0-17-9 16,1-4-38-16,-5-6-25 0,-3 2-7 16,-9-1-3-1,0 5-6-15,-9 8-79 0,3 4-121 16,-6 8-341-1,1 4-419-15</inkml:trace>
  <inkml:trace contextRef="#ctx0" brushRef="#br0" timeOffset="53766.48">13522 7586 894 0,'0'0'264'0,"0"0"-65"0,0 0-47 0,0 0-35 16,0 0-5-16,0 0-17 0,0 0-41 15,-11-2-28 1,12 18 18-16,9 4 35 0,6 1 21 15,1 0-24-15,5-4-17 16,2-3 16-16,1-7 7 16,2-7 11-16,3 0-3 0,0-11-16 15,1-12-22 1,1-4-25-16,0-4-12 16,-3-1-9-16,-2-2-5 15,-6 6-1-15,-2 3 0 16,-6 7-56-16,-3 18-138 15,-6 0-370-15,-4 9-601 0</inkml:trace>
  <inkml:trace contextRef="#ctx0" brushRef="#br0" timeOffset="54550.21">15580 7608 1300 0,'0'0'316'0,"0"0"-97"0,0 0-87 0,0 0-72 16,0 0-40-16,0 0-9 15,0 0 39-15,12 66 19 16,1-43-8-16,4-2-8 16,-2-11-7-16,4-5 3 15,3-5 4-15,3-8 38 16,5-17-42-16,4-7-30 15,-1-4-11-15,-2-2-8 16,-5 4-71-16,-6 5-180 0,-9 8-328 16,-8 11-797-16</inkml:trace>
  <inkml:trace contextRef="#ctx0" brushRef="#br0" timeOffset="54932.2">15545 8260 1743 0,'0'0'291'0,"0"0"-141"0,0 0-39 0,0 0 21 0,78-25-37 15,-53 0-52 1,0-7-28-16,15-13-8 16,-5 8-7-16,-1 9-193 0</inkml:trace>
  <inkml:trace contextRef="#ctx0" brushRef="#br0" timeOffset="55429.95">16460 8207 1706 0,'0'0'307'0,"0"0"-83"15,0 0-50 1,0 0-22-16,0 0-60 0,0 0-32 16,0 0-23-1,-18-4-6-15,18 19 13 0,6 4 24 16,3-1-3 0,1-1-19-16,4-4-1 0,2-5-9 15,6-6-5-15,5-2-8 16,5-10-8-16,5-20-5 15,3-5-10-15,17-24-8 0,-9 13-170 16,-11 3-188-16</inkml:trace>
  <inkml:trace contextRef="#ctx0" brushRef="#br0" timeOffset="56102.22">19137 7467 1635 0,'0'0'268'0,"0"0"-157"0,0 0 37 0,0 0 46 16,28 91-25-16,-13-53-82 15,2-3-16-15,-1-5 5 16,4-9-10-16,2-9-14 0,2-10 38 15,6-2-23 1,2-22 24-16,6-10-34 0,-1-8-34 16,2-6-16-1,-7-3-5-15,-5 2-2 0,-5 7-1 16,-16 11-171 0,0 15-167-16,-6 12-690 0</inkml:trace>
  <inkml:trace contextRef="#ctx0" brushRef="#br0" timeOffset="62468.32">11290 17011 353 0,'0'0'92'0,"0"0"-46"0,0 0-5 16,0 0-5-16,0 0-22 15,0 0-1-15,-20-2 13 16,18 2 7-16,1 0-5 16,1-3-4-16,0 3 7 15,0 0-1-15,0-3-10 16,0 1-5-16,0-2 8 16,-2 4 27-16,1-4 8 15,-1 0 35-15,-2 2-17 16,-1-2-16-16,2 2-7 15,-1-2-1-15,-1 4-1 16,1-4-9-16,-1 0 6 16,-1 2-3-16,3-3 3 15,-2 2 0-15,-1 0 9 16,1 1 11-16,-4-1-5 0,5 0-5 16,2 2 14-16,-1 1 0 0,3 0-6 15,0 0-21 1,0 0-17-1,0 1-15-15,8 15 36 0,8 4 19 16,3 9 0 0,8 7-12-16,5 4-9 0,3 4-29 15,2-4 0-15,4 2-11 16,-2-9-6-16,-3-4 1 16,-1-9-1-16,-8-3 0 15,-9-4 0-15,-4-6-1 16,-6-3 0-16,-8 2-6 15,0-2 0-15,-7 3 5 16,-10 1 0-16,-6 6-11 16,-2 3 12-16,-4-2-7 15,-1 5-1-15,0 0-2 16,-10 16-55-16,7-8-36 0,5-3-102 16</inkml:trace>
  <inkml:trace contextRef="#ctx0" brushRef="#br0" timeOffset="64514.16">12095 15394 394 0,'0'0'186'0,"0"0"-34"0,0 0-57 0,0 0 3 16,0 0-30-16,0 0-34 0,0 0-13 15,-1-8-11 1,1 8-4-16,0-2 3 0,0 2-9 16,0 0 1-1,0 0 15-15,0 0 10 0,0 0 6 16,0 0 0 0,0 0 13-16,0 0 3 0,0 0 4 15,0 0-6 1,0 0 1-16,0 0-17 0,0 0-10 15,0 0-4 1,0 0-5-16,0 0 2 0,0 0-2 16,0 0 1-16,0 0-5 15,0 0 3-15,0 0-8 16,0 0-1-16,0 0 1 0,0 0-1 16,0 0 0-16,0 0-1 15,4 0-20-15,4 0-175 16,-1 0-165-16,1 0-552 0</inkml:trace>
  <inkml:trace contextRef="#ctx0" brushRef="#br0" timeOffset="64663.19">12095 15394 410 0</inkml:trace>
  <inkml:trace contextRef="#ctx0" brushRef="#br0" timeOffset="64966.59">12095 15394 410 0,'48'-25'204'0,"-48"24"-50"15,0-2-11-15,0 2 260 16,0-1-296-16,0 2-26 16,0 0-12-16,0 0-4 15,0 0-25-15,0 0-7 16,0 0-8-16,0 0-9 0,0 6 3 15,0 7 16-15,0 4 24 16,0 3 4-16,0 3-5 16,3 2-1-16,1 0 2 15,-2 0-19-15,2-1-11 16,-3-3 7-16,2-2-11 16,0-2-8-16,-2-3-6 15,2-2-4-15,-2 0-5 0,1-4 4 16,-2-1-5-1,2-2-1-15,-1 0 2 0,1-2-1 16,-2-1 0 0,2 2-1-16,0-3 0 0,-1 4-96 15,1-3-151 1,-2 6-101-16,0 0-189 0,0-1 184 0</inkml:trace>
  <inkml:trace contextRef="#ctx0" brushRef="#br0" timeOffset="65134.18">12156 15776 1445 0,'0'0'164'0,"0"0"-119"0,0 0-27 0,0 0-18 15,0 0-5-15,0 0-175 0</inkml:trace>
  <inkml:trace contextRef="#ctx0" brushRef="#br0" timeOffset="66162.16">12294 17036 1138 0,'0'0'0'0,"0"0"-102"0</inkml:trace>
  <inkml:trace contextRef="#ctx0" brushRef="#br0" timeOffset="66329.99">12294 17347 1212 0,'0'0'168'0,"0"0"-17"0,0 0-102 15,0 0-30-15,0 0-19 16,0 0-19-16,0 0-183 0</inkml:trace>
  <inkml:trace contextRef="#ctx0" brushRef="#br0" timeOffset="66512.92">12276 17541 1345 0,'0'0'204'0,"0"0"-96"0,0 0-52 15,0 0 19 1,0 0-42-16,0 0-23 0,0 0-10 15,4 4-210-15</inkml:trace>
  <inkml:trace contextRef="#ctx0" brushRef="#br0" timeOffset="71579.92">9804 5143 930 0,'0'0'276'0,"0"0"-38"0,0 0 5 0,0 0-5 16,0 0-24-16,0 0-13 15,-16-42-32-15,16 36-29 0,0 3-62 16,0 3-44 0,0 0-15-16,14 9-8 0,5 9 4 15,4 8 10-15,3 3 10 16,3 0 21-16,-2-1-21 15,-4-6 2-15,1-9-5 16,-4-3-7-16,-2-10 3 16,8-3 26-16,3-20-12 0,10-13-13 15,13-24-16 1,7-25-7-16,13-23-1 16,-4 8-5-16,-11 20-39 15,-14 26-20-15,-9 22 35 0,1 0-36 16,-3 2 50-1,1 4 0-15,-11 9 9 16,-8 7-5-16,-5 5 5 16,-5 3 1-16,-2 1 0 0,1-2-7 15,-2 3-35-15,-1 0-8 16,-6 28-17-16,-13 7-48 16,-8 8 9-16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02:26.340"/>
    </inkml:context>
    <inkml:brush xml:id="br0">
      <inkml:brushProperty name="width" value="0.05292" units="cm"/>
      <inkml:brushProperty name="height" value="0.05292" units="cm"/>
      <inkml:brushProperty name="color" value="#FF0000"/>
    </inkml:brush>
  </inkml:definitions>
  <inkml:trace contextRef="#ctx0" brushRef="#br0">15504 7189 1089 0,'0'0'615'0,"0"0"-342"0,0 0 14 0,0 0-70 15,0 0-39-15,0 0-6 16,-3 27-50-16,11-1-13 15,3 7 1-15,6 3-11 16,1 3-17-16,1-4-34 16,3-9-11-16,0-6-8 15,3-11 11-15,5-9 11 16,23-7 35-16,30-41 10 16,30-38-15-16,16-17-20 15,-4-8-20-15,-14 15-20 16,-24 25-9-16,-16 19-11 0,-20 15 1 15,-15 14-1 1,-10 3-1-16,4 0-6 0,-6 1-9 16,0 2 15-1,-5 7-1-15,-11 4-6 0,-2 2 1 16,-3 4-15 0,-3 0-14-16,-38 10-143 0,-5 9-164 15,-22 2-828-15</inkml:trace>
  <inkml:trace contextRef="#ctx0" brushRef="#br0" timeOffset="8549.32">1294 5894 1580 0,'0'0'358'0,"0"0"-122"0,0 0-21 0,0 0-67 15,0 0-26-15,0 0-38 0,2 3-23 16,11 14 43-1,7 3-5-15,2 3-5 0,1 3-22 16,-2-3-9 0,-1-6-13-16,1-1-6 0,-4-6-3 15,-4-4-7 1,3-6-4-16,3 0 3 16,5-12 2-16,12-15-2 0,19-26 3 0,16-22-6 31,18-21-9-31,3-8-11 0,-14 19-2 15,-18 21-8-15,-19 20-5 16,-3 5 4-16,4-1 0 0,-2-1 0 16,2-2 0-1,-10 9-5-15,-10 9 6 16,-6 6-1-16,-5 5 0 16,-3 5-5-16,-2 1 5 15,-4 1-1-15,1 7-8 16,-3-2-11-16,0 2 6 0,0 0-14 15,-3 2-14 1,-37 55-29-16,-2 2-61 16,-3 9-512-16</inkml:trace>
  <inkml:trace contextRef="#ctx0" brushRef="#br0" timeOffset="16735.09">5485 7009 1424 0,'0'0'341'0,"0"0"-117"0,0 0-52 16,0 0-21-16,0 0-21 15,0 0-41-15,54-46-34 16,-27 28-24-16,2 0-16 0,4-2-6 16,0 2-7-16,3-2-2 15,-6 3-10-15,-5 1-22 16,-7 3-154 0,-6 3-148-16,-9 3-415 0</inkml:trace>
  <inkml:trace contextRef="#ctx0" brushRef="#br0" timeOffset="16900.09">5473 7110 1446 0,'0'0'296'0,"0"0"-116"16,0 0-34-16,0 0-21 15,82-36-64-15,-38 12-43 16,1-5-18-16,11-13-61 15,-16 8-123-15,-5 2-208 0</inkml:trace>
  <inkml:trace contextRef="#ctx0" brushRef="#br0" timeOffset="17164.68">5623 6605 1891 0,'0'0'293'16,"0"0"-111"-16,0 0-38 16,0 0-74-16,0 0-30 15,0 0-5-15,126 33 44 16,-53-9-18-16,-2 1 8 16,-13 6 23-16,-19 0-2 15,-3 7-35-15,-14 11-14 16,-22 16-20-16,-49 24-11 0,-59 25-10 15,-43-3-25 1,23-28-322-16,7-30-1108 0</inkml:trace>
  <inkml:trace contextRef="#ctx0" brushRef="#br0" timeOffset="36014.76">8731 4470 2065 0,'0'0'356'0,"0"0"-179"0,0 0-84 0,0 0-40 15,0 0-16-15,0 0-16 16,27 5 9-16,-7 8 58 15,1-3-19-15,-1 2-17 16,6-2 2-16,-5-3 6 16,3-6-12-16,-1-1-5 0,3 0-5 15,5-18-1 1,5-14-1-16,9-12-17 0,9-19-7 16,10-20 2-1,-7 4-9-15,-5 5-5 0,-6 0-1 16,-13 19-23-16,0-7 1 15,3-5-1-15,-10 18-14 16,3 0 15-16,-5 8-7 16,-5 11 2-16,-7 9-8 15,-1 5 16-15,-5 8 4 0,-2 4-4 16,-3 1 1 0,-1 3-1-16,0 0-4 0,-1 0-11 15,-17 19-46-15,-33 44-24 16,2-3-460-16,-3 4-717 0</inkml:trace>
  <inkml:trace contextRef="#ctx0" brushRef="#br0" timeOffset="43534.82">9537 9010 687 0,'0'0'926'0,"0"0"-603"0,0 0-21 15,0 0-16-15,0 0-24 16,0 0-33-16,-14-30-71 16,14 30-47-16,0 13-26 15,10 12-1-15,11 7 14 16,4 8-14-16,5-2-26 0,2-1-25 16,2-13-6-1,-1-10-1-15,9-14 11 0,15-20 17 16,19-50 18-16,16-49-12 15,5-26-16-15,-12-5-17 16,-18 12-21-16,-16 31-5 16,-14 25-1-16,-10 23-4 15,-8 23-22-15,-7 14 1 16,-1 2 5-16,-2 3 10 16,-3 2-7-16,-3 9 8 15,-3 2-13-15,0 4-5 16,0 0-29-16,-5 10-118 15,-35 50-82-15,-2-1-391 0,-7 8-580 0</inkml:trace>
  <inkml:trace contextRef="#ctx0" brushRef="#br0" timeOffset="48564.65">11503 7179 712 0,'0'0'317'0,"0"0"-110"0,0 0-56 16,0 0 0-16,0 0 23 15,0 0-11-15,0 0 10 16,1 0-26-16,-1 0-20 0,0 0 23 15,0 0-20 1,0 0-13-16,0-1-11 16,3-15 27-16,3-7-21 15,-2-12-50-15,1-6-4 16,0-9-14-16,0-16-13 16,3-15-4-16,-5 4-16 15,0 6 10-15,2 5-14 16,-5 16 15-16,0-7 2 15,0-5-10-15,0 6-4 16,0 10 2-16,0 3-10 0,0 9-1 16,-5 0-1-16,0 2 0 15,-1 1-9-15,2 2-4 16,0 4 1-16,1 3-17 16,0 5 7-16,0 5 1 15,1 2 12-15,0 1-1 16,1 3 2-16,-2 1-1 15,0-1 0-15,2 1-3 16,-1-1 3-16,1 0-1 0,0 2 2 16,-2-2 7-1,3 2 1-15,-2 2-6 0,0 0 0 16,1-2 5 0,-1 4-1-16,1 0-5 0,-1 0-2 15,-5 0-9-15,-1 6-33 0,-5 7 31 16,-8 8 20-1,0 5 1-15,-1 5-1 16,4-3 6-16,-1-2 0 16,8-7-5-16,2-3 0 15,1-5 0-15,6-5 0 16,1-4 8-16,1-2-7 0,0 0 4 16,0 0 1-16,0-10-7 15,1-12-10-15,7-6-10 16,3-6 8-16,3 0-1 15,5 2 1-15,-4 5 10 16,4 7 2 0,-4 4-1-16,2 6 0 15,1 5-8-15,-2 4 1 0,1 1 7 16,1 0-17-16,-1 6 3 16,3 9 14-16,-3 5-1 15,1 3 2-15,0 6 1 16,-4-1 11-16,-2 1-12 15,-5 1-21-15,-1-3-6 16,-3-3-167-16,-2-4-168 16,1-6-249-16,-2-8-512 0</inkml:trace>
  <inkml:trace contextRef="#ctx0" brushRef="#br0" timeOffset="48764.8">11702 6121 1570 0,'0'0'394'0,"0"0"-196"0,0 0-75 0,0 0 0 0,0 0-70 0,0 0-53 15,0 0-23-15,-52 77-229 16,11-43-1044-16</inkml:trace>
  <inkml:trace contextRef="#ctx0" brushRef="#br0" timeOffset="58367.45">13260 7302 1535 0,'0'0'327'0,"0"0"-115"0,0 0-56 0,0 0-26 16,0 0-26-16,0 0-29 15,0 0-28-15,11 17 7 16,5 4 67-16,3 4-24 0,4-5-29 16,-2-2-9-1,0-6 15-15,-2-7 3 0,3-5 4 16,4-19 9 0,11-31 25-16,12-33-21 15,11-25-44-15,2-7-22 16,-14 21-10-16,-15 31-7 15,-12 27-2-15,-4 8-8 0,-1-2 7 16,0 0-2-16,1-2-6 16,-6 5 0-16,-1 10-7 15,-4 5 6-15,-2 4-1 16,-4 6-5-16,0 0-4 16,0 2-5-16,-8 20-31 0,-8 8-164 15,-8 9-491-15</inkml:trace>
  <inkml:trace contextRef="#ctx0" brushRef="#br0" timeOffset="63334.94">15446 8372 723 0,'0'0'149'0,"0"0"-12"16,0 0-1-16,0 0 29 16,0 0 5-16,0 0-14 15,14-10 3-15,-10 11 2 16,5 19 21-16,3 4 26 16,1 7-28-16,1 2-43 0,2-3-5 15,1-1-29 1,3-9-40-16,-1-5 9 15,5-9 16-15,5-6 28 16,9-10 6-16,5-23-18 0,21-24-34 16,17-31-5-1,15-22-10-15,-4 5-10 0,-17 19-15 16,-25 28-18 0,-15 22-6-16,2-3-6 15,2-1-6-15,-2 2-3 0,-9 8-9 16,-5 9 3-1,-7 4 9-15,-6 5 4 0,-4 4-7 16,-2 3 0-16,-1 5-4 16,-3 0-7-16,0 0-1 15,-12 3-72-15,-42 41-157 16,4-2-276-16,-6 3-247 0</inkml:trace>
  <inkml:trace contextRef="#ctx0" brushRef="#br0" timeOffset="70974.88">19373 5821 1630 0,'0'0'269'0,"0"0"-172"15,0 0-51-15,0 0 14 0,0 0 36 16,0 0-22-1,0 0-27-15,4-11-27 16,7 30-8-16,2 5 111 16,5 2-45-16,3 0-22 0,3-4-4 15,7-10 18 1,4-10 18-16,11-2 57 0,23-34-9 16,23-28-30-16,22-37-4 15,4-13-53-15,-8-5-32 16,-17 6-9-16,-17 18-8 15,-16 20 0-15,-14 17-17 16,-16 18-2-16,-9 10-14 16,-4 2 3-16,-1 4-4 15,-5 4 11-15,-8 8-1 16,-3 10-9-16,0 0-15 16,-55 47-35-16,2-1-371 15,-17 10-634-15</inkml:trace>
  <inkml:trace contextRef="#ctx0" brushRef="#br0" timeOffset="74474.78">24213 13170 1232 0,'0'0'201'0,"0"0"-98"0,0 0-43 0,0 0 43 16,101-72-2-16,-62 69-35 15,1 3-21 1,1 3-11-16,-4 17-5 0,-6 12 16 16,-4 23 3-16,-12 33 19 15,-15 32 34-15,-18 21-8 16,-24 2 14-16,-11-11-21 16,2-18-30-16,2-10 2 15,10-10-3-15,10-4-20 16,14-16-1-16,11-18-19 15,4-13 0-15,4-7-9 16,16 3 1-16,8-1-6 16,8-1-1-16,9-13-1 15,3-14-6-15,2-10-41 16,-1-4-4-16,-7-18 9 0,-9-3 6 16,-13 0 28-16,-5 3 8 15,-10 8 1 1,-3 4 15-16,-2 6 26 0,0 4 9 15,0 4-21-15,-10 19-10 16,-7 30 26-16,-2 45 31 16,-1 46 38-16,5 24 8 15,11 11-21-15,4-5-35 16,1-13 11-16,14 3-24 16,2-1 1-16,0-1-24 0,-4-6-17 15,-1-11-7-15,-9-7 3 16,-3-8 11-16,-5-13-13 15,-18-11 16-15,-11-6-8 16,-11-10-9 0,-10-4 1-16,-5-4-6 15,3-14 14-15,6-13-1 0,12-16-2 16,1-6 4-16,-3 4 8 16,-7 0-7-16,-3-7-8 15,6-5-8-15,1-9 11 16,3-12-6-16,1-4-5 0,1-6 0 15,-3-14 0 1,4-9-1-16,-3 1-1 0,6-3-11 16,2 1-28-1,3 2-4-15,6-4-20 0,1-2-79 16,1-22-138 0,5 6-288-16,1 4-338 0</inkml:trace>
  <inkml:trace contextRef="#ctx0" brushRef="#br0" timeOffset="74644.63">23829 16874 2448 0,'0'0'475'0,"0"0"-439"0,0 0-35 15,-84-12-1-15,69 7-24 16,4-9-115-16,1-1-26 15,-1-1-479-15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03:55.365"/>
    </inkml:context>
    <inkml:brush xml:id="br0">
      <inkml:brushProperty name="width" value="0.05292" units="cm"/>
      <inkml:brushProperty name="height" value="0.05292" units="cm"/>
      <inkml:brushProperty name="color" value="#FF0000"/>
    </inkml:brush>
  </inkml:definitions>
  <inkml:trace contextRef="#ctx0" brushRef="#br0">1168 7252 1089 0,'0'0'189'0,"0"0"-29"16,0 0 7-16,0 0 96 15,0 0-27-15,0 0-1 16,-33-54-19-16,31 45-20 16,2 6-47-16,-2 3-79 0,2 0-29 15,0 3-35 1,12 18 1-16,9 11-6 0,7 8 33 15,5 4 35-15,0-3 3 16,-5-5-2-16,-5-7 2 16,-1-8-18-16,-5-7-12 15,2-11-8-15,1-3 5 16,8-10-3-16,12-21 18 16,18-27-9-16,18-25-15 15,9-19-21-15,2-6 9 16,-22 19-12-16,-10 25-6 0,-18 18 0 15,0 6-12-15,8-10-4 16,5-4-8-16,7-7 3 16,-7 5 3-16,-2 5 1 15,-12 9-1-15,-9 8 17 16,-5 9-5-16,-6 6-6 16,-7 8 0-16,-3 4 1 15,-4 5-1-15,-2 2 0 16,0 0-9-16,-5 7-22 15,-56 57-35-15,0-2-159 16,-8 6-584-16</inkml:trace>
  <inkml:trace contextRef="#ctx0" brushRef="#br0" timeOffset="24571.98">7108 7072 996 0,'0'0'138'0,"0"0"-95"0,0 0 6 0,0 0 47 0,0 0 42 15,0 0 14 1,0 0 40-16,-30-12-27 16,30 12-14-16,0-2 7 15,0 2-14-15,0 0-48 0,0 0-44 16,0 7-28-16,5 14-12 16,11 12 66-16,4 7 8 15,2 1-16-15,2 1-7 16,1-11-12-16,2-8 21 15,3-11-26-15,3-12 74 16,10-12 4-16,18-37 5 16,12-28-29-16,16-28-16 15,8-15-24-15,-10-2-28 0,-13 9-11 16,-19 30-8 0,-8 17-11-16,-12 23-2 0,-8 10 0 15,3 2-1 1,-3 1 1-16,0 5-11 0,-14 10 5 15,-3 6-1-15,-7 7-1 16,-2 2-8-16,-1 0-26 16,0 1-33-16,-36 36-122 15,4 1-352-15,-4 6-396 0</inkml:trace>
  <inkml:trace contextRef="#ctx0" brushRef="#br0" timeOffset="37090.39">13505 6495 1168 0,'0'0'267'0,"0"0"-90"0,0 0 28 0,0 0-40 16,0 0-5-16,0 0-18 15,-20-48-4-15,19 47-46 16,1 1-39-16,0 1-29 16,0 19-7-16,11 11 8 15,6 11 49-15,2 6 5 16,2-1-2-16,1-5-19 15,-2-9-10-15,-3-13 7 16,6-8 6-16,4-10 13 16,3-2 19-16,26-32 23 15,27-34-30-15,36-35-20 16,28-23-17-16,5-12-10 16,-8 7-7-16,-20 19-13 0,-15 15-8 15,-24 22-4-15,-26 21 1 16,-21 22-1-16,-11 9 11 15,-4 2-11-15,-2 1-7 16,-4 5 0-16,-10 4 0 16,-3 6 7-16,-2 0-7 15,-2 3-12-15,-2 0-19 16,-21 8-49-16,-26 20-88 0,-38 38-158 16,8-6-310-16,1 2-570 0</inkml:trace>
  <inkml:trace contextRef="#ctx0" brushRef="#br0" timeOffset="59340.35">18380 6206 531 0,'0'0'264'0,"0"0"-70"0,0 0-29 0,0 0-26 0,0 0-6 15,0 0-15-15,0-10-3 16,0 10 16 0,0 0-27-16,0 0-13 0,0 1-13 15,0 14-25-15,6 5 34 16,4 5 53-16,4 6-35 16,3-2-8-16,-1 0-40 0,0-4 10 15,4-7 4 1,1-8-4-16,6-5-2 0,6-5 35 15,7-8 43 1,8-18-21-16,9-16-19 0,2-7-28 16,1-12-23-1,-1-5-11-15,0-1-7 16,-1-1-8-16,0 3 1 16,-4 7-15-16,-1 4 13 15,-5 9-5-15,-3 3-5 16,-8 7-5-16,-4 3-9 15,-6 6-1-15,-3 2 0 16,-7 6 0-16,-5 4 1 0,-4 6 0 16,-1 1-1-16,-4 5 0 15,-3 2-8-15,0 0-25 16,-7 0-70-16,-16 16-170 16,-36 27-71-16,3-3-291 15,-4 0-923-15</inkml:trace>
  <inkml:trace contextRef="#ctx0" brushRef="#br0" timeOffset="92673.76">23236 6127 572 0,'0'0'147'0,"0"0"110"0,0 0-37 16,0 0-11-16,0 0-34 0,-25-76 22 15,23 66-30 1,1 3 22-16,1 0-38 0,-3 7-43 16,3 0-65-1,0 16-16-15,0 12-15 0,7 11 20 16,6 7 38 0,5 1-12-16,3-6 9 15,0-10-5-15,6-9-19 16,0-8-4-16,6-11 25 0,11-3 17 15,18-26 26 1,25-32-27-16,20-29-44 16,-1-11-14-16,-14-4-22 15,-19 12 0-15,-25 22-15 0,-11 13-11 16,-7 16-56-16,-5 4 52 16,2 0-58-16,0 1 23 15,-2 2 18-15,-6 9 8 16,-7 8 19-16,-5 7 7 15,-3 2-2-15,-1 5 0 16,-3 1-9-16,0 0-10 0,0 0-12 16,-36 27-35-1,-1 1-259-15,-13 1-1065 0</inkml:trace>
  <inkml:trace contextRef="#ctx0" brushRef="#br0" timeOffset="113107.53">22323 8428 1423 0,'0'0'243'0,"0"0"-161"0,0 0 62 0,0 0 25 16,0 0-46 0,0 0-28-16,-8 0-12 0,23 0-39 15,5-7-27 1,11-3-7-16,7-2-4 16,6-2-6-16,0 1-113 0,2 3-64 15,2 3-61-15,-13 3-89 16,-12 2-293-16</inkml:trace>
  <inkml:trace contextRef="#ctx0" brushRef="#br0" timeOffset="113289.95">22291 8570 1251 0,'0'0'187'0,"0"0"-95"0,0 0-50 15,0 0 53-15,0 0 106 16,0 0-70-16,0 0-51 15,118-29-44 1,-57 12-25-16,31-7-11 16,-13 3-116-16,-13 6-454 0</inkml:trace>
  <inkml:trace contextRef="#ctx0" brushRef="#br0" timeOffset="117755.18">11884 4779 1107 0,'0'0'364'0,"0"0"-30"0,0 0-34 0,0 0-18 15,0 0-56-15,0 0-31 16,1 0-68-16,20 0-50 0,15 0-31 16,10 5-4-1,11 2 1-15,6-4-7 0,2 1-16 16,4-4-13 0,-2 0 1-16,-3 0-7 0,-6-4 8 15,-11-4-9-15,-8-2-25 0,-12-2-165 16,-14-14-78-1,-5 2-297-15,-8-1-417 0</inkml:trace>
  <inkml:trace contextRef="#ctx0" brushRef="#br0" timeOffset="118089.94">12333 4513 1600 0,'0'0'386'0,"0"0"-153"16,0 0-108-16,0 0 51 16,0 0 7-16,0 0-95 0,103 94-43 15,-63-69 12-15,5-2 15 16,-1 0-14 0,-3-2-15-16,-5-3-7 0,-5-3 0 15,-6-1-4-15,-7-1-11 16,-6-1-2-16,-7-2 2 15,-4 0-3-15,-1-1-3 0,0 2 5 16,-9 6 1 0,-8 1 4-16,-12 4-4 15,-7 4-3-15,-7 5-9 16,-9 5-3-16,-7 3-6 0,-36 25-1 16,13-7-308-1,2-10-805-15</inkml:trace>
  <inkml:trace contextRef="#ctx0" brushRef="#br0" timeOffset="131589.76">737 9839 7 0,'0'0'590'0,"0"0"-399"0,0 0-31 16,0 0-23-16,0 0 2 15,0 0-11-15,-2 0-19 16,2 0-16-16,0 0-26 16,0 0 25-16,0 0 13 15,0 0-9-15,0 0-18 0,0 0-20 16,0 0-8-16,0-1-11 15,0-2-13-15,8-6-11 16,4 1-2-16,6-4-2 16,4-2-11-16,2-2 7 15,1 1-6-15,2-1 0 16,0 4-2-16,-2 0 1 16,1-1-15-16,-4 2-151 15,-7 7-200-15</inkml:trace>
  <inkml:trace contextRef="#ctx0" brushRef="#br0" timeOffset="131851.85">747 9989 1415 0,'0'0'257'15,"0"0"-42"-15,0 0-23 0,0 0-52 16,0 0-26 0,0 0 18-16,0 0-40 0,72-51-37 15,-44 28-33 1,2 1-5-16,0 1-12 16,-3 1-5-16,2 3-1 15,9 0-77-15,-4 6-198 16,-7 0-503-16</inkml:trace>
  <inkml:trace contextRef="#ctx0" brushRef="#br0" timeOffset="139949.93">855 11937 1796 0,'0'0'293'0,"0"0"-138"0,0 0-51 16,0 0-11-16,0 0-45 16,97-72-26-16,-61 48-9 15,4 3-7-15,0-1-6 16,-5 6 0-16,-3 8-56 16,-9 5-174-16,-13 3-303 0</inkml:trace>
  <inkml:trace contextRef="#ctx0" brushRef="#br0" timeOffset="140141.95">868 12146 2053 0,'0'0'317'15,"0"0"-196"-15,85-55-74 0,-35 18-31 16,5-6-16-1,22-22-50-15,-17 12-178 0,-12 7-423 0</inkml:trace>
  <inkml:trace contextRef="#ctx0" brushRef="#br0" timeOffset="140419.79">1070 11600 1615 0,'0'0'241'0,"0"0"34"0,0 0-188 16,0 0-39 0,0 0-22-16,0 0-18 0,0 0 5 15,30-2-1 1,10 9 6-16,8 5 22 0,-8 0 40 16,-1 2-16-16,-7 5-18 0,-2 3-13 15,-11 2-4 1,-6 6-6-16,-13 6-7 0,0 10 15 15,-21 5-5 1,-17 8-11-16,-3 4-15 0,-22 12-27 16,12-18-286-1,4-16-559-15</inkml:trace>
  <inkml:trace contextRef="#ctx0" brushRef="#br0" timeOffset="144955.5">4168 10658 1709 0,'0'0'259'0,"0"0"-126"0,0 0-43 16,-48-87-1-16,33 52-40 15,3-5-9-15,2-2 13 16,2-2 2-16,8-4-15 16,0 3-14-16,9-1 12 15,14 0-1-15,7-3-17 16,15 2-8-16,14-8 0 16,22-5-2-16,19-4-8 15,6 2 8-15,-8 12 9 16,-10 12-2-16,-10 11-7 15,0 9 1-15,-14 4-4 0,-10 4 1 16,-11 2-1 0,8 0-5-16,19-3-1 15,23 0 5-15,8-1-6 16,-13 4 2-16,-22 6-2 16,-23 2 1-16,-3 0 1 15,4 0-1-15,7 2-1 16,5 6 7-16,-1 4-6 0,-3 3-1 15,0 0 1 1,2 5 4-16,5-2-3 0,-2 3-1 16,2 1-1-16,1 2 10 15,-3 3-1-15,-3 2-8 16,-1-1 11-16,-1 7-3 16,-6 4 19-16,-3-1-4 0,-1 3 30 15,-6 1-20 1,-2 4 16-16,-4-1-7 0,-3 1-3 15,-3 0 11-15,-3 2 2 16,-4 0-10 0,-2 2-17-16,0-7-5 0,0 3 11 15,0-2 3-15,-3-6-1 16,3-6-19-16,-5-3-3 16,2-7-3-16,-3-5-1 15,-3-2-7-15,2-7 5 16,-5 2-4-16,3-4 7 15,-5-5-9-15,1 0 0 16,-2-1 1-16,0 0-1 0,1 0 1 16,-1 0 5-1,0 0-6-15,0 0-44 0,0 0-55 16,-3 0-101 0,-22-11-137-16,0-1-316 0,-2-5-590 0</inkml:trace>
  <inkml:trace contextRef="#ctx0" brushRef="#br0" timeOffset="145240.04">6453 10653 1935 0,'0'0'278'0,"0"0"-185"0,0 0 67 15,98 16 50 1,-57-10-64-16,8-3 5 0,-3 1-36 16,0-4-37-16,-4 5-36 15,-4-5-15-15,-9 0-26 16,1 0 12-16,-7 0-13 16,-4 0 0-16,-3 0 0 15,-2-2-12-15,-4-16-121 16,-4-1-106-16,0-1-284 0</inkml:trace>
  <inkml:trace contextRef="#ctx0" brushRef="#br0" timeOffset="145473.97">6987 10233 2102 0,'0'0'261'0,"0"0"28"0,-2 84 0 16,-12-23-69-1,-2 1-68-15,-7 5-66 0,2-1-41 16,-1-12-24 0,-5 4-21-16,-15 7-5 15,9-15-253-15,-1-11-854 0</inkml:trace>
  <inkml:trace contextRef="#ctx0" brushRef="#br0" timeOffset="151721.96">9715 10559 1360 0,'0'0'245'0,"0"0"-77"0,0 0-159 0,0 0-9 15,0 0 109-15,0 0-16 16,75-8-17-16,-36 8-23 16,4 0 7-16,8 0 21 15,4 0-23-15,14 0-5 16,15 0 4-16,20-3 17 15,9-9-16-15,-1-7 0 16,-6-6-9-16,-8-5-4 16,4-4-14-16,0-4-8 15,0-2-3-15,-4 0 1 16,-7 0 15-16,-7 1-13 16,-4-1-2-16,-2 0-4 0,-13 6 0 15,-13 4 14-15,-11 8-8 16,-2-1-8-16,4-5 1 15,7-6-7-15,4-2 2 16,0 0 1-16,-3 0-2 16,-3-1 0-16,0-2-1 15,2 0 6-15,-4 0-7 16,-2 0 2-16,0 1-2 16,-4-6-7-16,-3 5 5 0,-4 1-4 15,-1 0 5-15,-4-1-6 16,-3 1 5-16,-2 1-4 15,-1 2 5-15,-3-1 2 16,2 3 3-16,-1 0 0 16,-3-3 0-16,4 3 8 15,-1-1-14-15,-2 2 7 16,2-2-12-16,1 0 10 16,-5 2-1-16,1 0-10 15,-1 2 1-15,0 2 1 16,-2 0 5-16,-3 4 2 15,2 1 5-15,-3-1 1 16,-1-1-2-16,1 2 2 0,-1-1-7 16,-2 0 3-1,3 0-5-15,-3 1-5 0,0-1 8 16,2 4-1 0,-3-6-7-16,4 4 6 0,-2 3-6 15,0-4 7-15,2 1-7 16,-1 2-1-16,-1 0 6 15,1 1 0-15,1 1-5 16,-5 1 0-16,6 0 5 16,-5 3-5-16,2 2 0 0,-2 2-1 15,-2 0 2 1,-1 2 4-16,1 2-6 0,-1 1 0 16,-2 2 0-16,-1-1 1 15,1 4 0-15,-1 0 0 16,0 0 0-16,0 0-1 15,0 0 0-15,0 0 1 16,0 0-1 0,0 0 1-16,0 0 0 0,0 0-1 15,0 0 0 1,-1 0 0-16,-7 12-2 0,-7 3 1 16,-4 5 0-16,-6 7 1 15,-5-4 2-15,3 4-1 0,5-8-1 16,1-1 1-1,7-5-1-15,2-4 1 16,8-4 0-16,1-4-1 16,3-1 0-16,0 0 1 15,0-3-1-15,1-12-2 16,10-7-4-16,4-1 0 16,-1-3 0-16,6 2 5 0,1 2 1 15,-2 4-1-15,2 2 0 16,-1 4 1-16,-1 8-1 15,-1 4 0-15,-1 0-8 16,0 3 7-16,-2 14 1 16,3 2-5-16,-4 3 5 15,-1 2-1-15,-4 0-7 0,-2 2 2 16,-2-1-54 0,-2 0-125-16,-3 4-88 0,-4-4-249 15,-7-10-497-15</inkml:trace>
  <inkml:trace contextRef="#ctx0" brushRef="#br0" timeOffset="151919.9">13006 8456 2092 0,'0'0'388'0,"0"0"-217"0,0 0-61 0,0 0-22 0,0 0 69 15,0 0-67 1,0 0-59-16,0 3-31 0,0 2-7 16,-1-1-270-1,-12 2-573-15</inkml:trace>
  <inkml:trace contextRef="#ctx0" brushRef="#br0" timeOffset="152852.19">9703 10407 526 0,'0'0'306'0,"0"0"15"0,0 0-45 16,0 0 29-16,0 0-35 16,0 0-57-16,0 0-10 15,0 0-41-15,0 3-40 0,0 7-21 16,0 10-36-16,0 9 3 15,0 12 30 1,0 5-6-16,12 3-8 16,1-1-39-16,3-4-13 0,-1-1-14 15,3-7-9-15,-5-3-8 16,1-5 5-16,-6-8 1 16,1-5-7-16,-6-3-14 15,-3-12-132-15,-6-5-62 16,-8-13-105-16,-6-9-367 0</inkml:trace>
  <inkml:trace contextRef="#ctx0" brushRef="#br0" timeOffset="153090.42">9611 10434 1565 0,'0'0'493'15,"0"0"-300"-15,0 0-61 0,0 0 45 16,0 0-24-1,81-40-30-15,-48 30 2 0,4 3-54 16,3-3-51 0,3 0 81-16,3-1-49 15,-2 0-34-15,-8 2-18 16,1 7-140-16,-12 2-362 16,-10 0-1563-16</inkml:trace>
  <inkml:trace contextRef="#ctx0" brushRef="#br0" timeOffset="166739.68">17832 5927 1213 0,'0'0'315'0,"0"0"-86"0,0 0 14 0,0 0-18 15,0 0-16-15,0 0-40 0,-17-22-57 16,15 22-44-16,2 0-36 16,0 10-16-1,0 14-16-15,0 11 1 0,5 8 5 16,2 8-6 0,3 2 0-16,-2-6-1 0,1-2-8 15,-2-8-121-15,-6-8-95 16,-1-2-50-16,0-9-202 15,-12-8-79-15</inkml:trace>
  <inkml:trace contextRef="#ctx0" brushRef="#br0" timeOffset="166955.73">17743 6180 1293 0,'0'0'341'0,"0"0"-79"15,0 0-113-15,0 0-52 16,0 0-8-16,0 0 1 15,0 0 32-15,25 55-51 16,-2-30-47-16,1-3-12 16,1 0-6-16,2 0-6 15,0-2-10-15,1-6-26 16,7-11-210-16,-6-3-346 16,-5 0-445-16</inkml:trace>
  <inkml:trace contextRef="#ctx0" brushRef="#br0" timeOffset="167101.98">18017 6134 1263 0,'0'0'372'16,"0"0"-263"-16,-51 93 68 0,26-41-30 16,1 6-69-16,-6 26-52 15,7-12-26-15,2-12-368 16</inkml:trace>
  <inkml:trace contextRef="#ctx0" brushRef="#br0" timeOffset="171774.68">11504 11384 1535 0,'0'0'390'0,"0"0"-102"0,0 0-87 0,0 0-45 0,0 0-62 0,0 0-62 15,39-25-17-15,-13 10-13 16,3 2-2-16,1 0-18 15,-5 3-127-15,1 3-81 16,-10 4-275-16,-8 3-234 0</inkml:trace>
  <inkml:trace contextRef="#ctx0" brushRef="#br0" timeOffset="171939.68">11437 11573 1300 0,'0'0'220'0,"0"0"-137"16,0 0-7-16,109-23-35 15,-60-2-35-15,11-15-6 16,-13 8-284-16,-9 0-590 16</inkml:trace>
  <inkml:trace contextRef="#ctx0" brushRef="#br0" timeOffset="172173.58">11631 11196 1488 0,'0'0'323'0,"0"0"-80"16,0 0-156-16,0 0-48 0,0 0 48 15,82 48 10 1,-50-18-30-16,-4 6 1 15,-9 5-33-15,-12 4-22 16,-7 9-12-16,-24 11-1 0,-44 29-10 16,2-12-247-1,-4-9-485-15</inkml:trace>
  <inkml:trace contextRef="#ctx0" brushRef="#br0" timeOffset="174490.13">12032 13080 1781 0,'0'0'277'0,"0"0"-142"0,0 0 0 0,0 0 56 0,0 0-5 16,0 0-81-16,0 0-57 0,74-77-30 15,-35 47-7-15,6 1-3 16,-3 1-8-16,-1 1 0 16,-5 3-1-16,-2 0-62 15,-8-6-98-15,-7 6-150 16,-9 3-444-16</inkml:trace>
  <inkml:trace contextRef="#ctx0" brushRef="#br0" timeOffset="174739.8">12088 12735 1795 0,'0'0'359'15,"0"0"-137"1,0 0-48-16,0 0-63 15,0 0-29-15,0 0-19 16,87-12 7-16,-35 9-6 0,6-2-20 16,2 5-7-1,-7 0-9-15,-5 0-8 16,-11 17-8-16,-14 3-12 16,-12 12-5-16,-11 11-16 15,-38 21 2-15,-50 32-135 16,3-11-196-16,-6-5-752 0</inkml:trace>
  <inkml:trace contextRef="#ctx0" brushRef="#br0" timeOffset="179277.09">18179 12961 219 0,'0'0'1478'0,"0"0"-1118"0,0 0-188 0,0 0-37 0,0 0 49 15,0 0-62-15,-8-8-68 16,8 49-26-16,0 9 17 16,0 11 16-16,0 6-22 0,0-10-27 15,0 5-3 1,0-7-8-16,0-7-1 0,2-7-28 15,2-8-102-15,-1-17-123 16,2-6-114-16,2-10-330 0</inkml:trace>
  <inkml:trace contextRef="#ctx0" brushRef="#br0" timeOffset="179570.1">18049 12790 1590 0,'0'0'267'16,"0"0"-138"-16,0 0-25 16,-82 29 38-1,58-11-39-15,0-1-43 0,2 0-29 16,3-5-2-16,8-4-12 16,3-3 7-16,5-5 41 15,3-5-1-15,4-15-22 16,13-14-29-16,10-3-7 15,9-2 3-15,5 8-8 0,6 13 0 16,6 14 0 0,4 8-1-16,5 29-8 0,14 33-43 15,-12-5-219 1,-13-4-462-16</inkml:trace>
  <inkml:trace contextRef="#ctx0" brushRef="#br0" timeOffset="192122">18173 12931 1054 0,'0'0'255'0,"0"0"-103"0,0 0-37 16,0 0 56-1,0 0-21-15,0 0-41 0,6-40-20 16,-6 36-3 0,0-1-16-16,0-1-24 0,0 2-3 15,0-1-10-15,0 3 1 16,0 2 6-16,0 0-27 15,0 11-4-15,0 17-8 16,0 16 38-16,0 11 31 16,0 7-2-16,-2 3-14 15,1-3-29-15,1-3 14 16,-2-5-15-16,2-5-12 16,0-7-11-16,-1-9-1 0,-2-6-15 15,0-10 1 1,-8-8-118-16,4-9-123 15,-2 0-117-15</inkml:trace>
  <inkml:trace contextRef="#ctx0" brushRef="#br0" timeOffset="192455.77">18086 12768 2127 0,'0'0'290'15,"0"0"-175"-15,0 0-68 16,-74 25-26-16,60-22-9 16,2-3 0-16,10 0-2 0,2-13-10 15,0-9 42 1,9-7-42-16,10-5 16 0,6 4-14 15,5 4-2 1,3 9-2-16,5 17-14 0,4 0-6 16,3 27 20-1,1 13-2-15,0 6 4 0,-4 6 16 16,-1 0-16 0,16 13-32-16,-8-15-491 15,-8-9-946-15</inkml:trace>
  <inkml:trace contextRef="#ctx0" brushRef="#br0" timeOffset="192619.86">18839 12949 2129 0,'0'0'229'0,"0"0"-160"15,0 0-43-15,0 0 3 16,0 0-29-16,0 0-70 15,0 0-561-15</inkml:trace>
  <inkml:trace contextRef="#ctx0" brushRef="#br0" timeOffset="198956.5">23045 12732 1332 0,'0'0'357'0,"0"0"-63"0,0 0-64 0,0 0-62 15,0 0-91-15,0 0-48 16,-30 150-6-16,17-45 68 0,4-12 28 15,4-19-22 1,5-30-25-16,0-6-45 16,0 4-17-16,3 5-10 15,8 1-8-15,5-10-80 0,8-18-182 16,-5-12-99 0,3-8-436-16</inkml:trace>
  <inkml:trace contextRef="#ctx0" brushRef="#br0" timeOffset="199221.95">23043 12817 1213 0,'0'0'247'16,"0"0"-92"-16,-74 47 54 16,41-28 12-16,1 4-85 0,4-5-55 15,6-3-9 1,4-6-18-16,9-6-5 15,4-3 44-15,5 0-20 16,0-12-40-16,9-10-18 16,9-4-9-16,4 2-6 15,7 4-12-15,7 10 0 16,2 7 0-16,6 3 5 16,2 21 1-16,8 7 6 15,29 32-30-15,-12-10-215 0,-9-4-399 0</inkml:trace>
  <inkml:trace contextRef="#ctx0" brushRef="#br0" timeOffset="204701.79">2463 13282 193 0,'0'0'1227'0,"0"0"-1182"0,0 0 100 0,-26 105-87 16,26-64-4-16,0 3 6 15,8-4-15-15,10-2-2 16,-2-6-2-16,4-9-12 0,-2-4-1 15,4-8-1-15,2-9 12 0,7-2 8 16,6-12 29 0,20-25-8-16,28-17-28 15,24-12-6-15,20 1 5 16,7 15 7-16,-2 20-5 0,-9 18-7 16,3 12-16-16,-6 3-7 15,2 19-4-15,-9 11-4 16,-3 5 4-1,-3 3-1-15,-2 4-6 16,-5 1 0-16,-19-5-1 0,-20-6-5 16,-22-6 4-16,-11-3-8 15,1 4-2-15,-1-1 5 16,-4-3-1 0,-9-8 7-16,-8-9-6 0,-6-8 7 15,-2-1 26-15,-1-8 9 16,2-13-3-16,4-7-19 15,3-7-7 1,12 1-5-16,7-3 0 0,23-3 1 16,27-2-1-16,35 0 0 0,24 4 1 15,13 8 5 1,2 10-7-16,-3 9 0 16,3 3-1-16,7 8 0 15,5 0 1-15,7 0 0 16,4 7 0-16,5 4 11 0,-4 1-11 15,6-2-2-15,-4-1 2 16,7-6 0-16,3-3 2 16,-1 0 5-16,0-8-7 15,4-7-1-15,-3 1-1 16,-3 1 2-16,1 3 0 16,-5 3 2-16,-6 4-2 15,-2 3-5-15,-6 0 5 0,-3 8 1 16,-2 6 5-1,-4 1-5-15,-4 0-1 0,3 1 0 16,-2-2-4 0,1-1 4-16,3 1 1 0,-1-1 1 15,-1-1-1 1,1 0 0-16,2-3-1 0,0 1-6 16,6-2 6-16,5-4 5 15,9 0-5-15,2-2 7 16,4-2-7-16,7 0-8 15,-2 0 8-15,1 0 1 16,3 1 5-16,-4 2-6 0,-1 4 1 16,-1 2-1-1,-1-1 16-15,2 2 7 16,2 2-1-16,-4-1-5 16,5-1-6-16,2 2-5 15,-4-1 3-15,5 0 5 0,-2 0-4 16,-1 3-4-1,-6-1-5-15,0 4 1 16,-5 1 4-16,0-2-5 16,-2 2 6-16,-2 1-7 0,0-1-1 15,0 2-3-15,-3 0 4 16,-2 2 1-16,-3 1 5 16,-5 0-6-16,-4-2 0 0,-2-3-2 15,-3-1 2 1,3-4 0-16,2 2 2 15,-4-5 4-15,3 0-6 16,-1-1-1-16,2-4 1 0,-3-2 0 16,4-1 0-1,1-2 6-15,-2 0-5 0,-4 0-1 16,-3-2 1 0,-2-4 6-16,1 0 4 0,2-2 1 15,-1 1 3-15,3-3-3 16,-1-1-7-1,-2 2-4-15,0-4 6 0,-2 3-1 0,-4 1 3 16,-6-1 0 0,-3 0 1-16,-9 0-8 15,-3-1 12-15,-7 2-2 16,-2 0-10-16,-2 0 13 16,-2 0-3-16,2 0-2 15,-5 0-2-15,-1-2 1 16,-4 1-9-16,-4-2 1 0,-7-2 1 15,-3-2 4-15,-7 0-6 16,-1-2 6-16,-7 1 0 16,-9 2 3-16,-15 2 18 15,-13 1 10-15,-5 2-12 16,10-1 2-16,1-4-3 16,2-2 6-16,-3-2-4 15,-5 1 7-15,-4-2 1 16,0-2 7-16,-1-2-7 15,-3-2-10-15,3-2-5 0,-1 2 10 16,-2-4-7 0,0 1-2-16,-1-1-7 0,-1 0-1 15,0-4-1 1,-1 1-10-16,-4-2 18 0,-2 0-10 16,-4-2 2-16,-4 0-10 0,0-2 5 15,-7 0-6 1,2 2-5-16,-4 4-9 15,-3 7-7-15,-2 5 3 16,-1 7-7-16,0 4 10 0,0 5-14 16,0 2 8-1,-4 3-7-15,-9 0-41 16,-4 0-30-16,-31 20-137 16,5 2-116-16,0-2-329 0</inkml:trace>
  <inkml:trace contextRef="#ctx0" brushRef="#br0" timeOffset="204849.7">24641 13137 2501 0,'0'0'197'0,"0"0"-197"0,0 0-607 0,0 0-635 0</inkml:trace>
  <inkml:trace contextRef="#ctx0" brushRef="#br0" timeOffset="89438.65">625 13490 1032 0,'0'0'650'0,"0"0"-385"0,0 0 132 0,0 0-49 0,0 0-81 15,-82-39-86 1,58 39-50-16,0 21-54 15,-3 11-24-15,-1 24-22 0,7 2 7 16,6 8-1-16,6 1-7 16,9-12-6-16,0 0-15 15,17-5-7 1,8-14-1-16,10-8 5 16,9-13-6-16,5-8-28 0,5-7-74 15,2-17-93-15,-2-20-107 16,-8-13-3-16,-7-8-260 0,-12-6-67 15,-13 0-1 1,-14 4 484-16,0 5 149 16,-14 7 485-16,-5 6-103 15,-1 12 94-15,5 6-109 0,1 9-57 16,3 8-45-16,6 4-70 0,0 3-77 16,1 0-55-1,1 20-41 1,0 10-16-16,1 12-4 0,2 9 8 15,0 1-1 1,0 0-3-16,9-3-5 0,6-10-1 16,-2-8-7-16,5-11 7 15,-6-12-12-15,0-8-5 16,-3-6 7-16,0-19 10 16,0-11 2-16,0-8 4 15,-2-4-5-15,5 4 0 16,-2 5 8-16,-2 9-8 15,1 10 0-15,-1 10 0 16,0 7-1-16,3 3-2 0,2 2-7 16,7 9 2-1,5 3 5-15,5 2-5 0,4-1-5 16,-1-1-82 0,0-4-129-16,-6-7-54 0,-3-3-99 15,-6-3-95-15,-11-15 158 16,-4-4-57-16,-3-7 230 15,0 0 140-15,-7-2 271 0,-7 1 41 16,0 4 14 0,-3 6 27-16,7 7-72 0,-1 4-68 15,2 6-23 1,1 3-66-16,3 0-62 0,2 13-41 16,1 8-3-1,2 6 4-15,0 3 5 0,5 2-9 16,8-2-9-16,7-2-7 15,2-5-2-15,2-4 0 16,3-10-37-16,-2-9-74 16,-1-4-78-16,-5-24-39 15,-4-11-88-15,-10-13-53 16,-5-16 72-16,-27-18 193 0,-15-17 104 16,-1 10 77-1,4 21 106-15,12 28 83 16,11 24 17-16,2 6-38 15,3 0-19-15,4 8-47 0,4 6-89 16,3 4-63 0,5 22-25-16,17 14 4 0,10 22 16 15,9 20-4 1,10 15-6-16,-2-8-3 0,-12-23-1 16,-10-23-8-16,-10-22 0 15,-7-6-14-15,7-6-7 16,-7-9-3-16,-2 0 18 15,-1-24 6-15,-2-8 1 16,3-4 5-16,-4 4-5 0,4 5-1 16,-3 8 0-1,-3 9 0-15,1 9 0 16,2 1-2-16,5 0-8 16,6 11 10-16,2 5 0 15,9 2 2-15,0 0-1 16,1 1 1-16,3-4-1 15,-4-5 0-15,-3-7-1 16,-1-3 0-16,-5 0-1 0,-1-13-29 16,-7-7-20-16,-3-7 16 15,-4-5 16-15,1-1 7 16,-4 1 10-16,0 4 1 16,0 7 1-16,0 9 18 15,0 4 14-15,3 7-3 16,2 1-18-16,6 1-12 15,5 14 1-15,2 1 0 16,0 2 0-16,-2 5-1 0,-3-2 0 16,-5-3-73-1,-8-3-178-15,-2-5-286 0,-9-9-306 0</inkml:trace>
  <inkml:trace contextRef="#ctx0" brushRef="#br0" timeOffset="89573.16">1522 12984 1607 0,'0'0'235'0,"0"0"-87"0,0 0-100 0,0 0-40 0,0 0-3 15,103 19-5 1,-44 0-114-16,-9-2-197 0,-13-3-470 16</inkml:trace>
  <inkml:trace contextRef="#ctx0" brushRef="#br0" timeOffset="90305.08">1809 13078 376 0,'0'0'905'0,"0"0"-427"15,0 0-170-15,0 0-6 16,0 0-132-16,0 0-109 16,0 0-42-16,17 44 30 15,5-16 35-15,0 4-11 16,2 2-13-16,6-2-23 16,0 2-21-16,-2-11-7 15,-4-5-8-15,0-15-1 16,-1-3-1-16,-4-19 1 15,-2-16-2-15,-4-8-10 0,-4-8 3 16,-4 1 9 0,0 2 0-16,-2 8 0 15,-1 8 0-15,-1 15 6 16,2 9-5-16,-1 8-1 16,9 3 0-16,2 18 0 15,5 6 6-15,2 4 8 16,0-1-7-16,4-3-1 0,-2-11-5 15,2-7-1-15,-2-9-1 16,2-9-14-16,-2-19-58 16,-1-10-52-16,-8-8 2 15,-9-5-2-15,0-5 29 16,-4-2 57-16,0 6 30 0,-8 8 9 16,-1 12 12-16,-2 15 28 15,-3 15 21-15,2 2-18 16,0 21-14-16,2 12-15 15,-2 3-12 1,7 4-1-16,2-2 1 0,3-6-1 16,0-5 0-16,0-7-1 15,0-8-9-15,0-12 9 16,2 0 0-16,-2-14 21 16,0-11 1-16,0-6 27 15,0 0 42-15,0 3 11 16,0 6 19-16,0 8 31 15,0 9-18-15,0 5-62 16,6 4-44-16,10 21-15 0,5 10 46 16,6 14 17-1,13 18-14-15,1-4-7 0,-3 9-8 16,-3 0 20-16,-7-11-35 16,-4 7-13-16,-6-3 1 15,-13-6-14-15,-5-6-6 16,0-10-1-16,-15-6 0 15,-8-8 0-15,-14-9-6 0,-3-8-37 16,-12-9-49 0,-7-3-67-16,-41 0-200 0,18-3-400 15,6 0-866-15</inkml:trace>
  <inkml:trace contextRef="#ctx0" brushRef="#br0" timeOffset="90587.64">1351 14159 1473 0,'0'0'1319'0,"0"0"-1148"0,0 0 4 15,0 0-16-15,140-117-10 16,-2 21-54-16,16-11-14 15,0 4-8-15,-19 17-25 16,-46 32-22-16,-26 16-14 16,-21 18-11-16,-18 8-1 15,-8 3-1-15,0 4-63 16,-10 5-55-16,-6 2-86 0,-34 39-258 16,-8-2-237-16,-9 4-786 15</inkml:trace>
  <inkml:trace contextRef="#ctx0" brushRef="#br0" timeOffset="90832.96">1334 14547 1754 0,'0'0'909'16,"0"0"-802"-16,109-60 159 0,18-23 48 15,25-23-93 1,12-3-64-16,-13 6-20 0,-32 27-52 15,-33 18-34-15,-27 18-27 16,-23 12 3-16,-12 9-15 16,-2 2-4-16,-1 4-8 15,-7 1-1 1,-5 8-65-16,-9 4-90 0,-18 0-83 16,-8 6-386-16,-10 2-1192 0</inkml:trace>
  <inkml:trace contextRef="#ctx0" brushRef="#br0" timeOffset="91004.97">2457 13837 3080 0,'0'0'458'0,"0"0"-406"15,0 0-29 1,0 0-9-16,0 0-14 0,0 0-43 15,0 0-161-15,15-18-946 0</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07:51.955"/>
    </inkml:context>
    <inkml:brush xml:id="br0">
      <inkml:brushProperty name="width" value="0.05292" units="cm"/>
      <inkml:brushProperty name="height" value="0.05292" units="cm"/>
      <inkml:brushProperty name="color" value="#FF0000"/>
    </inkml:brush>
  </inkml:definitions>
  <inkml:trace contextRef="#ctx0" brushRef="#br0">816 5946 1426 0,'0'0'489'0,"0"0"-253"0,0 0 17 0,0 0-67 16,0 0-60-16,0 0-32 15,22 25 20-15,-1-5 14 16,2 5-18-16,3 2-35 0,-3 1-5 15,-2-6-10-15,-2-5-9 16,-2-6-8-16,-1-5 4 16,6-6-2-16,5-14 15 15,15-34 16-15,18-36 10 16,22-37-19-16,7-9-13 16,-4 7 2-16,-20 30 1 15,-20 36-17-15,-11 16-8 16,-6 4-17-16,2 0-15 15,3-1 0-15,-2 4 0 0,-8 7 0 16,-7 11 0 0,-4 3 0-16,-6 9 0 0,-4 0 0 15,-2 4 0 1,0 0-9-16,-5 0-140 0,-39 8-109 16,3 2-435-16,-10 0-1691 0</inkml:trace>
  <inkml:trace contextRef="#ctx0" brushRef="#br0" timeOffset="18830.09">3183 6968 1685 0,'0'0'205'0,"0"0"-133"0,0 0-9 16,0 0-14-16,0 0-19 0,0 0-12 16,0 0 2-1,4 31 1-15,16 2 35 0,-3 12 44 16,6 0-3 0,-1 3 11-16,3-6-11 0,1-7-23 15,-2-7-15-15,1-10 2 16,2-5-6-16,3-13-1 15,5-3 19 1,3-22 0-16,13-27 4 0,15-27-34 16,20-33-8-16,12-14-20 15,5 1-8-15,-1 15-7 16,-8 21-10-16,-2 12-35 16,-5 16 22-16,-22 17-7 0,-16 18 17 15,-21 10 7 1,-13 8 4-16,0 1 1 15,-6 0 0-15,-2 6-8 16,-2 0-5-16,-5 1-8 16,0 0-35-16,-25 24-22 15,-48 36-6-15,-1 0-48 16,1-2-898-16</inkml:trace>
  <inkml:trace contextRef="#ctx0" brushRef="#br0" timeOffset="46112.3">4604 4284 1138 0,'0'0'267'0,"0"0"-82"0,0 0-16 15,0 0 17-15,0 0-33 0,0 0-30 0,0 8-18 31,0 1-46-31,6 2 5 0,6 3 12 16,0 1-20-16,5-4-24 16,-1 1 2-16,0-5 6 15,9-4-3-15,0-3 10 16,5-6 24-16,6-20 20 16,7-14-2-16,4-7 0 15,7-25-26-15,1-13-15 0,-10 3-9 16,-6 10-13-16,-12 12-2 15,-7 18-11-15,1 3-7 16,0 0-6-16,-6 13-1 16,-2 11-11-16,-5 7 5 15,0 8-53-15,-1 0-154 16,1 35-120-16,-1 2-325 16,-4 2-551-16</inkml:trace>
  <inkml:trace contextRef="#ctx0" brushRef="#br0" timeOffset="74529.89">1307 8799 900 0,'0'0'241'0,"0"0"-19"0,0 0-13 0,0 0-38 15,0 0-3-15,0 0-36 16,-12-36-18-1,12 36-12-15,0 0-19 0,4 0-43 16,13 18 9-16,8 6 40 16,5 4-20-16,2 5-10 15,3-6 5-15,-3-2-7 16,2-9-20-16,-1-6 13 16,-3-8 6-16,5-2 1 15,-2-15 8-15,1-16-7 16,6-25-15-16,7-23-2 15,1-29-23-15,6-16-9 0,0-1-2 16,-6 14-6 0,-10 29-1-16,-7 25-27 0,-7 19-3 15,-3 10 1 1,-1 4 4-16,1 0 1 0,-4 2 6 16,-3 12-9-16,-4 4-9 0,-2 6-12 15,4 0-28 1,13 30 1-16,-5 2-406 15,2-6-1261-15</inkml:trace>
  <inkml:trace contextRef="#ctx0" brushRef="#br0" timeOffset="78639.82">11402 8646 1353 0,'0'0'269'0,"0"0"-81"0,0 0-40 15,0 0-46 1,0 0-15-16,0 0-18 0,38 1 10 15,-14 11-7-15,4-3 11 0,5 4-13 16,0 1-3 0,6 0-22-16,0-1 9 15,-2 0-13-15,5-1-6 16,-4-4-9-16,4 2-3 16,-2-3 5-16,1-2-10 15,-1-3 0-15,-1 1 1 0,-3-1 5 16,-2-2-6-1,-1 0 0-15,-3 0-3 0,0 0-4 16,-3 0 5-16,-2 0-2 16,-3 0-7-16,0 0 7 15,-2 0-5-15,1 0 4 16,1 0 0-16,3 0-1 16,0 0-3-16,0 0 0 15,1 0-1-15,0 0-2 16,1-2 1-16,-1 1 4 15,0-1-1-15,1-3 4 0,0 3-2 16,-1-3 4 0,1-1 4-16,-1-1-7 0,0-2-1 15,1 3-3 1,-4-4 6-16,3-2-9 0,-1 4 6 16,-1-4-4-16,-4 2 2 15,2-5 2-15,-3 0 6 16,2-3 0-16,-2-3-6 0,1-3 1 15,0-2-1 1,0-4-3-16,0 2-7 16,1-4-1-16,-3-2 8 15,0 1-9-15,0-6 2 16,-5 8 4-16,0-1-6 16,-4 0 0-16,0 7 1 15,-1-2 5-15,-4 0-5 16,-4 2-1-16,0-2 0 15,0 1 1-15,0-4 0 0,0 1-1 16,0 0 0 0,-6 0 0-16,-4 0-1 15,-1 0-14-15,1-1-5 16,-5 2 1-16,3 1 8 0,-4-2-2 16,-1 1-3-16,-3 2-11 0,-3-1 13 15,-3 1-14 1,-2 2 4-16,-1 2 13 15,-4 0 4-15,-3 4 6 16,-3 0-14-16,-1 2-7 16,-2 2 8-16,0 1 13 15,0 2-29-15,2 1 3 16,-4 2 11-16,7 2 7 16,-3 0 7-16,2 4-10 15,3 0-11-15,0 2 5 0,4 0 1 16,1 0 11-16,2 0 5 15,-1 3 0-15,-1 4-6 16,0 3 6-16,-2 0 0 16,-1 2 0-16,-3 1 0 15,0 2 1-15,-1 0 1 16,-5 2 0-16,2 0 0 16,-2 0 1-16,2-2-2 0,-4 2 2 15,4 1-1 1,0-3 0-16,1 3 0 15,2-2-1-15,2 0 0 16,4 4 1-16,3-2 0 0,2 1-1 16,-1-1 0-1,6 3 1-15,-1 0 0 0,0 4-1 16,0 2 1 0,2 0 10-16,0 8-10 0,2 3 10 15,3 6 10-15,2 0 1 0,6-1 0 16,4 6 1-1,3-1 17-15,0 4-1 0,6-2 3 16,4-1-21 0,4-6-6-16,3 1-1 15,1-1 1-15,3-4 32 16,0-3 4-16,-2-2-21 0,3-3-1 16,0-5-1-16,-1-3-7 15,-2-4-7-15,1-6-1 16,0-1 4-1,-3-7-7-15,3 1-2 16,-1-6 2-16,0 0-1 0,0 0 2 16,3-8-10-16,-5-4 5 15,1-1-5-15,-1 0 5 16,-6-1-6-16,0 6 1 16,-5 0-1-16,-3 6-30 15,-3 2-107-15,0 0-315 16,0 0-476-16</inkml:trace>
  <inkml:trace contextRef="#ctx0" brushRef="#br0" timeOffset="83090.19">19117 7845 1706 0,'0'0'380'0,"0"0"-93"0,0 0-108 0,0 0-92 16,0 0-38-16,0 0-19 15,9-28-6-15,-9 28-8 16,1 0-1 0,3 6-2-16,6 11-4 0,1 4 26 15,2 3 11-15,3-2 2 0,0-2-3 16,0-4 7-1,3-5-15-15,0-2-20 16,3-6 19-16,5-3 13 16,10-2 2-16,19-25-4 0,19-22-22 15,22-29-10 1,7-12-15-16,-9-3 0 0,-21 16-13 16,-25 24-40-1,-13 15 2-15,-6 7 2 0,-3 0-13 16,1 2 18-1,-3 6 43-15,-12 7 0 0,-5 8 1 16,-3 3-12-16,-5 5-21 16,0 0-19-16,1 2-21 15,25 31-45-15,5 1-122 16,15 1-983-16</inkml:trace>
  <inkml:trace contextRef="#ctx0" brushRef="#br0" timeOffset="84000.13">21831 7672 1280 0,'0'0'343'0,"0"0"-66"0,0 0-78 0,0 0-57 0,0 0-47 0,0 0-24 15,0 0-12 1,17 46 100-16,-9-12-29 0,0 3-22 15,0-5-34 1,5-4-18-16,-3-7 5 16,6-8 0-16,1-3 4 15,8-6-7-15,8-4-5 16,18-8 2-16,26-26 6 16,19-16-28-16,9-12-21 15,-5-2-6-15,-12 5-5 16,-10 8-1-16,-14 10-18 15,-11 10-16-15,-17 11 4 16,-7 3-3-16,-3 4 12 16,0-2-12-16,-4 4 5 15,-7 3 5-15,-7 5 7 16,-6 3-17-16,-2 0-18 0,-44 28-35 16,-2 5-48-16,-19 3-513 0</inkml:trace>
  <inkml:trace contextRef="#ctx0" brushRef="#br0" timeOffset="85012.05">6214 9679 882 0,'0'0'240'0,"0"0"-23"0,0 0 68 15,0 0-18-15,0 0-101 0,0 0-93 16,-9 5-45-16,18 19-8 16,8 11 27-16,1-2 40 15,4 2 29-15,-1-4-39 16,3-8-9-16,-4-10-11 16,4-5 8-16,3-8 3 15,7-2-13-15,6-22 16 0,19-25-18 16,15-29-19-1,11-29-11-15,-5-14-16 0,-12 1-7 16,-8 14-18-16,-17 34-47 16,-11 22 7-16,-7 18-15 15,-8 18 19-15,-2 2 14 16,-6 5 7-16,-6 7-7 16,-3 11-21-16,-8 60-27 0,-11-2-35 15,-1 1-1049-15</inkml:trace>
  <inkml:trace contextRef="#ctx0" brushRef="#br0" timeOffset="100942.83">22177 10784 1147 0,'0'0'210'0,"0"0"-63"0,0 0 71 0,0 0 3 0,0 0-30 15,-1 95 2-15,1-56-44 16,0-2-39-16,1 0-6 15,8-8-3-15,7-3-9 16,6-12 23-16,8-7 0 16,19-7-3-16,27-35-6 15,30-30-13-15,14-15-31 0,0-4-13 16,-10 10-23 0,-19 15-14-16,-2 5-5 0,-19 12-5 15,-17 8-1 1,-16 11 7-16,-11 6-8 0,1 3 0 15,-3 1-11-15,-4 5-53 16,-20 8-95 0,-54 13-182-16,-15 11-242 0,-24 2-919 0</inkml:trace>
  <inkml:trace contextRef="#ctx0" brushRef="#br0" timeOffset="101929.81">4719 12285 1650 0,'0'0'348'0,"0"0"-161"0,0 0-35 0,0 0 53 0,0 0 20 0,44 97-7 15,-21-56-41 1,1 3-65-16,1-3-10 0,1-6-15 16,-2-5-33-16,3-7-12 15,0-11-5-15,5-8 4 16,1-4-5-16,7-21-2 15,17-29 7-15,15-29-16 16,12-29-10-16,1-13-6 16,-6 3-9-16,-17 15 0 15,-17 31-12-15,-13 21-19 0,-9 13-7 16,-7 11 13 0,3 1 1-16,0 1 4 15,-4 3 1-15,-6 9-1 16,-1 5 1-16,-4 6-2 15,1 2-11-15,1 1-28 0,15 41-98 16,1-2-193 0,-4 4-427-16</inkml:trace>
  <inkml:trace contextRef="#ctx0" brushRef="#br0" timeOffset="104140.29">12035 12096 1340 0,'0'0'293'0,"0"0"-118"0,0 0 9 0,0 0-17 0,0 0 3 0,0 0-23 15,-10-34-55-15,10 34-42 0,0 0-21 16,0 2-5 0,0 9 10-16,10 5 23 15,6 4 11-15,1 0-23 16,1 0 3-16,4-5 13 16,0-3-1-16,5-10-2 15,4-2-5-15,8-10 11 16,10-20-7-16,6-14-10 0,8-10-15 15,4-6-9 1,-2-5-5-16,0 1-8 0,-2 1-1 16,-6 3-7-16,-8 4 4 15,-6 8-6-15,-10 9-1 16,-8 12 0 0,-10 10-59-16,-8 15-85 0,-7 2-107 15,-8 46-84-15,-13 2-205 16,-5 2-412-16</inkml:trace>
  <inkml:trace contextRef="#ctx0" brushRef="#br0" timeOffset="109014.67">1207 14047 1318 0,'0'0'216'0,"0"0"-35"0,0 0 30 0,0 0-19 0,0 0-82 15,0 0-49-15,-3 0-34 16,16 5 1-16,11 5 78 15,2 10 10-15,4-5-43 16,4 4-6-16,-4-5-14 16,4-3-13-16,-1-6 8 15,-3-5 1-15,3 0 12 0,-2-19 7 16,8-12-1 0,7-28-27-16,16-35 8 0,8-33-18 15,0-10-17-15,-7 6-13 16,-14 24 0-16,-10 33 0 15,-11 20-6-15,-6 13-8 16,-4 6-7-16,1 2-31 16,1 1 16-16,-5 4 18 15,-3 10 1-15,-7 8-3 16,-2 6-3-16,-1 4-14 16,3 0-25-16,15 22-38 15,-3 6-230-15,-2 2-493 0</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15:52.781"/>
    </inkml:context>
    <inkml:brush xml:id="br0">
      <inkml:brushProperty name="width" value="0.05292" units="cm"/>
      <inkml:brushProperty name="height" value="0.05292" units="cm"/>
      <inkml:brushProperty name="color" value="#FF0000"/>
    </inkml:brush>
  </inkml:definitions>
  <inkml:trace contextRef="#ctx0" brushRef="#br0">814 4896 765 0,'0'0'618'0,"0"0"-433"0,0 0 47 0,0 0-46 15,0 0-76-15,0 0-52 0,17 29-21 16,7 7 168-16,2 6-52 15,2 2-24-15,-1-4-28 16,0-10 0-16,-4-12-4 16,-5-7 6-16,1-7-31 15,1-4-9-15,5-9 3 16,2-18 7-16,13-24-9 16,7-28-20-16,5-23-20 0,2-12-3 15,-5-2-20 1,2 7-1-16,-8 27-1 15,-6 20-46-15,-8 23-19 16,-11 15-5-16,3 7-15 0,-4 7-17 16,13 10-47-1,-9 0-178-15,0 15-818 0</inkml:trace>
  <inkml:trace contextRef="#ctx0" brushRef="#br0" timeOffset="5094.03">9367 6582 576 0,'0'0'163'0,"0"0"-24"0,0 0-34 15,0 0 15-15,0 0 22 16,0 0-13-16,-39 0-23 16,38 0-4-16,1 0 19 15,0 0 9-15,0 0-22 16,0 0-19-16,0 3-27 0,0-1-18 16,8 3-4-16,14 3 56 0,3 2 52 15,5 0-16 1,8 2-26-16,3-4-22 0,7-2-1 15,6 0 17 1,17-4-23-16,15 1-12 16,-4-3-11-16,-9 3-6 15,-7-3-6-15,-16 0-12 16,9 0-3-16,6 0 21 16,4 0-9-16,-4-3-9 15,0-2-6-15,-3 1-3 0,-3 1 4 16,2 2-8-16,-1 1-8 15,2 0 1-15,13 0 5 16,15 0-1-16,17 0 2 16,2-4 11-16,-7 2-3 15,-12-1 0-15,-14-4 3 16,4 6-1-16,-5-4-1 16,4 0 2-16,-12-2 2 15,-13 4-8-15,-13 0 1 16,-3 1-4-16,8 0 9 0,2 1-16 15,3 1 7 1,-10 0-2-16,-6 0 1 0,-8 0-4 16,-5 0 4-1,-4 0-7-15,-5 0-1 0,0 0 2 16,-7 0-1 0,-2 0 1-16,-1 0-11 0,-2 0 2 15,-1 0-1-15,0 0 5 16,0 0-6-16,0 0-19 15,0 0-65-15,0 0-89 0,-9 0-104 16,-6 0-607-16</inkml:trace>
  <inkml:trace contextRef="#ctx0" brushRef="#br0" timeOffset="8365.61">15618 6662 1013 0,'0'0'292'0,"0"0"-61"0,0 0 41 0,0 0 4 0,0 0-16 0,0 0-60 16,0 0-24-16,-19 0-9 16,22 0-23-16,21-12-8 15,9-4-27-15,24-10-22 0,3 0-29 16,9 0-11-16,-1-2-19 16,-11 6-13-16,6 1-7 15,-10 5-8-15,-11 4-6 16,-12 4-2-1,-5 6-71-15,-12 2-104 0,-9 0-146 16,-8 10-168-16,-13 7-33 16,-8-2-391-16</inkml:trace>
  <inkml:trace contextRef="#ctx0" brushRef="#br0" timeOffset="8601.6">15631 6875 1854 0,'0'0'311'16,"0"0"-134"-16,0 0-20 16,0 0 98-16,0 0 31 15,0 0-93-15,0 0-75 0,54-39-45 16,-17 17-35-16,9-3-23 16,7-4-8-16,-2 4 5 15,-2 0-12-15,-1 2 0 16,0 3 0-16,-2 5-25 15,-3 3-115-15,19 0-189 16,-15 4-334-16,-8 1-686 0</inkml:trace>
  <inkml:trace contextRef="#ctx0" brushRef="#br0" timeOffset="11013.84">20660 6513 743 0,'0'0'160'0,"0"0"-63"0,0 0-9 0,0 0-7 16,0 0 21-16,0 0 46 0,-43 0-3 15,39 0 41-15,-1 0 6 16,3 0-35-16,-1 0-14 15,3 0-19-15,0 0-17 16,0 0-31-16,0 0-16 16,7 3 2-16,17 0 13 15,28 0 53-15,36 0 20 16,33-2-25-16,12-1-33 16,-6 0-32-16,-17-5-13 0,-31-3 6 15,-16 1-23 1,-21 4-11-16,-10-1-8 0,0 3-8 15,-4-1-1 1,-4 2 0-16,-10 0-58 0,-10 0-99 16,-4 0-98-1,-20 0-93-15,-10 7-309 0,-8-4-450 0</inkml:trace>
  <inkml:trace contextRef="#ctx0" brushRef="#br0" timeOffset="11283.81">20550 6828 1769 0,'0'0'628'16,"0"0"-484"-16,0 0-83 16,0 0 46-16,0 0 171 15,127 7-34-15,-5-13-88 16,20-9-60-16,3-3-48 0,-12 1-6 15,-23 2-15-15,-13 1 0 16,-20 3-11-16,-20 2 2 16,-20 4-18-16,-9 0 0 15,0 3-1-15,-4-2-14 16,-4 2-43-16,-20 2-97 16,-11 2-165-16,-16 8-419 0</inkml:trace>
  <inkml:trace contextRef="#ctx0" brushRef="#br0" timeOffset="13863.66">7012 6886 1499 0,'0'0'345'0,"0"0"-157"0,0 0-76 0,0 0-13 0,0 0-21 16,80-27 23-16,-48 10 5 16,9 0-47-16,3-4-23 15,2-1-23-15,-2-1-12 16,-6 2-1-16,-6 3 0 15,-9 6 0-15,-8 2-45 16,-11 4-144-16,-4 2-180 16,-3 2-437-16</inkml:trace>
  <inkml:trace contextRef="#ctx0" brushRef="#br0" timeOffset="14214.02">6932 6787 1347 0,'0'0'233'16,"0"0"-87"-16,0 0 34 0,0 0-10 15,0 0-51-15,0 0-30 16,0 0-28-16,0 23-15 15,-14 18-14 1,-15 26 34-16,0 4 17 0,1-5-22 16,6-11-21-16,11-18-9 15,6-2-17-15,4 1-7 16,1-10-5-16,14-5 5 16,15-8-5-16,11-8 4 15,25-5-5-15,19-12 6 16,-2-9-7-16,12-9-65 15,-24 8-179-15,-31 6-454 0</inkml:trace>
  <inkml:trace contextRef="#ctx0" brushRef="#br0" timeOffset="16893.78">655 8468 1190 0,'0'0'239'0,"0"0"-38"0,0 0 22 0,0 0-9 0,0 0-131 16,0 0-42-16,0 0-19 15,-2-36-9-15,2 36-7 16,0 0-5-16,10 9 0 16,12 6 1-16,9 7 14 15,3 1 59-15,4 2 16 16,-4-5-4-16,0-2-23 15,0-7-16-15,1-6 6 16,1-5 1-16,4-15 3 16,15-29 6-16,22-43 3 15,15-38-2-15,12-23-25 16,-7 3 12-16,-10 11-34 16,-14 22-8-16,-3 3-10 0,-6 8-29 15,-13 23-32-15,-9 24 16 0,-14 17 23 16,-11 7-42-1,3 7 34 1,-7-2 10-16,4 4 10 0,-12 10-5 16,-2 5-6-16,-1 5-19 15,-1 1-13-15,1 15-31 16,2 9-81-16,-4 6-63 0</inkml:trace>
  <inkml:trace contextRef="#ctx0" brushRef="#br0" timeOffset="22465.67">7919 8297 1453 0,'0'0'284'0,"0"0"-119"0,0 0 42 0,0 0-45 0,0 0-63 16,0 0-42-16,-20-4-14 15,23 0-3-15,12 0-7 16,2-4 1-16,5-4-3 16,8 2 3-16,4-6-2 0,6-2-3 15,4-2-12 1,1-1-8-16,5-1-8 0,-2 4 1 16,-4 2-1-1,-4 2-1-15,-7 6-17 0,-9 6-159 16,-16 2-188-16,-6 6-222 15,-2 8-645-15</inkml:trace>
  <inkml:trace contextRef="#ctx0" brushRef="#br0" timeOffset="22683.91">8122 8434 1940 0,'0'0'263'16,"0"0"-186"-1,0 0-15-15,0 0 76 0,0 0 30 16,77-51-68 0,-44 25-39-16,5-8-24 15,4 0-22-15,2 0-6 16,0-1-8-16,5 3-1 0,-4 4-8 16,10 1-155-16,-13 6-329 15,-13 5-550-15</inkml:trace>
  <inkml:trace contextRef="#ctx0" brushRef="#br0" timeOffset="25133.75">13399 8221 662 0,'0'0'537'0,"0"0"-427"0,0 0 29 0,0 0 1 15,0 0 11-15,0 0-47 0,-15-6-37 16,22 9-34-16,14 7 51 16,5 2 36-16,5 3-33 15,4 0-19-15,3 0 24 16,2 0-33-16,4-4-9 15,2-2 10-15,3-4-11 16,0-1-12-16,-1-1-13 16,-2 0-10-16,-1-1-6 15,0 0-2-15,-3 0 0 16,2 2-5-16,-4 0 5 16,8 2-6-16,-2 1 0 0,2 0 9 15,3-1-3-15,3 2 6 16,1-2-6-1,1 0 12-15,2-1 1 0,0-1 8 16,0 3-15-16,-2-3 3 16,-2 2-15-16,-2-1 2 15,-2 1 10-15,0 1-6 16,-2-2 0-16,-5 0-5 16,4-2 5-16,-4-1 0 15,4 0-5-15,5 1-1 0,-2-3 7 16,5 0 2-1,1 0-8-15,4 0 0 0,-2-3 1 16,-1-1-1 0,-2 1-1-16,0 3 0 0,-2 0 1 15,-3 0 5 1,-4 0-5-16,5 0 0 0,-1 0 0 16,1 2 0-16,5 1 0 15,1-3 0-15,3 0 0 16,0 0-1-16,8 0-4 15,5 0 3-15,16 0 2 16,-11-3-2-16,-8 1 1 0,-11-2 0 16,-8 4 1-1,7-1 0-15,9 1 0 16,0-2 0-16,-2 2 0 0,4-1 0 16,-2-2 0-1,2-1 1-15,-4 1-1 0,0-3-1 16,1 2 0-16,0-6 0 15,10 3 0-15,-9 0 0 16,3 0 0-16,-2 0 1 16,-7 2-1-16,9-2 6 15,-3-1-5-15,3 3 10 16,-2-1-2-16,3-3 0 16,-5 1-3-16,5-2 1 0,-2 4 1 15,1-4-7 1,-5 1 5-16,3 4-6 0,-4 2 6 15,-3 3-6 1,-3 0 1-16,1 0-1 16,-1 0 0-16,0 0 0 15,-1 1 8-15,-2 3-7 0,2-1 0 16,3-3 1 0,-2 0-1-16,4 0 1 0,-2 0-1 15,5 3 1-15,-3-1-1 16,-1 3 0-16,0-2-1 15,4 3 0-15,-2-4 0 16,-1-2 0-16,5 0 0 16,-2 0 0-16,1 0 1 0,1 0 15 15,-1-1 20 1,0-2 18-16,1-3-20 0,0 5-1 16,3-2-1-16,-3-1 7 15,2 1-2-15,2 3 6 16,-2-3-1-16,1-1 0 15,-1 3-1-15,-5-2-11 16,-5 3-9-16,-3-2 15 16,-6 0-12-16,-8-3 4 15,-5 5 10-15,-9-3-7 16,-4 1 1-16,-8 0-11 16,-4 1-2-16,-4-1 4 15,-4 1 2-15,0-3-10 16,-1 4-9-16,-1 0-4 15,-2 0-4-15,0 0-2 16,0 0-10-16,0 0-64 16,-43-3-79-16,-2-2-336 0,-12-5-512 15</inkml:trace>
  <inkml:trace contextRef="#ctx0" brushRef="#br0" timeOffset="27933.85">10664 9132 454 0,'0'0'358'0,"0"0"-127"0,0 0-5 0,0 0 12 16,0 0-18-16,0 0-29 15,0 0-41-15,-35-7-6 16,34 7-23-16,-1 0-7 0,2 0-14 16,0 0 0-1,2 3-3-15,14 1 50 0,11 1 18 16,12 0-63 0,24-5-15-16,22 0-9 0,18 0-1 15,1-7-35-15,-5 0-16 16,-25 4-5-16,-21 3-3 15,-12 0-5-15,-4 0-5 16,6 0-7-16,1 0 1 16,-1 0-1-16,-11 0 1 15,-8 0-2 1,-11 0-12-16,-8 0-63 0,-5 3-50 16,0 1-97-16,-48 8-62 0,0-2-283 15,-7 1-252-15</inkml:trace>
  <inkml:trace contextRef="#ctx0" brushRef="#br0" timeOffset="28216">10736 9380 1570 0,'0'0'319'0,"0"0"-113"16,0 0 8-16,0 0 77 15,73 6 34-15,3-6-54 0,25-11-99 16,14-7-76 0,-4-6-42-16,-13-5-15 15,-12 8-9-15,-13 1 0 16,-15 4-15-16,-15 3-3 16,-7 3-6-16,1 0-5 15,-1 0-1-15,-3 1-5 16,-11 3 5-16,-13 6-12 15,-9 0-47-15,-31 10-143 0,-16 12-351 16,-15 0-804-16</inkml:trace>
  <inkml:trace contextRef="#ctx0" brushRef="#br0" timeOffset="39363.94">4059 10350 508 0,'0'0'858'0,"0"0"-669"0,0 0-80 0,0 0 4 0,0 0-14 0,11 12-31 15,18 0 77-15,33-4 17 16,41-13-50-16,53-67-26 15,45-57-34-15,35-67-26 16,33-55-16-16,6-35-10 16,-61 56-308-16,-34 23-1357 0</inkml:trace>
  <inkml:trace contextRef="#ctx0" brushRef="#br0" timeOffset="48367.65">9067 16924 905 0,'0'0'654'0,"0"0"-382"0,0 0-21 0,0 0 4 16,0 0-20-16,0 0-61 16,7-33-8-16,3 34-15 0,9 17-7 15,2 12-13 1,6 7-26-16,0 3-16 0,2 6-17 15,-2-1-9-15,-3-1-9 16,-1-10-6-16,-2-5-6 16,-5-9-5-16,1-7-1 15,0-11 3-15,2-2 11 16,7-12 10-16,7-19 3 16,12-15-63-16,16-20 0 15,19-14 0-15,19-11 0 16,-9 10 0-16,-20 21 0 15,-21 19 0-15,-13 10 0 16,1-7 0-16,4-2 0 0,2-4 0 16,-7 4 0-1,-3 5 0-15,-8 5 0 0,-3 5 0 16,-3 4 0 0,-6 5 0-16,-3 2 0 0,-2 4 0 15,-4 4 0-15,-4 2 0 16,0 2 0-16,0 2 0 15,-1 0 0-15,-16 0-105 16,-21 2-138-16,0 12-122 16,-3 0-570-16</inkml:trace>
  <inkml:trace contextRef="#ctx0" brushRef="#br0" timeOffset="51565.79">14382 13044 1385 0,'0'0'361'0,"0"0"-78"0,0 0-29 15,0 0-11 1,0 0-75-16,0 0-66 0,0 0-47 16,29 0 2-1,9-1 30-15,6-6-28 0,6 0-27 16,5-3-20-16,-4-2-11 16,-3-1-1-1,-6-1-68-15,-7-5-155 0,-8 2-273 16,-7 0-347-16</inkml:trace>
  <inkml:trace contextRef="#ctx0" brushRef="#br0" timeOffset="51813.89">14612 12794 1061 0,'0'0'795'0,"0"0"-490"0,0 0-21 15,0 0-135 1,0 0-38-16,0 0-8 15,0 0 27-15,78 70 2 16,-39-45-41-16,-3 2-10 0,-6 0-19 16,-8 1-15-1,-10-1-17-15,-9 5-7 0,-3 3-8 16,-15 3-5-16,-14 3-10 16,-10 3-5-1,-31 16-123-15,8-7-385 0,3-10-562 0</inkml:trace>
  <inkml:trace contextRef="#ctx0" brushRef="#br0" timeOffset="52147.52">14332 14062 1697 0,'0'0'609'15,"0"0"-388"-15,0 0-69 0,0 0-6 16,0 0 53-16,0 0-96 15,94-16-49-15,-52 12-14 16,5-2-23 0,3 0-16-16,-6 0-1 0,-4-3-34 15,-4-6-173 1,-14-1-83-16,-10 2-372 0</inkml:trace>
  <inkml:trace contextRef="#ctx0" brushRef="#br0" timeOffset="52363.95">14521 13849 1648 0,'0'0'500'15,"0"0"-225"-15,0 0-92 0,0 0-12 16,0 0 19 0,0 0-43-16,88 34-45 0,-59-19-23 15,1 8-15-15,-9-3-14 16,-6 6-8-16,-12 1-18 15,-3 4-11-15,-10 6-12 16,-19 1-1-16,-23 21-81 16,2-9-256-16,3-6-516 0</inkml:trace>
  <inkml:trace contextRef="#ctx0" brushRef="#br0" timeOffset="52733.83">14327 15269 2083 0,'0'0'388'0,"0"0"-238"16,0 0-35-16,0 0-32 0,0 0 77 16,82-6-60-1,-42-2-56-15,3-2-25 0,-1-2-12 16,-6 1-7-1,-6-4-100-15,-5-9-106 0,-12 2-277 16,-2 1-526-16</inkml:trace>
  <inkml:trace contextRef="#ctx0" brushRef="#br0" timeOffset="52983.89">14455 14961 2227 0,'0'0'353'0,"0"0"-185"0,0 0 1 16,0 0-58 0,0 0 56-16,0 0-45 0,0 0-27 15,80 63-38 1,-49-49-24-16,-4 0-6 0,-3 0-6 16,-6 2-4-16,-5 2-2 15,-7 2-5-15,-6 3-4 16,-4 7-5-16,-21 4-1 15,-24 12-11-15,-43 16-98 16,9-12-248-16,-3-4-581 0</inkml:trace>
  <inkml:trace contextRef="#ctx0" brushRef="#br0" timeOffset="55283.65">20405 16244 1273 0,'0'0'267'0,"0"0"-155"0,0 0-4 0,0 0 34 16,0 0-54-16,79-49-38 16,-51 49 0-16,-1 0-2 0,0 12-1 15,-4 12-2-15,-6 11 12 16,-4 9 20-16,-9 8 6 15,-3 8-2-15,-1 4-5 16,0-1-21-16,-4-1-9 16,0-6-3-16,1-3-1 15,3-7-21-15,0-4-9 0,6-7-3 16,8-4-9 0,3-6 1-16,6-9 5 0,0-4-5 15,1-8 0 1,0-4 0-16,-3-7 5 0,-4-15-5 15,-2-8 1-15,-5-4-1 16,-3-1 8-16,-4 5-9 16,-3 5 1-16,0 13 0 15,0 5 5-15,0 4 17 16,0 3 12-16,0 18-11 16,7 26 19-16,9 30 66 0,5 36-8 15,7 21-16 1,0 4-4-16,-5-10-11 15,-6-23-14-15,-1-9-14 16,-6-11-9-16,5 5-17 0,-7-5 2 16,-4-11 12-1,-1-20-16-15,-3-17-14 0,0-14 7 16,0-5 5-16,0 0-12 16,0-6 12-16,-2-6 0 15,-7-3 11-15,-7 0-5 16,-3-7-9-16,-8 2-2 15,-5-2-1-15,-9 7-5 16,-16 0-1-16,-20 20 12 16,-16 8 6-16,3-1 11 15,19-4 4-15,18-9-2 16,17-4-1-16,-3-4-3 16,1 0-12-16,-1-1 2 0,10-2-5 15,10-1-5 1,5 0-6-16,5 0-1 0,4-2 7 15,0 0-6 1,2 0-1-16,0 0-6 0,0 0-32 16,-1 0-61-1,-2 0-76-15,0 0-127 0,-5-2-581 0</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17:00.445"/>
    </inkml:context>
    <inkml:brush xml:id="br0">
      <inkml:brushProperty name="width" value="0.05292" units="cm"/>
      <inkml:brushProperty name="height" value="0.05292" units="cm"/>
      <inkml:brushProperty name="color" value="#FF0000"/>
    </inkml:brush>
  </inkml:definitions>
  <inkml:trace contextRef="#ctx0" brushRef="#br0">1719 5682 1281 0,'0'0'706'0,"0"0"-513"0,0 0 23 15,0 0-74-15,0 0-33 0,0 0-21 16,-15 6-27 0,26-6-21-16,10-3-13 0,7-11 18 15,9-3-29 1,2-4-16-16,-3-3-41 0,4-11-158 16,-8 6-101-16,-13 9-372 0</inkml:trace>
  <inkml:trace contextRef="#ctx0" brushRef="#br0" timeOffset="169.35">1728 5826 1375 0,'0'0'222'16,"0"0"-151"-16,0 0-36 15,0 0 13-15,0 0 106 16,85-40-82-16,-30-14-72 15,-7 2-7-15,-6-1-368 0</inkml:trace>
  <inkml:trace contextRef="#ctx0" brushRef="#br0" timeOffset="434.98">1906 5379 1837 0,'0'0'278'0,"0"0"-136"16,0 0-33-16,0 0-11 16,119 0 58-16,-47 0-45 15,-5 3-41-15,-4 8-1 16,-22 5 5-16,3 2-15 0,-6 7-19 16,-13 8-1-1,-18 21 3-15,-19 23 31 0,-46 25-1 16,-27 12-37-1,-21 0-22-15,2-17-13 0,6-30-108 16,33-24-235 0,5-24-412-16</inkml:trace>
  <inkml:trace contextRef="#ctx0" brushRef="#br0" timeOffset="11601.4">7065 6827 222 0,'0'0'190'0,"0"0"-42"0,0 0 46 15,0 0-3 1,0 0-114-16,0 0-31 0,-42-45 6 16,32 32 7-1,1 0 49-15,-1 1-14 16,1 0 51-16,3 2-4 0,0 0 52 15,-1 3-81-15,7 4-65 16,0 1-4-16,0 0-9 16,0 2-16-16,0 0-7 15,5 7-10-15,9 15 6 16,8 5 45-16,2 6 59 16,0 1-3-16,-1-3 6 15,0-4-29-15,-1-7-31 16,1-4-4-16,2-10-2 15,5-6-9-15,8-12-2 0,18-31 26 16,23-34-14 0,12-26-19-16,2-13-18 0,-12 5-1 15,-20 27-11 1,-21 26 0-16,-9 18-32 0,-9 5 20 16,2-4-15-16,2 2-5 15,-3 5 6-15,-9 12 3 16,-5 9 4-16,-5 7 5 0,-4 1-20 15,0 3-17 1,0 3-23-16,-19 30-39 0,4 0-51 16,0-8-1091-16</inkml:trace>
  <inkml:trace contextRef="#ctx0" brushRef="#br0" timeOffset="16201.21">10110 6692 1471 0,'0'0'219'0,"0"0"-142"0,0 0-13 0,0 0 32 15,0 0-17-15,0 0-36 16,-7-20-25-16,24 42-3 16,10 9 50-16,7 3 56 0,1 1-21 15,0-4 38 1,1-5-32-16,1-8-15 0,3-8-8 15,5-10-15 1,2 0 5-16,8-20 11 16,15-25-11-16,13-29-24 15,12-28-23-15,4-10-25 16,-13 2-1-16,-20 28-12 0,-22 26-72 16,-15 18 14-16,-8 10 7 15,-5 1 15-15,0 5 20 16,-3 4-4-16,-6 9 4 15,-6 9-12-15,-1 0-19 16,-13 44-31-16,-6-2-87 16,-2 0-900-16</inkml:trace>
  <inkml:trace contextRef="#ctx0" brushRef="#br0" timeOffset="21151.61">5899 6749 773 0,'0'0'40'0,"0"0"15"0,0 0 3 0,0 0-19 16,0 0-23-16,0 0-15 16,0 0 1-16,107 76 89 0,-53-20 62 15,5 4 49-15,-1 2-69 16,6-5-22-16,-2-8-57 15,3-8 18-15,-6-5-11 16,2-16-27-16,-2-12-8 16,-5-8-4-16,-2-24-3 15,-3-17-3-15,2-12-2 16,-2-8-4-16,2-1-9 16,4 6-1-16,-3 9-1 15,5 13-12-15,-2 15 11 16,0 12 2-16,3 7-1 15,4 10 1-15,0 12 12 16,1 12 15-16,6 3 11 0,-6 3-21 16,2 3-15-1,-6 1 8-15,-5-4-10 0,-6-1 2 16,-11-9-1-16,-6-9 0 0,-4-9 1 16,-2-12 0-1,2-4 13-15,4-22-2 0,7-9-7 16,9-5-5-1,3-2 5-15,11 4-6 0,0 9 2 16,3 8-1 0,7 12 6-16,5 9-4 0,20 7 12 15,12 20 14 1,5 7 2-16,-6 0-9 0,-14-4-13 16,-6-3 3-16,-1-2-4 15,6-5-1-15,1-8-6 16,0-6 7-1,-7-6-2-15,-4-18 1 16,-15-7-1-16,-13-2-5 0,-12 4 11 16,-2 1-11-1,2-5 0-15,6 4 0 0,0 1 0 16,-8 7 0-16,-4 8 1 16,-3 7-1-16,1 0-1 15,3 2 0-15,11 14 1 16,16 5 16-16,24 4 9 15,18 0 14-15,6-5 3 16,-7-10 0-16,-14-10-2 16,-12-5-9-16,-4-15-8 15,-12-4 0-15,-10 2 1 16,-12 1-4-16,-4-2-3 0,3-5-6 16,0-3-2-16,0-6 7 15,-8 1 4-15,-6 2-5 16,-5-1 5-1,-2 3-8-15,-6 4-2 0,1 1-4 16,-5 6-1-16,-5 3-5 16,-1 3 11-16,-3 1 2 15,0 2 2-15,0-1-8 16,0 2-8-16,-6 1 1 0,2 2 5 16,-1-1-6-1,0 4-51-15,-6 0-91 16,5 4-154-16,-3-1-296 0</inkml:trace>
  <inkml:trace contextRef="#ctx0" brushRef="#br0" timeOffset="21301.11">11352 6610 1748 0,'0'0'537'0,"0"0"-470"0,0 0-50 0,0 0-16 0,0 0-1 15,0 0-115 1,0 0-229-16</inkml:trace>
  <inkml:trace contextRef="#ctx0" brushRef="#br0" timeOffset="25268.89">21077 6666 374 0,'0'0'207'0,"0"0"-54"0,0 0 40 15,0 0-9-15,0 0 27 16,0 0-20-16,0-21-9 16,0 20 0-16,0-3-5 0,0 4-23 15,0 0-8 1,0 0 5-16,0 0-36 16,0 0-38-16,0 0-36 0,4 16-17 15,5 10 10 1,6 6 73-16,1 4 4 15,2 1-33-15,0-1-14 16,-1-7 8-16,1-3-37 0,1-8-2 16,7-5 20-16,6-7 22 15,19-6-10-15,28-26 2 16,29-27-1-16,10-9-16 16,1-8-22-16,-13 4-7 15,-11 10-13-15,-18 10-1 16,-14 13 2-16,-18 11-8 15,-10 4 0-15,-1-1 4 0,0 2-5 16,0 1-2 0,-12 4-5-16,-5 6 7 0,-8 2-1 15,-1 2-10 1,-6 1-6-16,-2 1 2 0,0 0-85 16,-30 0-101-16,-7 1-345 15,-8 1-784-15</inkml:trace>
  <inkml:trace contextRef="#ctx0" brushRef="#br0" timeOffset="31169.01">14235 6484 748 0,'0'0'616'0,"0"0"-323"0,0 0-8 0,0 0-65 16,0 0-1-16,0 0-65 0,-5 0-41 15,5 9-47-15,14 9-11 16,6 7 100-16,5 6-8 15,-2 2-24-15,-1 2-27 16,1 0-5-16,2-5-18 16,-5-5-10-16,4-4-12 15,2-6-4-15,2-7 10 16,5-8 0-16,17-15 7 16,20-29 16-16,4-9-7 15,-7 1-22-15,-3-2-25 16,-15 9-4-16,7-5-13 0,8-9-9 15,-2 1-1 1,-2 5 0-16,-3 1 1 0,-2 3 0 16,-8 3 0-1,-7 9 0-15,-8 6 0 16,-9 9-5-16,-8 9 4 0,-7 4-13 16,-6 9 0-16,-2 0 1 15,-13 0-32 1,-12 16-84-16,-25 34-140 0,4-4-441 15,15-3-1176-15</inkml:trace>
  <inkml:trace contextRef="#ctx0" brushRef="#br0" timeOffset="32184.92">17569 6820 348 0,'0'0'512'0,"0"0"-225"0,0 0-2 16,0 0-16-16,0 0 21 16,0 0-9-16,0 0-21 15,-28-21-53-15,28 19-16 16,3 2-13-16,20-1-33 16,26 1-12-16,31 0-8 15,40-2-34-15,18-3-1 16,7-2-27-16,-4-5-1 15,-14 1 1-15,-6 1-20 16,-9 0-23-16,-10 3-19 0,-25 3 5 16,-22 0 1-1,-17 0-6-15,-9 2 0 0,4-1 0 16,-3-2 0 0,-5 3 0-16,-7-1 0 0,-10 3-1 15,-8 0-6-15,-2 0-52 16,-31 0-112-16,-32 10-70 15,-31 11-255-15,9-1-140 0,11-4-463 0</inkml:trace>
  <inkml:trace contextRef="#ctx0" brushRef="#br0" timeOffset="32548.9">17687 7007 76 0,'0'0'1356'0,"0"0"-1151"16,0 0-44-16,0 0 48 15,0 0 13-15,0 0-26 16,0 0-25-16,-60 8-36 16,76-3-12-16,10-3 61 15,28 1 15-15,41-3-23 16,44-14-65-16,22-9-19 15,9-4-19-15,-10 4-19 0,-25 6-6 16,-15 3-21 0,-29 3-9-16,-22 4-6 15,-28 3 3-15,-9 0-9 16,-3 1-4-16,-5 0-2 16,0-1 7-16,-12 2-7 0,-7 1 0 15,-5-1-7 1,0 1-12-16,-23-1-91 0,-44 2-80 15,1 0-291-15,-2 0-221 0</inkml:trace>
  <inkml:trace contextRef="#ctx0" brushRef="#br0" timeOffset="37949.07">12406 5214 1187 0,'0'0'168'0,"0"0"-26"0,0 0 15 16,0 0 55-1,0 0-61-15,0 0-45 0,15-23-58 16,7 43-18-16,13 7 50 0,26 13 23 31,22 6-24-31,25 0-24 0,16-6-14 16,5-21-2-16,0-14-5 15,-7-10-7-15,0-17-6 16,-2-10-6-16,-5-8-6 16,-7 1-3-16,-7-3-5 15,-5 9 7-15,-21 7-7 16,-15 8-1-16,-15 6 1 16,-10 8-1-16,4 0 0 15,5 4-1-15,6 6 2 0,0 15-1 16,0 6 0-16,16 10 0 15,17 5 6-15,24 0 5 16,9-4 4-16,5-20 7 16,-3-10 0-16,-11-8-10 15,5-8-1-15,0-15-10 16,-3-4 5-16,-9-1-5 16,-4-1-1-16,-23 7 1 15,-15 5 1-15,-13 9-1 0,-9 2-1 16,1 2 1-1,3 4 1-15,8 0-2 0,-8 3 2 16,0 12-1 0,4 3 0-16,7 6 0 0,14 2-1 15,15 2 0 1,25-6 0-16,5-7 2 0,2-10 13 16,-4-5-5-16,-7-5 1 0,0-14-4 15,1-2 2 1,-4-4-8-1,-3-1 1-15,-11-2 4 0,-12 6-5 16,-17 4-1-16,-15 6 1 16,-2 2-1-16,4 0 1 15,8 0 0-15,0 4 0 16,1 6 0-16,1 0-1 0,0 0 0 16,4 9 1-1,5 5 0-15,13 6 0 16,18 3 5-16,13 3-4 15,-10-3 7-15,-17-10-9 0,-25-6 2 16,-13-7-2 0,2 0 2-16,10 0-1 0,2-13 8 15,-2-4-3 1,-5-6 5-16,-3-4 34 0,-1 0-17 16,-5 4-13-16,-5 0-8 15,-3 5 5-15,-3 4 5 16,0 5 1-16,-2 2 0 0,0 6-6 15,-1 1-2 1,2 1 1-16,-2 16 4 16,1 5 0-16,-3 8 0 15,4 3 6-15,-6 3 1 16,1 2 5-16,-8-3-4 0,2-3-4 16,-6-4-5-16,1-5-4 15,-2-5-4 1,-5-4-5-16,-3-7 1 0,2-1-1 15,-2-6-1-15,0 0-1 16,0-6-112-16,0-8-193 16,-5-5-584-16</inkml:trace>
  <inkml:trace contextRef="#ctx0" brushRef="#br0" timeOffset="38100.29">19318 5301 2198 0,'0'0'268'0,"0"0"-161"0,0 0-70 0,0 0 32 16,0 0 10-1,0 0-38-15,0 0-41 0,-108-7-204 16,46-6-1440-16</inkml:trace>
  <inkml:trace contextRef="#ctx0" brushRef="#br0" timeOffset="39151.07">15207 4153 1685 0,'0'0'315'0,"0"0"-170"15,0 0 80-15,0 0-87 16,0 0-73-16,0 0-44 15,2 124 25-15,27-20 51 0,2-1-36 16,3-20-4 0,-4-23 10-16,-9-19-29 0,4 2-25 15,-6 2-12 1,-1 1-1-16,-7-15 2 0,-5-14-2 16,-6-16 1-16,0-8-2 15,-6-41-15-15,-13-38-35 16,-9-44 14-16,1-22 28 15,12-3 9-15,10 17-2 16,5 41-7-16,8 34 8 0,4 22 2 16,5 13 4-1,5 4-4-15,2 6-1 0,9 4-1 16,0 14 0 0,-3 12-1-16,2 20 1 0,-8 15-1 15,-10 10-5-15,-10 6 7 16,-4-1 1-16,-21 4 0 15,-16-5 0-15,-6-2-1 16,-5-8 1-16,6-10-1 16,7-13 1-16,17-8-1 15,9-8-1-15,9-5-12 16,12-2-2-16,21-4 4 16,11-1 10-16,11 0-59 15,7-4-34-15,0-7-25 16,-4-5 9-16,-8-5 45 15,-10-5 41-15,-4-8 23 16,-11-4 1-16,-8-2 6 16,-8-2 9-16,-8 7 53 15,-1 6 40-15,0 9 22 16,-3 9-41-16,-1 11-22 0,1 0-35 16,3 26-31-16,0 23 5 15,7 21 6-15,9 4 0 16,3-6-4-16,-3-11 1 15,-2-14-8-15,-4 2 8 16,-1-3-9-16,0-11 0 16,-4-15 0-16,-3-16 0 0,1-8 14 15,4-39 4 1,3-41-9-16,-5-39-8 0,4-14 0 16,-1 22-1-1,-3 38 0-15,0 41 1 0,0 17 13 16,-2 10 53-16,2 6-10 15,4 7-35-15,7 11-21 16,12 36 5-16,16 28 5 16,5 23-5-16,-4 9 1 15,-10-20 5-15,-17-23-6 16,-7-29-5-16,-3-5 0 16,-2-1-1-16,1-6-24 15,-3 0-160-15,-8-23-33 16,-9 0-118-16,-10-4-440 0</inkml:trace>
  <inkml:trace contextRef="#ctx0" brushRef="#br0" timeOffset="39319.19">15767 4356 1403 0,'0'0'319'0,"0"0"-239"0,0 0-58 15,73 3-10 1,9-8 61-16,35-10-11 0,12-5-62 15,-7-3-17 1,-34 7-255-16,-32 2-664 0</inkml:trace>
  <inkml:trace contextRef="#ctx0" brushRef="#br0" timeOffset="39782.57">16853 3845 1721 0,'0'0'268'0,"0"0"10"16,0 0-38-1,0 0-50-15,-97-15-57 0,59 51-51 16,0 30 10-16,5 27-19 16,8 12-21-16,23-3-2 15,3-10 4-15,20-24-17 16,2-16-14-16,1-15-10 15,2-10-2-15,11-1-5 16,3-8 1-16,2-3-7 0,2-13 1 16,-5-4 5-1,-3-22-6-15,-8-12-1 0,-7-12-29 16,-9-5 6 0,-12-1 11-16,-3 6 4 0,-22 11-5 15,-13 9 14-15,-9 11-15 16,-10 12 7-16,2 5 8 15,7 0 0-15,14 5 9 0,15 5-3 16,16 3 0 0,11-3 1-16,41-4 16 0,43-4 16 15,32-2 25 1,3-13-25-16,-20-5-18 0,-35 3-8 16,-36 1-12-1,-4 3 0-15,-4 0-1 0,-7-7-16 16,-1 8-221-16,-18 0-493 0</inkml:trace>
  <inkml:trace contextRef="#ctx0" brushRef="#br0" timeOffset="49979.15">13958 8594 885 0,'0'0'192'0,"0"0"17"0,0 0 5 0,0 0-13 0,0 0 10 15,0 0-57 1,-20-8-42-1,35 8-12-15,26 0 36 0,41 0 17 16,52 0-1-16,32 0-58 0,21-3-15 16,6-8 16-1,-8-1 5-15,3-2-1 16,-11 4-33-16,-15 2-33 16,-22 3-8-16,-26 2-10 15,-15-1-3-15,-26 4 6 16,-23 0 4-16,-13-2-8 15,-10 2-7-15,-1-1-5 0,-6-1-1 16,1 2 0 0,-10-1 0-16,-4 1-2 0,-6 0-2 15,-1 0-65 1,0-2-216-16,-8-2-304 0,0-2-852 0</inkml:trace>
  <inkml:trace contextRef="#ctx0" brushRef="#br0" timeOffset="50751.31">16765 7907 1122 0,'0'0'316'0,"0"0"48"0,0 0-28 0,0 0-23 0,0 0-70 0,0 0-24 16,0 0-90-16,-8-5-63 16,8 5-38-16,0 0-19 15,0 15-3-15,11 8 6 16,7 8 23-16,-2 6 16 16,5 1-15-16,0-2 17 0,-3-4-21 15,-1-4-10 1,2-9 8-16,-3-2-10 0,-1-5-5 15,0-6 1 1,0-6 2-16,9 0 3 0,8-13-4 16,23-20 13-16,24-23-11 15,23-19 2-15,5-5-19 16,-5 4-1-16,-21 20-1 16,-23 16-3-16,-14 15-19 15,-10 4-1-15,5-1 22 16,3-3-6-16,-1 2-11 15,-3 3 12-15,-8 5 4 16,-8 3 2-16,-7 4-6 16,-6 2-2-16,-2 3 1 0,-5 2-7 15,-2 1-11 1,-3 0-11-16,-63 45-24 0,2-2-61 16,-19 5-732-16</inkml:trace>
  <inkml:trace contextRef="#ctx0" brushRef="#br0" timeOffset="61399.29">5899 5514 659 0,'0'0'118'0,"0"0"-70"0,0 0 4 0,0 0-3 0,-73 25 3 16,50-7 23-16,4 7 6 15,-8 6 2-15,-1 5-27 16,-4 6-4-16,4 5 6 16,-2 7 5-16,1 12-2 0,2 19-3 15,6 15-9-15,7-9-5 16,10-18-5-16,4-20-11 16,4-17 4-16,14 6 5 15,6 6 5-15,11 7 4 16,5-3-8-16,4-3-3 15,6-4-6-15,4-4-4 16,1 1-6-16,3-4-7 16,1-1-1-16,-1-3 0 15,8 0-1-15,-3-1-9 16,1 0 8-16,-1-3-9 16,3 2 2-16,-4-4-1 0,3 0 0 15,2 0 1-15,3 4-1 16,21 0 6-16,22 1 40 15,11-3 31-15,5-8-38 16,-3-8-16-16,-6-6-3 16,7-4-2-16,2 2-13 0,1-6 3 15,-4 0-8 1,2 0 5-16,-2 0 2 0,1 0-7 16,3-7 2-1,-3-2 9-15,1-2-6 0,-7 0-6 16,-4-3 1-16,-7 6 5 15,-8-4-5-15,-11 4 5 16,-3 1 0-16,-7 0-4 16,-14 1 11-16,-12 4-7 15,-12-3 0-15,-2 2-5 16,9-1 5-16,9-3-6 16,7-1 1-16,13-2 5 15,-8 0-6-15,-2-2 12 0,13-3 0 16,2-2 6-1,26-8 23-15,1 0-8 0,-7 0-12 16,-11 2 6 0,67-13 13-1,-83 18-33-15,-4 2-6 16,1-2 5-16,-14 2 0 16,-6 4 5-16,-10 0-1 15,-3 1 8-15,8-4-2 0,7-1-2 16,5-4-2-1,-1-3 0-15,-4-1 1 16,-1-2 3-16,-2-2-1 0,-3-4 3 16,0 0-1-16,-3-2 1 15,-3 1-2-15,0-1 5 16,-6-1-2-16,1 3 8 16,-4 0-1-16,-2-1-2 0,-5-1 0 15,-3-1 6 1,-2-5 7-16,-4-2 20 15,-2-4-9-15,-6-3-12 0,-3-5-8 16,-5 6-4-16,-3-4 5 16,-5 2-7-16,-12-1 6 15,-9 0-10 1,-3 2-4-16,-9 0-8 0,-4-2 3 16,-9 2-3-1,-4 3 0-15,-15 0 1 0,-20 0-1 16,-22 5-6-16,-10 3 0 0,1 13-7 15,-5 6 7 1,3 7 0-16,-13 4 0 0,-9 2 0 16,-3 2 10-1,-1 4-8-15,2 0 4 0,0 0-6 16,-1 4-7 0,1 4-4-16,-2 0 5 0,3 2 6 15,3-5 1 1,4 4 1-16,6-3-2 0,4 0-6 15,5-3 5-15,5 0-5 16,-1-1 6-16,7 1-1 16,-2 4 1-16,2-2 0 15,1 0 0-15,0 0-8 16,1 2 7-16,4-3-5 16,-4 0 5-16,1-1 0 0,-1 4 0 15,6-1 1 1,4-1 0-16,0 2 0 0,8 2 1 15,-2-1-1 1,7 2-1-16,3-3 0 0,15 2 0 16,14-4 1-1,11-2-1-15,-2 0 1 16,-1 0 0-16,-10 3 0 16,-7 2-7-16,4 4-31 0,-2 4-42 15,3 9-91 1,-22 25-47-16,13-6-139 0,11 0-348 0</inkml:trace>
  <inkml:trace contextRef="#ctx0" brushRef="#br0" timeOffset="62699.05">22704 5411 966 0,'0'0'149'0,"0"0"-98"0,-106-83-5 0,51 43 66 0,-16-5 40 16,-22-7 26-16,-28-2-81 15,-12 1 41-15,0 9-34 16,1 10-13-16,9 12-43 15,-5 5-33-15,-6 9-5 16,-2 8-8-16,-3 2 4 16,4 26-6-16,1 18 0 15,4 13-1-15,0 4 1 16,7 12 1-16,7 3 63 0,11 8-32 16,8 9 29-1,8 3-18-15,10 5 13 16,10 9 19-16,12 8-3 0,11 11-2 15,11 6-16-15,8-1 27 16,17 2 5-16,10-7-1 16,9-8 8-16,24-2-24 15,20-4 7-15,18-3-10 16,24-2-15-16,21-10-18 0,29-11 3 16,20-15 9-1,25-15 7-15,14-13 8 16,20-16-28-16,14-16 10 15,6-16-5-15,1-4-2 0,-1-26-11 16,-11-14-17 0,-9-13-6-16,-18-21 8 0,-16-17 9 15,-22-9-17 1,-24-4-1-16,-25 6-1 0,-24 3 1 16,-20 4 2-16,-16-1-1 15,-16-4-1 1,-11-2-25-16,-16-3 14 0,-12-8-7 0,-4-6-7 15,-20 3-10 1,-19 0-7-16,-13 12 0 16,-11 9 24-16,-17 3-40 15,-6 11-7-15,-7 7 16 16,-4 13-27-16,3 9-5 16,1 12 15-16,18 10 6 15,16 15-31-15,13 5 65 16,7 5-4-16,-7 3-29 0,-5 2 42 15,-7 0 11-15,0 7-28 16,0 10-27-16,-22 24 32 16,15-7 0-16,10-3-517 0</inkml:trace>
  <inkml:trace contextRef="#ctx0" brushRef="#br0" timeOffset="62879.36">22816 5492 2244 0,'0'0'169'0,"0"0"-131"0,0 0-3 0,0 0 24 0,0 0 11 16,0 0-57 0,-78 22-13-16,30-5-479 0</inkml:trace>
  <inkml:trace contextRef="#ctx0" brushRef="#br0" timeOffset="64219.35">16312 10571 1145 0,'0'0'289'0,"0"0"-32"0,0 0-8 0,0 0-84 16,0 0 4-1,0 0-15-15,-49 0-35 0,52 0-51 16,18 0-20-1,9 2 13-15,10-2-16 16,10 0-23-16,6 0-21 16,-3-7-1-16,1-1-132 15,-2-2-174-15,-12 3-284 16,-13-1-377-16</inkml:trace>
  <inkml:trace contextRef="#ctx0" brushRef="#br0" timeOffset="64401.23">16287 10687 1278 0,'0'0'279'16,"0"0"-84"-1,0 0-77-15,0 0 65 0,0 0 18 16,147 2-92-16,-26-18-63 16,17 1-28-1,-4 1-18-15,-37 7-111 16,-40 7-425-16</inkml:trace>
  <inkml:trace contextRef="#ctx0" brushRef="#br0" timeOffset="69200.78">9611 11479 513 0,'0'0'241'0,"0"0"-91"0,0 0-7 16,0 0 22-16,0 0 19 15,0 0-21-15,-12-16-1 0,12 15 12 16,0 1-29-1,0 0-5-15,0 0-12 0,0 0 14 16,0 0-30 0,4 0-38-16,15 0-29 0,14 0 36 15,27 5 20 1,29 0 8-16,28 0-4 0,17-2-6 16,-3-3-8-16,-10 0-25 0,-12 0-5 15,-6 0 7 1,-5-1-13-16,-11-5-4 0,-12 2-16 15,-20 0-4 1,-18 1 4-16,-4 2-13 0,-2-2 1 16,-1 3 2-1,0 0-19-15,-11 0 11 16,-6 0-16-16,-7 0 6 16,-2 0 5-16,-4-1-11 15,4 1 7-15,-4 0-7 0,0-2-1 16,0 0 0-1,0 2 0-15,0-3-48 16,-9 0-84-16,-4 3-203 16,-2-1-519-16</inkml:trace>
  <inkml:trace contextRef="#ctx0" brushRef="#br0" timeOffset="72180.99">15591 11246 541 0,'0'0'379'0,"0"0"-157"0,0 0-36 0,0 0 14 16,0 0 11-16,0 0 9 16,-5-4-19-16,5 2-16 15,0 1-27-15,0 1-42 16,0 0-13-16,0 0-27 15,0 0-25-15,0 9-12 16,0 9-6-16,5 5 94 16,3 0-31-16,1 2-27 15,6-4-29-15,5-6-5 16,3-4 26-16,11-6 2 16,4-5 19-16,9 0-11 15,18-23-7-15,-2-4 4 16,5-6-13-16,-1-1-7 0,-7 2-12 15,4-2 0 1,-6 0-15-16,-7 2-9 16,-2 0-3-16,-2 4-1 15,-6 1-8-15,-5 2 1 0,-4 2 1 16,-7 1-1-16,-4 7 5 16,-7-2-6-16,-2 6 0 15,-4 4 0-15,-6 3-11 16,1 4-16-16,-1 0-109 15,-2 36-151-15,2 0-419 16,-2 4-729-16</inkml:trace>
  <inkml:trace contextRef="#ctx0" brushRef="#br0" timeOffset="76749.94">9518 13737 850 0,'0'0'331'0,"0"0"-116"0,0 0-41 16,0 0 26-16,0 0-16 0,0 0 3 16,40-5 8-16,-11 5-36 15,8 0-35 1,9 2-9-16,4 7-18 0,7-1-1 15,2 0-14-15,2-1-1 16,2-2-24-16,1-3-8 16,-5-2-19-16,2 0-9 15,-3 0-6-15,0 0-6 16,-3 0-1-16,-3 0-7 16,1-2 7-16,-2-3-7 15,-3 0 5-15,-2-1-5 0,-1-1-1 16,-2 0 0-1,-5 0 1-15,-2 0-1 0,0-1 1 16,-3 1-1 0,-1-1 1-16,-1 0 0 0,0-2 0 15,1 3 0 1,4-2 0-16,-4 3 0 0,-2 0 0 16,2-2 0-1,-1 3-1-15,-2-3 0 0,0 1 6 16,0-3-5-16,-1-2 0 0,0 0 1 15,2-2-1 1,0-2 5-16,-2-2-4 16,4-2-1-16,-4 2 0 15,0-3 7-15,-1 1-7 16,-4-1 5-16,2-2-5 16,-3 2 6-16,-2-2 4 15,-5 1 1-15,2-1 1 16,-6-2 10-16,1-1-11 15,0-1-12-15,-1 1 12 0,1 1-11 16,-2 0 0 0,2-2 0-16,-2 5 13 0,1-3-14 15,-1 5 7 1,1-3-7-16,-2 1 7 0,-2-2 4 16,-3-2-2-16,1-2 3 15,-4 0-2-15,-1 0 1 16,0 0-5-16,0 1 9 0,-8 1-5 15,-3 1 4 1,-4 2-4-16,-4 1 2 0,-4-1-6 16,-5 2 3-1,-9 0 0-15,-4 1-9 0,-7 0 0 16,-6 2 0-16,-15-1 3 16,-15 3-3-16,-16-1 0 15,-3 0 0-15,18 8 0 16,21 0 9-16,19 5-8 15,5 0-1-15,-6-2 4 16,-4 1-2-16,-7-2-3 16,5 0 2-16,3 0 6 15,3 1-6-15,-2 1-1 16,6-1 0-16,-4 4-1 16,1-2 1-16,0 4-9 15,3 0 8-15,2 0 1 16,-3 0-11-16,0 0 11 0,2 0-1 15,-1 6 1 1,-1 0-1-16,3-1 1 0,-4 4-1 16,3 1-7-1,-3 2-1-15,-2 2 8 0,4 0-1 16,-3 4-5 0,0-1-4-16,-2 3 11 0,0 0 1 15,4 2 0-15,0 0 1 16,6 1-2-16,2 0 0 15,0 2-7-15,6 0 7 16,-1 3-4-16,3 0 2 16,0 4 2-16,2 5 0 15,1 1 0-15,2 7 0 16,2 7 1-16,2 1 5 16,5 5 7-16,1 4-7 0,7 1 2 15,5 1-1 1,0-2 4-16,5-1-4 0,12-3 1 15,3-3 1-15,6-3 7 16,5-6-1-16,4 0 8 16,3-7-2-16,3-5 9 15,2-6-8-15,-1-6-1 16,-2-6-3-16,0-10-1 16,-4-1-8-16,-2-5 7 15,-1 0-4-15,-4 0-10 0,-7-5-2 16,0-1 0-1,-3-2 7-15,-6 0-5 0,1 2-2 16,-5 0 0 0,-2 0-1-16,0 1-5 0,-4-2-42 15,0 1-55 1,-3-1-46-16,-5-6-152 0,-13 3-371 16,-4 0-832-16</inkml:trace>
  <inkml:trace contextRef="#ctx0" brushRef="#br0" timeOffset="76931.21">9640 13841 2273 0,'0'0'285'0,"0"0"-193"0,0 0-38 16,0 0-38-16,0 0 2 0,0 0-12 15,0 0-6-15,78-38-351 16,-51 21-825-16</inkml:trace>
  <inkml:trace contextRef="#ctx0" brushRef="#br0" timeOffset="78698.97">16448 13096 1114 0,'0'0'317'0,"0"0"-93"0,0 0-8 0,0 0-5 16,0 0-13-16,0 0-20 15,-21-6-41-15,21 6-9 16,0 0 3-16,0 0-10 16,0 0-4-16,0 0-27 15,0 5-30-15,5 13-2 16,8 7 36-16,3 9-17 16,4 4-13-16,2 6-10 15,1-1-16-15,-3 3 2 16,2-2 2-16,-5-5-3 15,3-4-7-15,-4-7-10 16,-2-10-4-16,3-3 0 16,-4-8-1-16,2-7 2 0,6 0 17 15,5-12-3 1,7-18 14-16,9-12-20 0,21-19-9 16,16-20-15-16,22-17 3 15,6-1-12-15,-5 9 6 16,-7 13-2-16,-11 9-11 15,-3 1 11-15,-11 9 1 16,-16 10 0-16,-11 8-5 16,-7 7-1-16,6-2 5 15,5-4 2-15,-1 0-1 0,-8 6-13 16,-5 5 14-16,-6 6-1 16,-5 4 1-16,-8 3-16 15,-2 6 2-15,-5 3 8 16,-5 3-7-16,-2 3-4 15,0 0-10-15,0 0-12 16,-36 14-13-16,-5 9-235 16,-15 3-805-16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18:35.896"/>
    </inkml:context>
    <inkml:brush xml:id="br0">
      <inkml:brushProperty name="width" value="0.05292" units="cm"/>
      <inkml:brushProperty name="height" value="0.05292" units="cm"/>
      <inkml:brushProperty name="color" value="#FF0000"/>
    </inkml:brush>
  </inkml:definitions>
  <inkml:trace contextRef="#ctx0" brushRef="#br0">819 5137 1066 0,'0'0'582'0,"0"0"-326"0,0 0-39 16,0 0-55-16,0 0-16 15,0 0-30-15,13 9-41 16,4 2 25-16,2 6 18 15,5 9 0-15,4-2 0 16,-1 5-13-16,0-4-16 16,0 1-19-16,-5-2-6 15,4-6-7-15,-5-4-7 16,4-6 4-16,2-6 7 16,6-2 1-16,7-20-17 15,27-20-9-15,22-26 15 16,18-21-17-16,-7 4-16 15,-23 12-9-15,-23 21-3 16,-15 13 3-16,2-5-8 0,-1-4 0 16,6-3-1-1,-7 8-2-15,-8 8-3 0,-4 6 5 16,-9 6 0-16,-6 5-1 16,1 5 0-16,-6 2-5 15,0 1 5-15,-3 5-8 0,-3 0-3 16,-1-1-5-1,3 4-5-15,-3 0-16 16,0 0-13-16,-11 0-33 16,-13 10-367-16,2-2-794 0</inkml:trace>
  <inkml:trace contextRef="#ctx0" brushRef="#br0" timeOffset="43510.7">11020 8603 1739 0,'0'0'541'0,"0"0"-287"0,0 0-34 0,0 0-5 16,0 0-29-16,24 1-45 0,9-11-38 16,23-2-21-1,3-2-22-15,7-1-19 0,2 0-19 16,-10 5-11-1,3-2-4-15,-5 4-5 16,-11 1-2-16,-8 5-58 16,-10 2-110-16,-21 2-189 0,-6 10-313 15,-6 3-226-15</inkml:trace>
  <inkml:trace contextRef="#ctx0" brushRef="#br0" timeOffset="43730.16">10847 8933 1996 0,'0'0'537'0,"0"0"-282"15,0 0-25-15,0 0 8 16,125-48-67-16,-38 19-69 16,34-8-36-16,13 2-32 15,4 2-11-15,-9 11-22 16,-30 5 11-16,-21 4-12 15,-20 3-64-15,-1-7-89 16,-20 6-213-16,-4-7-410 0</inkml:trace>
  <inkml:trace contextRef="#ctx0" brushRef="#br0" timeOffset="45747.72">6987 5792 1275 0,'0'0'378'0,"0"0"-112"0,0 0-6 0,0 0-3 0,0 0-50 16,0 0-28-1,9 3-28-15,9-3 15 0,7 0-48 16,7 0-25 0,2 0-26-16,4-3-28 0,-1-7-13 15,3 3-11-15,-2 0-14 16,-4 1 1-16,-4 0-2 15,-6 3-80-15,-8 2-160 16,-9 1-140-16,-7 0-427 16,0 0-502-16</inkml:trace>
  <inkml:trace contextRef="#ctx0" brushRef="#br0" timeOffset="45998.19">7065 6006 1830 0,'0'0'598'0,"0"0"-366"16,0 0-4-16,0 0 31 15,0 0-18-15,79-12-72 16,-36-1-31-16,9-2-33 0,4-2-37 16,18-5-19-1,-5 0-20-15,-3-1 5 0,3 1-17 16,-17 5-16-1,0 0 5-15,-15 6-6 16,-16 4-112-16,-7 1-106 16,-10 2-311-16,-4-2-819 0</inkml:trace>
  <inkml:trace contextRef="#ctx0" brushRef="#br0" timeOffset="66009.78">3656 6720 1114 0,'0'0'214'0,"0"0"-63"0,0 0-7 0,0 0-51 16,0 0-9-1,0 0 28-15,31 0 11 0,2 0 16 16,13 0-9-16,9 0-16 15,5 0-31-15,6 0-4 16,-3 7-9-16,1 1 1 16,-1-1-11-1,14 3-12-15,-8-3-14 0,1 0 17 16,2-3 9-16,-2-2-14 16,23-2-1-16,5 0 6 15,3 0-15-15,-8 0-11 16,-11 0-5-16,-7-2-1 15,3-1 1-15,-15 2-1 16,-8-1 1-16,-9-2 2 16,-6 3-7-16,13-2-7 15,4-1 11-15,14-1 15 16,-3 2-5-16,1-3-13 0,7 2 8 16,10-2-16-16,24 2 5 15,2 0 7-15,-5-1-19 16,-2 2 22-16,-11 1-7 15,6-3-8-15,5 4-7 16,-4-1-1-16,-3-2 0 0,-5 3 1 16,-2-1 1-1,1 2 4-15,-3 0 6 16,0 0-5-16,3 0 2 0,-1-1-3 16,0-1-5-1,6 0 1-15,-3-4 8 0,-4 0-9 16,1 0 8-1,-3-2 6-15,1-2-7 0,1 2 17 16,3 0 1 0,-6 2-13-16,2 2 7 0,-4 0 4 15,-3-2-9 1,4 6-5-16,-1-3 14 0,-2 2 9 16,-3 1-10-1,-3-1 11-15,-11 1 4 0,-13 0-2 16,-9 0 13-16,-6 0-11 0,7 0-8 15,3 0 7 1,4 0-37-16,-6 0 0 0,1 0 0 16,-9 1 0-1,1 0 0-15,-6 2 0 0,-4-3 0 16,-4 0 0-16,-6 2 0 16,-2-2 0-1,-4 0 0-15,-4 0 0 16,-2 0 0-16,-4 0 0 0,0 0 0 15,-3 0 0-15,0 0 0 16,0-2 0-16,-3-3 0 16,3-28-210-16,0 2-381 15,6-15-1138-15</inkml:trace>
  <inkml:trace contextRef="#ctx0" brushRef="#br0" timeOffset="86099.8">14576 4200 1287 0,'0'0'226'0,"0"0"-108"0,0 0 15 16,0 0 39-16,0 0-28 0,0 0-28 15,-11-47-34-15,11 47-23 16,0 0-10-16,4 14-3 16,10 8 53-1,8 9-21-15,3 5-7 0,2-1-1 16,3-3-13-16,-1-5 4 0,5-9 3 16,4-8 7-1,3-10-10-15,5-10 9 16,8-26 5-16,9-16-12 15,10-25-18-15,5-26-6 16,-5-8-20-16,-10-1-18 16,-12 10 0-16,-12 25-1 15,-8 18-15-15,-9 16-26 16,-4 10 8-16,2-1-17 0,-3 4-7 16,-3 7 14-16,-5 7 10 15,-9 16 4-15,0 4-12 16,-32 66-61-16,-3-5-85 15,-13 9-768-15</inkml:trace>
  <inkml:trace contextRef="#ctx0" brushRef="#br0" timeOffset="111831.98">12362 12593 425 0,'0'0'75'0,"0"0"-53"0,0 0-15 0,0 0 31 0,-46 0 69 16,40 0 7-16,5 0-20 15,1 0-18-15,0-2 14 16,0 1 10-16,0-3 52 16,0 2 16-16,4-1-101 15,8-2-6-15,2 2-7 16,5-4 6-16,6 4 7 15,3 1-6-15,4-2 7 16,3 3-2-16,4-1 4 16,0 1-17-16,1 1-14 15,0 0 3-15,0 0-3 16,-4 0-6-16,0 4-2 0,-1 2-6 16,1-3 8-16,-2 2-8 15,1-2-6-15,2-1-2 16,-2-2 0-16,1 0 0 15,-1 0-10-15,3 0 9 16,-3 0-15-16,-2 0 13 16,6 0-14-16,-4 0 7 15,2 0-7-15,-2 0 1 16,-1 0 10-16,3 0-4 16,-1 4 2-16,6-1-8 15,-2 0 5-15,2 1 2 16,-1-3-1-16,3 1-1 0,-2-1 5 15,3-1-1-15,-1 0 0 16,-1 2 1-16,1-2-5 16,-3 2 3-1,0 0-3-15,-2 1 1 0,-2-2 1 16,1 0 2-16,2 0-3 16,3-1-5-16,0 2 19 15,6-2 1-15,2 0 0 16,-1 0-7-16,-5 2 8 15,3-1-11-15,-8 2-11 0,0-1 13 16,-4 2-7 0,0-2 1-16,-4 1 2 0,-1 0 2 15,-1-1 9 1,0-2 3-16,-4 0 3 0,-2 0 10 16,3 0-12-16,-2 0 1 0,1 0 1 15,0 0-5 1,4 0-1-16,-1 0 3 0,2 0-3 15,-1 0-3 1,2-2-3-16,0-1 4 16,0 3-8-16,1-2 16 15,-2 1-11-15,2 1-8 16,-2 0 5-16,0 0 4 0,0 0-5 16,0 0-3-1,0 0 6-15,-4 0-6 16,4 3-8-16,-4 2 0 15,-5-3 14-15,2 1-9 16,-1-2 5-16,-1-1-1 0,-3 0 15 16,1 0-4-16,1 0-10 15,-3 0 5 1,1 0-5-16,1 0-5 0,0 0-5 16,0 0 5-16,3-1-5 15,1-2 1-15,3-1-2 16,3-2 2-16,2 0-1 15,0 1 1-15,-2-2-1 16,-1 1 5-16,-4-1 0 0,-1 2 8 16,-5-1-4-1,-1 0-4-15,-3 0 0 0,-1 2-5 16,-4-2 0-16,2-1 6 16,-2 2-5-16,-2-2 4 15,-2-2-5-15,5 1-1 16,-5-3 1-16,3-1-1 15,-1-2 0-15,-1-2 0 16,-1 0 0-16,-1-2-2 16,2-2-10-16,-1 1 3 15,-2-2-4-15,-1 0 1 16,-1-1-14-16,-1 0 7 0,-1-5 2 16,0 2-7-1,0 0 1-15,0 0-4 0,0-1 13 16,-1-2 13-1,-4 4-8-15,-5-3 1 16,-1-1 7-16,1 0-23 0,-7 0-16 16,4 0 2-1,-6 2 8-15,-2 1-4 0,-3 2 5 16,1 2 1-16,-4-2 0 16,-4 4-5-16,-2-2-5 15,-2 4 4-15,0-1 0 0,-3 1 5 16,1 0 7-1,-2 1 1-15,-2 0 9 0,4-2-4 16,-4 2 2 0,-1-3-7-16,-1 2 15 0,-1 1 0 15,0 2-35 1,4 0 11-16,-5-1-5 0,7 4 22 16,-3 1 12-1,5 1 1-15,-3 3 0 0,3 1 0 16,0 3-48-1,0 2 9-15,-3 0-22 0,0 0 47 16,-3 2 12-16,-1 8 1 16,0 3-6-16,6 0 6 15,0 4-4-15,2 0 5 16,7-2 0-16,1 2-1 16,2 0 1-16,3 0 6 15,-2-1-5-15,6 0 5 16,-2 0 1-16,3-1-7 15,1 0 1-15,1 0-1 16,0 0 0-16,5 1 1 16,-7 2 4-16,7-3 3 15,-4 9-7-15,2-3 8 16,-1 2 1-16,3 3 9 0,0 0 4 16,-2 3 18-16,8 1-2 15,0 0-2-15,2-1-19 16,2 2 8-1,0-1 17-15,0 2-15 0,5 0-4 16,2-2 0-16,3 0 7 16,-3-3 7-16,4 4-3 15,3-3-8-15,-4-1-4 0,7 1-1 16,-3-2-1 0,6 0-7-16,-2 0 23 0,4-2 6 15,5-4 8-15,0 0-7 16,7-5-5-16,0-1-12 15,-1-3-3-15,0-4-5 16,-4-3-1-16,-5-1-7 16,-3-2 0-16,-11 1-11 15,1-2 1-15,-7 0 6 16,-4 0-6-16,0 0-1 16,0 0-5-16,0 0-4 15,-12 0-55-15,-26 0-219 16,1 0-312-16,-3 0-595 0</inkml:trace>
  <inkml:trace contextRef="#ctx0" brushRef="#br0" timeOffset="111997.72">14686 12797 2210 0,'0'0'244'0,"0"0"-244"0,0 0-132 0,0 0 23 0,0 0-406 0</inkml:trace>
  <inkml:trace contextRef="#ctx0" brushRef="#br0" timeOffset="115058">18479 13712 917 0,'0'0'136'0,"0"0"-87"0,0 0 61 0,0 0 152 15,0 0-49-15,-35-70-31 16,67 53-88-16,8 4-32 16,7 3-7-16,0 8 0 15,-1 2-5-15,-4 24 9 16,-8 27-16-16,-17 35 13 0,-17 26 30 15,-27 12 20 1,-17-7-32-16,-5-18-20 0,14-27-1 16,11-16-11-1,12-16-2-15,8-4-16 0,4 1-10 16,0 1-8-16,10 0 0 16,15-11-5-16,4-10 5 15,6-12 0-15,6-5-5 16,-1-11 5-16,-1-13-4 15,-5-3-2-15,-7 4-7 0,-10 3-1 16,-5 8 8 0,-9 9 0-16,-3 3 1 0,0 15 0 15,-2 15 14 1,-7 28 43-16,5 25 33 16,4 30 17-16,8 11-18 0,10-5-15 0,2-12-13 15,-4-20-15 1,-1-5-23-16,0-2-8 15,-3-4-4-15,-2 1-4 16,0-14-2-16,-7-13 1 16,-3-8-5-16,0-6-1 15,-5 7 0-15,-12 3 0 16,-2 7 0-16,-8-6 1 16,-1-7-1-16,-6-7 0 15,1-6 1-15,-6-7-1 16,-3-10 8-16,-5-10-7 0,-2-1-1 15,-4-18 0-15,1-9 5 16,-2-4-5 0,2 0 0-16,3 0 1 0,3 2 8 15,2 5-10 1,3 2-21-16,4 6-30 16,4 3-75-16,-1-1-118 0,9 4-283 15,7-1-439-15</inkml:trace>
  <inkml:trace contextRef="#ctx0" brushRef="#br0" timeOffset="115198.06">18554 15496 2302 0,'0'0'302'0,"0"0"-220"0,0 0-82 0,-78-85-131 0,71 53-192 0</inkml:trace>
  <inkml:trace contextRef="#ctx0" brushRef="#br0" timeOffset="116559.87">16307 12583 928 0,'0'0'193'0,"0"0"33"0,0 0-30 0,0 0-32 15,0 0-29-15,0 0 69 16,84 8 4-16,-5 2-30 0,30 3-29 16,12 3-20-1,0 2-14-15,-4 0 3 0,-12-4-23 16,1-2-7-16,1-6-9 16,-3-2-13-1,-2-4-16-15,-2 0-9 0,-8 0 4 16,-5-6-18-1,-19 2-1-15,-15 0-10 16,-14 0 5-16,-11 2-10 0,2 0-5 16,0-2-5-16,-6 2 0 15,-5 1 5 1,-11-2-6-16,-4 3-5 0,-4 0 4 16,0 0-57-16,-16 6-90 15,-8 4-174-15,-11 0-419 0</inkml:trace>
  <inkml:trace contextRef="#ctx0" brushRef="#br0" timeOffset="119681.28">19260 12759 1051 0,'0'0'343'0,"0"0"-195"0,0 0-50 0,0 0 124 16,-73-16 44 0,70 15-47-16,3 0-48 0,0 1-54 15,21 0-24 1,32 0-5-16,37 0 48 16,44 0-27-16,20 0-39 0,-3 0-2 15,-17 0-28 1,-25 0-22-16,-13 0 0 15,-19 0 14-15,-18 0-14 16,-17 0 1-16,-8 0-9 16,-2 0-4-16,1 0-4 15,-4 0-1-15,-9 0-1 0,-12 0-6 16,-8 0-31-16,-28 5-179 16,-14 4-323-16,-16-1-794 0</inkml:trace>
  <inkml:trace contextRef="#ctx0" brushRef="#br0" timeOffset="122948.03">1491 13502 1023 0,'0'0'152'0,"0"0"0"0,0 0 25 0,0 0-27 16,0 0-15 0,0 0 6-16,-1 0-37 0,1 0-31 15,0 0-2 1,0 0 0-16,0 0-25 0,5 0-14 16,9 0 20-16,2 0 24 0,7 0-17 15,2 0-23 1,4 0-5-16,3 0-1 15,-1 3 6-15,1 3 1 16,-1 1-6-16,-3 1-10 16,-3-2 2-16,-3 0-3 15,1-2-2-15,-4-1-1 16,-3 0-1-16,4-3 7 16,-4 0 2-16,5 0-3 0,-2 0 4 15,5 0-4 1,4 0-1-16,-3 0-3 0,5 0 0 15,-2 0 0-15,2 4 0 16,-2-2 0 0,-1-2-5-16,2 1 1 0,-1-1 4 15,-1 0 6-15,-2 0 3 16,-1 0-3-16,-8 0-6 16,6 0 1-16,-4 0-1 15,-1 0-1-15,2-1-5 16,-4-1 0-16,2 2 0 15,-4-2 1-15,2 2-5 16,0-2 2-16,-2 2 3 16,1 0-2-16,-2 0 2 15,0 0 1-15,-1 0-4 16,4-2-1-16,-5 2 0 16,3 0 2-16,1-1-4 15,-3 1 4-15,3 0-2 0,1-1-3 16,-2 1 3-16,0 0-2 15,3-2 2-15,-6 0 2 16,5 2 1-16,-5-1-3 16,2 0 1-16,1 1-4 15,-3-2 3-15,7 2-3 16,-3 0 0-16,0 0 0 0,0 0 0 16,-3-1 0-16,1 1 2 15,-3 0-7 1,1 0 7-16,-5 0-7 0,2 0 0 15,-6 0 1 1,2 0-2-16,-2 0 6 0,0 0-6 16,-1 0 0-16,0 0 0 15,0 0 0-15,0 0 0 16,0 0 0-16,5 0 0 16,0-3-70-16,24-11-146 15,-2 3-234-15,-1-3-450 0</inkml:trace>
  <inkml:trace contextRef="#ctx0" brushRef="#br0" timeOffset="123797.97">3393 13555 1099 0,'0'0'190'0,"0"0"-3"0,0 0 31 0,0 0-16 0,0 0-44 0,0 0-40 16,0 0-46-16,-6 0-23 15,12 3 17-15,7 4 80 0,7 2-23 16,8 1-11 0,6-4-15-16,3 1 0 0,9-2-7 15,2-3-12 1,4-2 7-16,3 0-19 16,2 0-16-16,-1 0-7 0,0 0 8 15,4-4-9 1,-2 0-6-16,-1 2-5 0,-3-4-5 15,1 2-4 1,-4 2 2-16,-1-3-6 0,-4 3 2 16,1-1 13-1,-4 1-8-15,-5 0-5 16,-3 2-10-16,-4 0 11 16,-4-2-6-16,-1 2 9 0,-2-1-4 15,-2 0-2-15,-3-3-3 16,-2 2 0-16,-5 2-2 15,-3-2-7-15,-5 2-5 16,-1-1 1-16,-3 1-1 16,3 0-1-16,-3 0 1 0,0 0-1 15,0 0-60 1,0-3-80-16,0 1-175 0,-7-3-585 0</inkml:trace>
  <inkml:trace contextRef="#ctx0" brushRef="#br0" timeOffset="127811.4">7278 14412 1189 0,'0'0'304'0,"0"0"-58"0,0 0-6 0,0 0-65 16,0 0-30-16,0 0-36 0,0 0-6 15,0 0-23-15,0 0-22 16,0 0-12-16,8 0-11 15,8 0-7-15,4-1 5 16,8-3-11-16,2-3-2 16,4 1-19-16,-1 1 6 15,-4 0-5-15,-1 1-2 16,-6 1 0-16,-6 3-13 0,-2 0-80 16,-7-2-83-16,-7-5-104 15,0 0-194 1,0-2-369-16</inkml:trace>
  <inkml:trace contextRef="#ctx0" brushRef="#br0" timeOffset="128110.59">7374 14211 1754 0,'0'0'239'0,"0"0"-167"15,0 0-30-15,0 0-24 0,0 0 23 16,0 0 66 0,0 0-20-16,100 45-37 0,-64-32-29 15,-2-1-3 1,5 2-8-16,-9-2 2 0,-3 2-4 16,-5 0-1-16,-7 3-1 15,-5 0-5-15,-7 3 1 16,-3 3 8-16,-11 5-4 15,-15 2-6-15,-7 4-7 16,-31 18-126-16,4-12-182 16,2-4-647-16</inkml:trace>
  <inkml:trace contextRef="#ctx0" brushRef="#br0" timeOffset="136565.31">13885 13501 1468 0,'0'0'398'0,"0"0"-124"0,0 0-58 0,0 0 11 16,0 0-52-16,0 0-32 15,8-43-29-15,1 41-19 16,-2 2 0-16,4 0-5 0,3 0-8 15,1 6-4-15,2 3-29 16,1 0 2-16,4 1-3 16,-2-4-6-1,3 0 2-15,4-4 1 16,5-2 7-16,8-6-8 0,20-21-2 16,18-23 1-16,20-20 1 15,-4 2-13-15,-18 8-20 16,-24 19 1-16,-17 13-2 15,4-3-1-15,0-2 2 0,3 0-10 16,-7 6 11 0,-8 4-6-16,-7 5-5 0,-6 6 0 15,-6 4 11 1,-2 4-12-16,-3 3 0 0,-2 1-29 16,-1 0-103-16,0 29-127 15,-1 1-391-15,-12 1-770 0</inkml:trace>
  <inkml:trace contextRef="#ctx0" brushRef="#br0" timeOffset="138567.9">7846 16117 446 0</inkml:trace>
  <inkml:trace contextRef="#ctx0" brushRef="#br0" timeOffset="139047.76">7846 16117 558 0,'0'0'165'15,"0"0"-165"1,0 0 166-16,0 0-104 16,0 0 121-16,-18-13-57 15,15 11 10-15,0 1-24 0,3 1-8 16,0 0-15-16,0 0 19 0,0 0 4 16,0-2-18-1,0 2 2-15,0 0-25 0,0 0-28 16,0 0-20-1,0 0-5-15,9 0-16 0,3 2 8 16,7 4 36 0,2 2-8-16,4-2 2 0,4-2-4 15,-1 2 18 1,5-3 2-16,3-2-19 16,-2 5 0-16,4-6-14 15,-1 0-2-15,-1 2 1 0,-2-2-6 16,4 0-8-1,-5 1 4-15,2-1 1 16,-6 0-2-16,-1 1-1 16,-4-1-1-16,-1 0-1 0,-4 2-6 15,-5-2 6-15,2 0-7 16,-6 4 1-16,5-4 4 16,-3 0-5-16,1 0 6 15,-2 0-6-15,-1 0 7 16,-1 0-7-16,-3 0 1 15,-3 0-1-15,0 0 5 16,-3 0-5-16,1 0 0 16,-1 0 0-16,0 0 5 0,0 0-6 15,0 0-1 1,0 0 0-16,0 0-50 0,-4 6-108 16,-6-1-179-1,-7 2-366-15</inkml:trace>
  <inkml:trace contextRef="#ctx0" brushRef="#br0" timeOffset="144798.04">8204 16270 1257 0,'0'0'339'0,"0"0"16"0,0 0-71 0,0 0-7 0,0 0-101 0,0 0-63 16,0 14-53 0,0 15 58-16,0 11 47 0,0 9-50 15,0 1-34-15,1 2-29 16,2-4-11-16,2-1-17 15,0-7-12-15,-1-4-5 16,-1-5-6-16,1-8-1 16,-1-5-14-16,0-5-40 15,0-8-92-15,-3-5-101 16,0-10 28-16,0-49-169 16,-1 2-282-16,-7-3-454 0</inkml:trace>
  <inkml:trace contextRef="#ctx0" brushRef="#br0" timeOffset="145097.96">8199 16192 970 0,'0'0'293'0,"0"0"-129"16,0 0 2-16,0 0-51 0,0 0 11 16,0 0-6-1,-80 37-41-15,65-25-19 0,-1 0-11 16,3-4-7-1,5-3 0-15,4-5 7 16,4 0 47-16,0 0 20 16,0-15-41-16,2-7-48 0,12-3-10 15,2 0 2 1,7 5-12-16,1 8 1 0,6 10-7 16,3 2 1-16,13 16 4 15,7 12-6-15,4 9 0 16,28 23-94-16,-16-8-271 0,-13-7-839 15</inkml:trace>
  <inkml:trace contextRef="#ctx0" brushRef="#br0" timeOffset="147397.99">14647 16016 956 0,'0'0'275'0,"0"0"-62"0,0 0 30 0,-81 15 90 15,70-12 25-15,4-1-80 16,7-1-63-16,0-1-26 16,0 0-34-16,6 2-37 0,20-1-12 15,27-1-11 1,30 0-20-16,25 0-18 16,10-11-23-16,-7-5-10 15,-10 3-9-15,-33 1-14 0,-5 4 0 16,-24 0 0-16,-9 6-1 15,-1-3-8 1,-4 3-58-16,-11 2-81 16,-14 0-71-16,-44 13-134 15,-8 6-229-15,-11-2-283 0</inkml:trace>
  <inkml:trace contextRef="#ctx0" brushRef="#br0" timeOffset="147614.74">14401 16338 1458 0,'0'0'323'16,"0"0"-91"0,0 0 61-16,98 14 68 0,-17-18-34 15,31-14-67 1,13-10-92-16,-6-1-51 0,-8-1-36 16,-20 3 0-16,-7 3-53 0,-10 2-10 15,-21 9-9 1,-16 3-8-16,-10 4-1 15,-5 0 0 1,-5 4-49-16,-32 2-148 0,-14 1-379 16,-25 8-711-16</inkml:trace>
  <inkml:trace contextRef="#ctx0" brushRef="#br0" timeOffset="150468.88">20321 14204 1142 0,'0'0'319'0,"0"0"-152"16,0 0-36-16,0 0 45 0,0 0-25 0,0 0-2 0,81 1 15 16,-17-1-39-1,26-2-39-15,20-11-17 0,4-2-32 16,-20-1-22 0,-27 7-9-16,-29 4-6 15,-10 0 0-15,-3 1-83 0,-12-5-177 16,-2 4-253-16,-11-3-262 0</inkml:trace>
  <inkml:trace contextRef="#ctx0" brushRef="#br0" timeOffset="150797.76">20563 13795 968 0,'0'0'803'15,"0"0"-586"1,0 0-47-16,0 0-12 0,0 0 29 16,0 0-68-1,0 0-67-15,-13-2-24 0,-11 42 28 16,-3 8 27-16,-10 4-10 0,-1-1-25 16,0-3-10-1,3-6 5-15,4 2-1 0,5-8-9 16,12-1-11-1,7-6-2 1,7-1-7-16,1-1-1 0,19 1-4 16,13-1-2-16,10 0 0 15,21-1-5-15,25 3 4 16,25 1-5-16,2-10-77 16,-28-6-268-16,-32-14-1090 0</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21:23.944"/>
    </inkml:context>
    <inkml:brush xml:id="br0">
      <inkml:brushProperty name="width" value="0.05292" units="cm"/>
      <inkml:brushProperty name="height" value="0.05292" units="cm"/>
      <inkml:brushProperty name="color" value="#FF0000"/>
    </inkml:brush>
  </inkml:definitions>
  <inkml:trace contextRef="#ctx0" brushRef="#br0">12130 8255 1127 0,'0'0'211'0,"0"0"-61"0,0 0-47 0,0 0 6 16,0 0-8-1,106-59 0-15,-69 59-23 16,0 11-10-16,-2 17-20 0,-7 22 12 16,-13 26 20-16,-15 24 54 15,-5 14-43-15,-22 3-3 16,-5-4 11-16,1-10 6 15,1-5-52-15,9-7-21 16,6-19-13-16,11-16-17 16,4-14 4-16,1-6-6 15,15 2 1-15,7-1-1 0,8-3 0 16,5-11 1-16,-2-15-1 16,3-8 1-16,-5-11-1 15,-7-15 0-15,-7-5 1 16,-4 5 1-16,-7 8-1 15,-6 13 7-15,-1 12 0 16,0 42-6-16,-2 45 41 16,-6 55 62-16,-1 33 40 15,9 12-4-15,0-2-20 16,17-19-38-16,-1-16-19 16,-3-9-19-16,-1-13-6 15,-4-12-4-15,0-5-7 16,-5-5-4-16,-2-1 5 0,-1 0-11 15,-1 4-12 1,-16 3-5-16,-7 0 0 16,-8-6 0-16,-4 1 0 15,-1-8 7-15,-3-9-7 0,6-21 5 16,8-17-5-16,9-21 9 0,0-7-10 16,4-1 0-1,-2-3 1-15,-1-5-1 16,4-12 1-16,-4-10 5 15,2-6-6-15,-6-18-7 0,-4-10-2 16,0-2-13 0,-4-2-10-16,-3 1-16 0,-1 5-9 15,-3 2-31 1,-4 4-94-16,-6-11-180 0,9 7-323 16,11 3-477-16</inkml:trace>
  <inkml:trace contextRef="#ctx0" brushRef="#br0" timeOffset="131.97">12198 12035 2321 0,'0'0'133'0,"0"0"-133"0,-82 14-189 0,54-16-186 15,8-11-467-15</inkml:trace>
  <inkml:trace contextRef="#ctx0" brushRef="#br0" timeOffset="3150.07">6586 7475 1144 0,'0'0'320'0,"0"0"-99"0,0 0 82 16,0 0-56-16,0 0-42 16,0 0-18-16,-27 0-37 15,35 0-38-15,19 2-41 16,28 2 80-16,21 1-18 15,19-2-50-15,-4-3-37 16,-18 0-13-16,-20 0-9 0,-12 0-9 16,7 0-5-1,4-3-4-15,0-2-6 0,-8 1 0 16,-9 4-6 0,-12-2-27-16,-9-2-101 0,-10 4-127 15,-8 0-29-15,-13 0-219 16,-13 0-481-16</inkml:trace>
  <inkml:trace contextRef="#ctx0" brushRef="#br0" timeOffset="3380.33">6639 7636 1383 0,'0'0'390'0,"0"0"-242"16,0 0-56-16,0 0 59 15,0 0 101-15,72 20-57 16,-11-18-33-16,18-2-65 16,2 0-52-1,-9-2-26-15,-10-2-10 0,-9 1-9 16,1 3-1-16,11 0-110 16,-17 13-267-16,-21-1-764 0</inkml:trace>
  <inkml:trace contextRef="#ctx0" brushRef="#br0" timeOffset="19617.56">8971 8531 437 0,'0'0'195'0,"0"0"-28"16,0 0 11-16,0 0-23 0,0 0-31 15,-7 0-34 1,4 0-30-16,0-3-13 0,3 3-6 16,-5-2-3-1,4 0-15-15,-2 1-4 16,-1-2-4-16,2 1-2 0,-1 0 10 16,-1 2 11-16,-2 0-8 15,0-2 12-15,2 2 32 16,2-1 10-16,-1 1 4 15,0-2 15-15,0 2 10 16,0-1 17-16,1 1-15 16,2 0-13-16,-3-2-4 15,3 2-11-15,0 0-13 16,0 0 5-16,0 0-7 0,0 0 13 16,0 0-12-1,0 0-14-15,0-4-7 0,6 4-9 16,5-3-1-16,7 1 1 15,2-1 3-15,3 0-7 16,0-1-3-16,1 1-5 16,1 0-8-16,-2-1 1 15,0 3-1-15,1-3-7 16,-1 4 2-16,0-2-8 0,-2 1 3 16,-2-2-3-1,2 3-5-15,0 0 8 0,0 0-3 16,-2 0-4-1,1 0 5-15,2 0-5 0,-1 0 4 16,-1 0-5 0,2 0 11-16,1 0-3 0,-2 0-1 15,2 0 2 1,-3 0 4-16,3 0-4 0,2 0 1 16,-3 0 2-1,2-2 4-15,-3 0-2 0,-1 2-2 16,0 0-1-16,-5 0 6 0,2 0-4 15,-3 0 2 1,0 0 1-16,2 0 8 0,-1 0 10 16,1 0-11-1,-2 0-3-15,3 0 6 0,-6 0-3 16,3 0-3 0,-4 4-6-16,2-4 3 15,-1 4 6-15,-1-2 0 0,2 0 0 16,0 1-2-16,2 0-1 15,-4-2 7-15,-1 0-28 16,0 1 0-16,-2 0 0 16,-2-2 0-16,-1 1 0 15,-1-1 0-15,0 0 0 16,-1 0 0-16,-1 0 0 16,1 1 0-16,-2-1 0 0,1 0 0 15,-1 0 0 1,0 0 0-16,0 0 0 15,0 0 0-15,0 0 0 16,0 0 0-16,0 0 0 16,0 0 0-16,0 0 0 15,0 0-18-15,-15 0-125 16,-7 0-151-16,-5 0-644 0</inkml:trace>
  <inkml:trace contextRef="#ctx0" brushRef="#br0" timeOffset="21050.24">1105 9619 404 0,'0'0'209'0,"0"0"28"0,0 0-3 0,0 0 2 16,0 0-29-16,0 0-8 15,-25-30 19-15,23 26-24 16,2 1-4-16,-3 0-35 15,3 2-8-15,0 0-34 16,0 1-35 0,3-2-23-16,9 1 6 0,6 1 13 15,9 0 2 1,0 0-1-16,6 0-11 0,3 0-14 16,4 0 1-16,5 3 4 15,0 2-1-15,7-5 7 16,1 2-17-16,-6-1-13 0,4-1-2 15,-8 0-8 1,6 2-3-16,-8-2 10 16,-2 5-11-16,-1-2 1 15,-6-1-3-15,3 6-8 16,-3-3 11-16,-2-1 8 16,2-1 1-16,-3 1-3 15,1-1-3-15,-2-2 1 16,3 0 4-16,0-1 1 0,1 0 3 15,0 0 1-15,-1 0-2 16,-1 0 1-16,-6 0-5 16,0-1 10-16,-11-3-35 15,4 2 0-15,-9 0 0 16,-3 0 0-16,-2 1 0 16,-3 1 0-16,1 0 0 15,-1 0 0-15,0 0 0 16,0 0 0-16,-16 3-102 0,-4 11-191 15,1-4-673-15</inkml:trace>
  <inkml:trace contextRef="#ctx0" brushRef="#br0" timeOffset="30600.22">10892 8203 78 0,'0'0'1418'0,"0"0"-867"0,0 0-217 0,0 0-61 0,-17-10-39 15,17 10-2-15,0 0-52 16,15 5-62-16,26 10 1 16,35 3 28-16,50-2-33 15,25-3-6-15,12-10-12 16,-9-3-30-16,-33 0-38 16,-18-4-28-16,-27 0 0 0,-28 1 0 15,-18 1 0-15,-13 2 0 16,-6-3 0-16,-2 3 0 15,-2-4 0-15,-7-2-24 16,0-7-117-16,-13-8-83 16,-9-4-77-16,-17-15-276 15,7 6-173-15,5 1-654 0</inkml:trace>
  <inkml:trace contextRef="#ctx0" brushRef="#br0" timeOffset="30815.16">11787 7961 1520 0,'0'0'476'0,"0"0"-188"16,0 0-49-16,0 0-59 16,0 0-33-16,0 0 26 15,0 0-17-15,63 47-57 16,-34-26-11-16,1 1-30 16,-2 3-20-16,-4 0-13 15,-8 0-11-15,-4 3-14 16,-12 1 11-16,-1 6-11 0,-24 2 0 15,-26 11-1 1,-39 11-196-16,8-10-458 0,1-9-1435 0</inkml:trace>
  <inkml:trace contextRef="#ctx0" brushRef="#br0" timeOffset="31280.08">10768 9251 1044 0,'0'0'385'0,"0"0"-21"0,0 0-59 0,0 0 7 0,0 0-35 15,0 0-27-15,0 0-46 16,24 8-24-16,15-2-28 16,12-4-50-16,5 2-30 15,5-4-21-15,-1 0-19 16,-2 0-16-16,-6 0-10 0,-5 0-6 16,-8-2-6-16,-7-8-91 15,-5-16-82-15,-7 2-311 16,-11-2-290-16</inkml:trace>
  <inkml:trace contextRef="#ctx0" brushRef="#br0" timeOffset="31534.34">11144 9050 1903 0,'0'0'391'0,"0"0"-117"16,0 0-98-16,0 0 86 15,0 0-51-15,100 78-63 0,-58-52-42 16,4-3-28 0,-1 4 2-16,-7-6-29 0,-8-1-17 15,-8-1-10 1,-12-4-10-16,-10 3-8 0,-5 1 1 16,-36 11 1-16,-34 7-7 0,-45 10-1 15,-29 1-11 1,-19-6-94-16,36-14-150 15,34-9-537-15</inkml:trace>
  <inkml:trace contextRef="#ctx0" brushRef="#br0" timeOffset="40554.19">18340 7608 459 0,'0'0'164'0,"0"0"-2"0,0 0-58 0,0 0-35 16,0 0-36-16,0 0 9 16,-27-14-14-16,23 12 11 0,-1 0 19 15,-1-1 24-15,1 2 21 16,2-1 16-16,-2 2 18 15,-1 0-23-15,-2 0 1 16,4 0 2-16,-1 0-9 16,2 0 15-16,3-2-1 15,0 2 7-15,0 0-13 16,0 0-12-16,0 0-1 0,0 0 5 16,0 0 20-16,0 0 13 15,3 0-33-15,11 0 1 16,0 2-19-1,9 4-36-15,4 1-11 0,7-2-13 16,8 0-4-16,4-1 1 16,8 1-2-1,7-3-7-15,2 1 5 0,2-3-5 16,-1 0-5-16,3 0 4 16,7 0-10-16,-4-5 5 15,0-4 0-15,-3 1 6 16,-9 1-3-16,0-3-6 15,-7 5-7-15,-14 0-1 0,-3 3 5 16,-12-1-5 0,-3 2-1-16,-6-1 0 0,-3 1 0 15,-3 0 1 1,-5 1 3-16,1-2-3 0,-1 2 0 16,-2 0 0-16,0-1 0 15,0 1-1-15,0-1-6 16,-17 1-8-16,-8 0-56 0,-47 8-164 15,7 8-412 1,-5-1-893-16</inkml:trace>
  <inkml:trace contextRef="#ctx0" brushRef="#br0" timeOffset="47150.09">20412 7631 1017 0,'0'0'284'0,"0"0"-89"0,0 0-19 0,0 0 30 0,0 0-22 0,0 0-14 15,-7-2-4 1,7 2-34-16,1 0-16 0,13 0 18 16,13 7 32-1,20 5 4-15,25 2-42 0,28 0-39 16,16 0-17-16,1-2-19 16,0-3-17-16,-7 0 4 15,-4-1-17-15,3-1 5 16,-4 0-1-16,-11 1-4 15,0-5 1-15,-6 2 3 0,-4-2-9 16,-3 1-3 0,-16-2-5-16,-11-2 1 0,-12 0 1 15,-4 0 7 1,6 0-17-16,3 0 16 0,7 0-5 16,-4 0-4-16,-3-4 2 15,-4 1 5 1,-1-4-8-16,-3 2-7 0,-3-1 6 15,-2-1-5 1,-4 0-2-16,-5 0 7 0,-4 1-7 16,-5 1 6-1,-3 1-6-15,-5 1-1 0,-4 0 1 16,-4 3-1-16,0-1 1 16,0-1-6-16,-11 1-31 15,-59 1-146-15,3 0-326 16,-17 0-373-16</inkml:trace>
  <inkml:trace contextRef="#ctx0" brushRef="#br0" timeOffset="53830.19">14431 9468 1870 0,'0'0'561'0,"0"0"-335"0,0 0-102 15,0 0-11-15,0 0-8 16,0 0-42-16,0 0-23 0,59 0-17 15,-28 0-11-15,4-3-12 16,1-6 0-16,0 3-150 16,-7-2-171-16,-11-2-495 15</inkml:trace>
  <inkml:trace contextRef="#ctx0" brushRef="#br0" timeOffset="54000.04">14316 9587 662 0,'0'0'895'16,"0"0"-709"-16,0 0-40 0,0 0-68 15,0 0-15 1,101 0-32-16,-50-18-17 0,21-23-14 16,-12 3-253-16,-12-2-588 15</inkml:trace>
  <inkml:trace contextRef="#ctx0" brushRef="#br0" timeOffset="54249.93">14566 9069 1295 0,'0'0'574'16,"0"0"-505"-16,0 0-41 15,72 45 16-15,-20-12 67 16,5 5 31-16,3 10 37 15,-2 2-1-15,-12 3-73 16,-8 1-47-16,-22 2-21 16,-16-2-17-16,-22 2-4 15,-47 7-5 1,-37 7-10-16,-13 2-1 16,24-22-160-16,30-17-437 0</inkml:trace>
  <inkml:trace contextRef="#ctx0" brushRef="#br0" timeOffset="59500.17">15848 8914 91 0,'0'0'95'0,"0"0"-16"0,0 0-24 16,0 0-33-16,0 0-4 16,0 0 1-16,-11 0 4 15,8 0 31-15,0 0-4 16,-1 0 12-16,0 0 52 15,3 0 18-15,-3 0 11 16,-1 0-22-16,2 0-15 16,1 0-11-16,-2-1 23 15,3 1 10-15,1-2 23 16,0 2 33-16,0-1-37 0,15 1-64 16,12-2 45-16,7 0 47 15,12 0-31 1,8-2-22-16,12-3-7 0,17-3-7 15,-3-2-22-15,-13 5-17 16,-8-1-36-16,-19 3-17 16,-3 1-7-16,0 0-7 15,-11 1-2-15,-12 2-11 16,-5 1-13-16,-1 0-179 16,-5 1-309-16,5 3-307 0</inkml:trace>
  <inkml:trace contextRef="#ctx0" brushRef="#br0" timeOffset="60100.31">17755 8963 926 0,'0'0'240'0,"0"0"43"0,0 0-38 0,0 0 31 0,0 0-29 16,0 0-78 0,0 0-85-16,50-11 8 0,29 15 72 15,42 2 23 1,16-4-41-16,1-2-26 0,-11 0-22 16,-20 0-9-16,-5-1-23 15,-20-4-22-15,-19-1-16 16,-22 2-10-16,-7-2-16 15,-4 4 13-15,0-5-14 16,-5 4 5-16,-10-1-6 0,-5 2-1 16,-4 2-16-1,4 0-143-15,3 9-363 0,0-2-382 0</inkml:trace>
  <inkml:trace contextRef="#ctx0" brushRef="#br0" timeOffset="60999.99">21324 8944 37 0,'0'0'805'0,"0"0"-579"0,0 0 62 15,0 0 1-15,0 0 15 0,0 0-38 16,0 0-53 0,-5-18-55-16,47 16-44 0,43 2 19 15,51 0 32 1,29 0-7-16,10 9-26 15,-9 2-29-15,-25-2-25 16,-12 2-33-16,-17-2-1 0,-28-4-23 16,-24 0-2-16,-26-2-7 15,-11-3-12-15,-6 0 0 16,-7 6-14-16,-25 8-142 16,-22-2-416-16,-18-2-403 0</inkml:trace>
  <inkml:trace contextRef="#ctx0" brushRef="#br0" timeOffset="61761.78">15764 9585 1013 0,'0'0'383'0,"0"0"5"0,0 0-7 16,0 0-52-16,0 0-72 15,0 0-57-15,0-28-62 16,27 22-39-16,9 2-26 16,14 0-14-16,6 1-15 0,5 2-3 15,-1 1-17 1,1 0-23-16,-12 0 7 0,-7 0-8 16,-10 7-21-16,3 5-143 15,-7 4-378-15,-4-8-866 0</inkml:trace>
  <inkml:trace contextRef="#ctx0" brushRef="#br0" timeOffset="63200.15">17777 9454 425 0,'0'0'217'0,"0"0"4"0,0 0-26 0,0 0 25 15,0 0 8-15,0 0-8 16,0 0-40-16,-46-31-24 16,43 28 18-16,3 1-8 15,0 2-32-15,0 0-11 16,8-3-14-16,15 0 12 15,13 3 29-15,16 0-1 0,14 0-39 16,22 0-19-16,11 3-16 16,-5 2-6-1,-23-2-21-15,-19-3-15 16,-16 0 0-16,5 0-18 0,2 0 3 16,4 0-3-16,-15 0-8 15,-5-5 1-15,-7 3-7 16,-13 1-1-16,-3-2 1 15,-2 3-1-15,-2 0-28 0,0 0-91 16,0 11-206 0,0-2-517-16</inkml:trace>
  <inkml:trace contextRef="#ctx0" brushRef="#br0" timeOffset="64902.27">19985 9564 223 0,'0'0'195'0,"0"0"-107"16,0 0-39-16,0 0-23 0,0 0 29 15,0 0 58 1,-16-13 18-16,10 9 14 0,4 1-2 16,-2-2 9-1,0 1 5-15,-1-3-22 0,-1 1 52 16,-4-2-63-16,1-1-19 16,-4 2 37-1,-5 1-45-15,-5-2 2 16,-4 4-20-16,-9 0-8 0,-4 0-4 15,0 4-7-15,0 0 14 16,11 0 8-16,3 0-13 16,10 0-5-16,4-4 7 15,5 4-12-15,4-2-15 16,1 2-5-16,1-1-6 16,1 1-2-16,0 0-2 0,0-1-7 15,0 1-4 1,0 0-6-16,0 0-6 0,0 8 0 15,0 10-4 1,0 4 11-16,0 6 11 16,0 1 12-16,0 6-2 15,0-3 1-15,0 5 4 0,0-2-11 16,0 2 1-16,0-1-7 16,-3-2-2-16,1 0-5 15,-1 1 3-15,1-2 0 16,1 4-2-16,1-5 5 15,0 1 3-15,0 2-3 16,0-4-1-16,0-3-4 16,0-4-5-16,0-2-1 15,0 2-10-15,0-4 12 16,1-1-12-16,1 3 1 0,3-2 11 16,-1-2 0-1,-1 0-1-15,2 1-2 0,-4-2 0 16,5-3 6-16,-5 0-9 15,3-6-5-15,-1 2-1 16,-2-6 1-16,2 0 10 16,0-2-5-16,3-2-6 15,8 0 0-15,5 0 5 16,12 0-4-16,9 0 1 0,13 0-2 16,17 0-15-1,21 0-102-15,13 0-112 16,-12-4-474-16,-24-6-1497 0</inkml:trace>
  <inkml:trace contextRef="#ctx0" brushRef="#br0" timeOffset="68716.22">14606 12029 363 0,'0'0'552'0,"0"0"-313"0,0 0 36 16,-85-2 8-16,71-3 5 16,5 2 8-16,3-4-90 15,6 6-96-15,0 0-59 16,1-2-36-16,17 1-15 15,11 1 2-15,6 0-2 16,2 1 0-16,5 0-33 16,-10 0-136-16,-8 14-99 15,-9-2-203-15,-11-2-185 0</inkml:trace>
  <inkml:trace contextRef="#ctx0" brushRef="#br0" timeOffset="68860.24">14452 12164 1121 0,'0'0'233'15,"0"0"-49"1,0 0-96-16,0 0-23 0,0 0 2 16,0 0-30-1,0 0-11-15,66 10-18 0,-21-23-8 16,60-36-559 0,-69 27-641-16</inkml:trace>
  <inkml:trace contextRef="#ctx0" brushRef="#br0" timeOffset="69100.28">14723 11853 117 0,'0'0'945'0,"0"0"-833"16,76 11 9-1,-34-2 37-15,0 8 8 16,-6 2-75-16,-6 1-21 0,-10 4 19 15,-15 5-16-15,-5-1 1 16,-9 4-15-16,-22 3-25 16,-12 0-7-16,-10 3-18 15,-18 8-9-15,10-9-87 16,14-9-399-16</inkml:trace>
  <inkml:trace contextRef="#ctx0" brushRef="#br0" timeOffset="71511.81">15728 12039 925 0,'0'0'227'0,"0"0"-4"0,0 0-130 15,0 0-3-15,0 0 5 0,0 0 17 16,0 0 20 0,93 0-24-16,-56 0 33 0,6 5-2 15,7-2-13-15,-1-1-27 0,5 0-36 16,5 1-4-1,-2 0-17-15,0-2-6 16,-3 3-14-16,2-1-7 16,-2 1-4-16,0 0 1 15,-2-1 2-15,3 1-2 16,-6 1-1-16,5-3-1 0,-4 1 1 16,1-2 1-16,2 1 0 15,1-1 4 1,3-1 3-16,1 2-4 0,-2-1-3 15,0 3-1 1,0 0-10-16,-6 2 5 0,4-2-6 16,-5 2 1-1,1-2 0-15,-2 1 5 0,-1-3-5 16,-4 2-1-16,2 1 1 0,-5-2 1 16,-1 3-1-1,2-2 0-15,-1 0 1 0,-4-1-1 16,4 0 5-1,1-3-5-15,2 0 0 0,2 0 0 16,-1 0 0 0,0 0 1-16,2 0-1 0,-5 0 7 15,0 0-7 1,-5 0 5-16,0 0-5 0,-1 0 7 16,-2 0-2-1,0 0-5-15,-2 0 5 0,1 0 0 16,-3 0-4-1,0-3 4-15,1 0-5 0,-2-1 6 16,1 0-1-16,-1-2 0 16,0 1-5-16,2 0 15 15,-4-1-10-15,0 2 11 16,0 1-1-16,1-2 2 16,-2 3-7-16,2-1-2 15,-3 0 9-15,0 0-8 16,3 1-8-16,-3-1 16 15,1 0-6-15,0 0 3 0,-5 0-3 16,2 1 4 0,-1-2 2-16,-5 1 0 0,2 0 3 15,2-1-6 1,-4 0-4-16,-2-1-1 0,5 1 0 16,-5 0-1-16,0 0-1 15,-1-1-1-15,0 1-1 16,-2 0-4-16,2-2 7 0,1 2-2 15,-3 0-6 1,3-1 7-16,-2 2-8 0,0-1 1 16,-3 0 5-1,-1 2-5-15,3-2 6 0,-3 2-1 16,-1-1 0 0,3 0-5-16,-2 1 5 0,-2 1-5 15,3 1 1-15,-3-1 4 16,3 1-5-16,-5-2 5 15,3 2-5-15,-1-1 1 16,-1 0 7-16,1-3 1 16,-2 4 4-16,-1 0 2 15,2-2 2-15,-1-1-3 16,1 0-9-16,1 1 8 16,0-1-7-16,0 0 0 0,1-3-6 15,1 0 7 1,-3-1-2-16,3-3-6 0,1-1 12 15,-2-3-1 1,-2 0-1-16,1-4 1 16,-4-1 13-16,-2-4-10 15,0 0-13-15,0-3 0 0,0-2 11 16,-8-3-11-16,-1-3 7 16,-5-3-8-16,1 0 2 15,-3 2-1-15,4 2 5 16,-3 9-6-16,6 2 1 15,2 8 0-15,-1 2-1 16,2 4-1-16,4 3 1 16,0 2 0-16,2 2 0 15,-2 1-10-15,2 0 1 16,-1 0-17-16,-5 0-56 16,-3 11-55-16,0 3-144 0,3-2-361 15,0-12-1462-15</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23:21.787"/>
    </inkml:context>
    <inkml:brush xml:id="br0">
      <inkml:brushProperty name="width" value="0.05292" units="cm"/>
      <inkml:brushProperty name="height" value="0.05292" units="cm"/>
      <inkml:brushProperty name="color" value="#FF0000"/>
    </inkml:brush>
  </inkml:definitions>
  <inkml:trace contextRef="#ctx0" brushRef="#br0">10459 3688 399 0,'0'0'153'0,"0"0"69"0,0 0 38 16,0 0 31-16,0 0-13 15,0 0-7-15,-29 0-27 16,29 0 7-16,0 0-48 16,0 0-57-16,0 0-50 0,0-3-35 15,14-7-13 1,10-5-15-16,6-4-18 0,8-4-8 15,4 3-7 1,-3 3-2-16,-3 6-26 0,-6 4-128 16,-9 3-106-1,-7 4-206-15,-9 1-8 0,-5 6-194 0</inkml:trace>
  <inkml:trace contextRef="#ctx0" brushRef="#br0" timeOffset="166.8">10438 3808 1061 0,'0'0'271'16,"0"0"-106"0,0 0-88-16,0 0 22 0,0 0 98 15,0 0 13 1,91-8-86-16,-45-19-74 0,11-8-50 16,8-18-95-16,-11 9-216 15,-13 4-380-15</inkml:trace>
  <inkml:trace contextRef="#ctx0" brushRef="#br0" timeOffset="450.31">10647 3437 1349 0,'0'0'335'0,"0"0"-35"15,0 0-139-15,0 0-100 16,99-11 4-16,-44 9 28 15,6 2-7-15,-6 2-28 16,-4 12-28-16,-14 3-13 16,-9 2-8-16,-10 1 3 0,-9 0-1 15,-7 0-2 1,-2 3 9-16,-11 0 46 0,-16 4-15 16,-11 2-31-16,-8-1-18 15,-6-1-39-15,-1-5-43 16,-3-5-134-16,13-6-165 15,11-11-896-15</inkml:trace>
  <inkml:trace contextRef="#ctx0" brushRef="#br0" timeOffset="4172.84">12466 5161 193 0,'0'0'663'0,"0"0"-345"0,0 0-32 15,0 0-49-15,0 0-6 16,0 0-43-16,0 0-53 16,-1-9-56-16,12 9-45 0,4 0-15 15,9 0-1 1,4 4 4-16,7 3 9 0,8 4 5 16,3-2 7-16,8-1 8 15,4-3-5 1,1 2-7-16,6-4 7 15,-3-3-10-15,-3 3-12 0,-4-3 5 16,0 1-12-16,-3 0-10 16,-2-1-5-16,-2 3 4 15,1-3 16-15,-1 0 1 16,-3 2-9-16,-2-2-5 0,0 0-3 16,-1 4-4-1,0-4-2-15,3 0 8 16,3 0-1-16,-1 0 8 15,1 0-6-15,0-4 0 0,-3-1 2 16,1 3-1 0,-3-4-9-16,0-1 5 0,-3 2-4 15,0 2 4 1,-1-1 0-16,-4-2-6 0,4 1 2 16,1 0 4-16,4-2 0 15,-3 2-5 1,8-2 5-16,-3-1 0 0,-3 2-5 0,5 3 1 15,-3-1 4 1,3 0-5-16,-2 2 0 0,-1 1 0 16,1 1 0-1,2 0 0-15,-2 0 0 0,1 0 1 16,2 0 0 0,0 0 7-16,1 0-2 15,-2 0 1-15,3 3-7 16,0 1 5-16,1-3-5 0,-3 5-1 15,-2 0 0-15,1-1 1 16,-2-1 1-16,0 0-1 16,-1-1 0-16,-1 3 4 15,2-4-4-15,6 1-1 16,-3 0 0-16,3 0 1 16,0 0 1-16,2-2-1 15,3 2 5-15,-1-3-5 16,1 2 1-16,0-2 7 15,0 1-8-15,1-1 0 16,-2 1 1-16,-1 2-1 16,2 0-1-16,-4-3 1 15,0 3 0-15,-3-1-1 0,-1 2 0 16,-1-3 1-16,-1-1 0 16,-1 2 5-1,2-2-5-15,1 0 0 0,0 0 5 16,-1 0 2-16,5 0-7 15,0 0 6-15,-1 3-5 16,-1 1 4-16,1-3 0 16,-1 2-6-16,1-1 0 15,2 3 0-15,0-3 1 16,7 3-1-16,0-2 1 0,0 0 0 16,2 1-1-1,4-2 2-15,-4 1-1 16,0-2 0-16,-1 5 0 0,1-6 0 15,0 4 0-15,-2-4 1 16,3 5-1-16,-1-4 5 16,-2 0-1-1,3 4-5-15,1-5 0 0,-4 2 0 16,2-2 0-16,2 2 1 16,-2-2 1-16,0 0-1 15,-2 0 0-15,-1 0 1 16,-1 0 4-16,-2 0 0 15,4-2 0-15,-2 0 1 0,0-3 2 16,3 4-7 0,0-3 5-16,-2 2-1 0,3-2-5 15,-4 4 1 1,4-6-1-16,-1 5 0 0,0-2 5 16,1-1 2-16,2 0-7 0,2-1 7 15,-4 1-8 1,4-3 9-16,-7 2-2 0,2 0-6 15,-3 0 1 1,-4-1 7-16,0 2-8 16,0-3 5-16,-3 1-5 15,0 1 0-15,2-3 6 0,-2 0-7 16,2 3-1 0,-5-1 1-16,0 1 0 15,-2 1 1-15,-3 1-1 16,-1-2 1-16,-1 4-1 0,1 0 1 15,-1 1-1-15,0 0 1 16,0 0-1-16,-2 0 1 16,1 0-1-1,-2 0 1-15,0 0 0 0,1 0 0 16,0 0 6-16,1 0-1 16,-2 0-5-16,1 2 1 15,-1 1-1-15,-4 0 6 16,3 1-7-16,-3-2 2 15,-1 3 5-15,-2-2-1 16,-2 0 2-16,1-1-1 16,2 0-6-16,-3-1-1 15,2-1 0-15,1 0 1 16,-1 0-1-16,5 0 1 16,1 0 0-16,-1 0-1 15,-1 0 1-15,-3 0-1 16,-2 0 8-16,-1 0-8 15,-3 0 0-15,-3 0 6 0,-6 0-5 16,-3 0 2-16,-4 0-2 16,-1 0-1-16,-4 0 1 15,-4 0 0-15,-2 0-1 16,-27-7-14-16,-10-2-222 16,-13-5-928-16</inkml:trace>
  <inkml:trace contextRef="#ctx0" brushRef="#br0" timeOffset="6572.6">581 5924 171 0,'0'0'789'0,"0"0"-565"0,0 0-14 16,0 0-61-16,0 0-18 16,0 0-42-16,-16 3-35 15,34 4 32-15,5 1 72 16,12 3-15-16,9 0-2 15,8-1-36-15,18 3-29 0,18-1-18 16,16 0-5 0,5 2-6-16,-10-2 0 15,-10 0-5-15,-10-4-14 16,4 0-14-16,8-2 2 0,6-5 32 16,1-1 7-16,1 0-23 15,-2 0-11 1,7 0-20-16,-5 0 5 0,-4-1 0 15,-8-2-6 1,-3 3 1-16,1 0 0 0,-4 0 8 16,0 0-8-16,-2 3 5 15,-13 1-4-15,-13-2-1 16,-8 3 7-16,-5-1-8 16,9 2 1-16,3 1-1 15,3 1 1-15,-5 1-1 0,-2 2 0 16,-1 0 0-1,-4 0 0-15,-2-1 0 0,0-1 0 16,-1-1 1 0,-2-1 0-16,2-2 0 0,-3 0 0 15,3-2 0 1,-2-1 1-16,5-2-1 0,-2 0-1 16,6 0 1-16,5 0 0 0,5 0 0 15,12-5 0 1,20-6 5-16,24-3-6 15,9 1 0-15,-7 1 0 16,-15 5-1-16,-18 2 0 16,-7 1 0-16,2 1 1 15,2-1 0-15,0 0 1 16,0 2-1-16,-10-2 2 16,-14 4-2-16,-7-1 2 15,-6-1-2-15,10-1 0 0,19 1 0 16,17-4 0-1,16-1-1-15,-2-3 0 0,1-2 1 16,-11 1 1-16,-5 0-1 16,1 2 0-16,-3 0 1 15,-3 7 0-15,-13 0 0 16,-13 0-1-16,-12 2 1 16,-5 0-1-16,12 0-1 15,4 0 1-15,7 0-1 16,3 0 1-16,-2 0-1 0,0 0 1 15,-4 0 0 1,5 0 1-16,-3 0-2 0,14 2 2 16,13-2-1-1,18 4 1-15,-2-4 0 0,-1 4 0 16,-14-1 0-16,-10-1-1 16,2-1-1-16,0 5 0 15,-1-3 1-15,1 4-1 16,-1-3 1-16,-2 2 0 15,4-1 0-15,1 3 0 0,1-2 0 16,0-2 0 0,5 3 1-16,-2-1 0 15,-2 2-1-15,4-1 0 16,-4-1 0-16,4-1-1 16,-3 0 1-16,1-3-1 15,3 1 1-15,1-3 0 16,4 0 1-16,0 0 0 15,-3 0 0-15,-4 0-1 16,2-3 1-16,-5 1-1 0,-1-3 0 16,2 1-1-1,0 3 1-15,2-5 0 0,2 2 0 16,1-3 0-16,2 0 0 16,2-3 1-16,-2 3 0 15,1-1-1-15,-1 0 2 16,-2 0-2-16,1 0-1 15,2 2 1-15,-4-2 0 16,1 0 1-16,-6 0-1 16,-4 0 0-16,-11 3 0 0,-15 0 0 15,-13 2 0 1,-2-2 2-16,4 3-1 0,5-1 0 16,0-2 0-1,-6 1-1-15,-7 0 1 0,-6 0-1 16,-5-1 0-16,-5 2 0 15,0-2 0-15,-1 1 6 16,-3-1 9-16,6 1 5 0,-5-2-10 16,2 1-1-1,2 0-3-15,5-1 6 0,0 0 3 16,2 0 5 0,2 2-5-16,2 1-5 0,0-2-1 15,0 3 0 1,-5 1-8-16,-1 1 5 15,-5 0-5-15,-2 0 8 16,-4 0 3-16,0 0 8 16,-5 0-1-16,1 0 5 0,-2 0-2 15,-3 0-1 1,1 0-1-16,-4 0-1 0,0 0-2 16,-1 0-4-16,-2 0 2 15,1 0 3-15,-1 0 5 16,0 0 2-16,0 0 1 0,0 0-2 15,0 0 3 1,0-2-5-16,2 2-10 0,-2 0-4 16,0 0-7-1,0 0 1-15,0 0-1 0,0 0 5 16,1 0-6 0,-1 0 0-16,0 0 0 15,0 0-1-15,0 0-58 16,-1 0-145-16,-10 0-560 0</inkml:trace>
  <inkml:trace contextRef="#ctx0" brushRef="#br0" timeOffset="13319.13">171 9360 320 0,'0'0'55'0,"0"0"-39"0,0 0-9 0,0 0 10 0,0 0 61 16,19-9 36-16,-16 7 13 16,-3-1 34-16,6-2 6 15,-3 4-21-15,-1-3-49 16,1 2 9-16,-2 1-21 16,2 1-17-16,1 0-4 15,4 0 0-15,1 0 27 16,5 0-5-16,3 0-7 15,1 3-10-15,2 7-6 16,6 0-4-16,-3 2 7 16,3 2-8-16,0 2-2 0,-1-2-4 15,-2-3-11 1,-1-2 5-16,1-3 5 0,-1-6 4 16,-1 0 3-16,0-6 2 15,4-14 5-15,-1-10-13 16,6-8-19-16,0-7-10 0,0-7-13 15,1-3-4 1,2-2-6-16,0 0-5 16,0 0-8-16,-2 6-8 15,-1 7-14-15,-5 8 4 16,-3 12 0-16,-9 7 1 16,-1 8-3-16,-7 5-4 15,-2 4-9-15,4 0-57 0,25 28-11 16,-2 2-2-16,2 0-484 0</inkml:trace>
  <inkml:trace contextRef="#ctx0" brushRef="#br0" timeOffset="14566.84">12963 9035 313 0,'0'0'129'0,"0"0"-1"0,0 0 27 0,0 0 11 0,0 0 0 15,0 0 18 1,-60-14-10-16,54 9-16 0,2 3 74 16,1-2-36-1,3 4-43-15,0-2-14 16,0 2-41-16,0 0-49 0,0 0-35 16,10 6-3-1,5 10 4-15,6 4 41 0,2 2 10 0,1 0 8 16,-4-2-31-1,0-2-14-15,-1-5 17 16,-4-4-4-16,-2-6 26 16,1-3 18-16,1 0 18 15,3-10 3-15,8-15-40 16,6-9-23-16,4-12-21 16,2-4-12-16,0-8-11 15,-4 2-1-15,-1 5 0 16,-6 6 1-16,-6 8 0 15,-2 7-8-15,-7 7 7 16,-2 9 0-16,-4 3-6 0,-1 3 6 16,-3 5 1-16,2 0-1 15,-4 1 1-15,0 2-18 16,0 0 4-16,0 0-8 16,0 0-14-16,0 2-107 15,-22 23-191-15,-2-1-303 16,-9 1-593-16</inkml:trace>
  <inkml:trace contextRef="#ctx0" brushRef="#br0" timeOffset="22391.85">2281 5250 524 0,'0'0'185'0,"0"0"-58"0,0 0 5 0,0 0-27 0,0 0-27 15,0 0 12-15,-24-34 10 16,21 32-1-16,-2-1-16 16,4-2 19-16,-4 2 13 15,3-4 21-15,-1 2 19 16,-2-1-6-16,2 4 19 15,0-3-17-15,3 1-21 16,-3 1-9-16,3 0-42 0,0 2-31 16,0-1-11-1,0 2-13-15,0 0-9 0,0 2-15 16,0 19-6-16,12 25 6 16,4 33 18-16,2 25 61 15,-1 13 21-15,-9-7-17 16,-2-14-4-16,-3-28-15 15,-1-12 1-15,-2 7-20 16,0 11-9-16,0 1 0 16,0-5-5-16,0-19-1 15,0-16-7-15,0 3-2 16,0 0-12-16,0 1 0 16,0-7-9-16,0-7 6 15,0-8-5-15,0-5 0 0,3-6 0 16,-3-4 0-16,0-2-1 15,0 0 6-15,0-2 6 16,0-18 18-16,0-13-12 16,0-14-18-16,0-24 0 15,0-29-30-15,0-23-12 16,3-5-6-16,0 9 5 16,-3 20 11-16,0 27-1 15,0 13 12-15,0 14-21 16,0 6 0-16,0-7 11 0,0-4-2 15,0-6-7 1,-3 7-4-16,-3 2 8 0,3 2 6 16,-2 6 11-1,2 2-5-15,-2 1-6 0,2 4 12 16,-2 5-6 0,2 2 3-16,0 8 4 0,0 6 6 15,3 4 10-15,0 3 0 16,0 4-1-16,-3 0 2 15,3 0-1-15,0 0-8 16,0 19-14-16,0 13-8 16,0 14 31-16,6 23 29 15,3 23 20-15,-4 22-10 16,0 10 39-16,-2-2 16 16,-1-10-21-16,-2-16-7 15,0-6-1-15,0-3-14 16,0-3-12-16,0-17-8 15,0-11-1-15,1-16-6 0,-1-8-6 16,2 2-4-16,-1-2-5 16,1 2-3-16,-2-6-5 15,6-8 1-15,-3-3 4 16,-3-4-5-16,3-3-1 16,-3-3 1-16,0-1 1 15,0-4-2-15,0 1 2 16,0-3-1-16,0 0 0 15,0 0-1-15,0 0 1 16,0 0 0-16,0 0 6 16,0 0-6-16,0 0-1 0,0-7-20 15,0-6-44 1,0-15-94-16,-9 3-292 0,0 0-700 0</inkml:trace>
  <inkml:trace contextRef="#ctx0" brushRef="#br0" timeOffset="23586.95">1346 10347 576 0,'0'0'711'0,"0"0"-463"0,0 0-33 0,0 0-43 16,0 0-27-16,0 0 54 0,52 25 94 16,5-5-24-16,28-2-47 15,29-4-33-15,8-4-42 16,2-7-36-1,-11-3-53-15,-17 0-23 0,-17 2 25 16,-18-1-14-16,-17 1-8 16,-13 0-16-16,3 0-10 15,-2-2-10-15,2 0 7 16,-14 0-8-16,-4 0 0 16,-9 0 0-16,-4 0 0 15,-3 0-1-15,0 0-21 16,-7 0-75-16,-19 0-114 15,-33 10-359-15,4-1-164 0,-5 0-619 16</inkml:trace>
  <inkml:trace contextRef="#ctx0" brushRef="#br0" timeOffset="23855.94">1480 10725 1253 0,'0'0'742'0,"0"0"-611"0,0 0 106 16,0 0 83-16,84 22 29 0,-21-19-91 16,21-3-70-1,20 0-54-15,6-12-53 0,-7-1-30 16,-27-4-9 0,-24 6-17-16,-12 3-16 0,-9-2 0 15,6-1 2 1,-1-2-2-16,-2 2-8 15,-7 0-1-15,-8 3-6 0,-12 4-77 16,3-9-109 0,-3 2-419-16,-6-5-1258 0</inkml:trace>
  <inkml:trace contextRef="#ctx0" brushRef="#br0" timeOffset="25287.03">16052 9078 586 0,'0'0'199'0,"0"0"-21"0,0 0-28 0,0 0 26 0,0 0-31 16,0 0-29-16,-19-16-3 16,19 16-16-16,-2 0 14 15,2 0-7-15,0 0 12 16,0 0 6-16,-4 0 8 15,4 0 13-15,0 0-39 16,0 0-15-16,0 0-10 16,0 0 0-16,9 0 2 0,7 0 10 15,18 0 32 1,7 0-17-16,8 0-28 16,21 0-21-16,16 0-12 0,-7 0-12 15,-6 0-2-15,-14 0-4 16,-12 0-18-16,-1 0 0 0,3 0-8 15,-9-4 9 1,-11 4-10-16,-9 0-1 0,-8-2 1 16,-6 2-23-1,-5 0-23-15,-1-1-34 0,0 1-32 16,-1-2-80-16,-29 1-165 16,0-1-259-1,-3 2-190-15</inkml:trace>
  <inkml:trace contextRef="#ctx0" brushRef="#br0" timeOffset="25620.44">16120 9177 1370 0,'0'0'396'0,"0"0"-104"0,0 0-107 0,0 0 61 15,0 0-50-15,0 0 13 16,0 0 2-16,126 22-49 0,-42-20-44 16,25-2-18-1,6 0-31-15,-8-2-9 16,-27-3-9-16,-25 0-4 16,-15 1-19-16,-5 0-13 15,0-2 5-15,6 2-11 16,-5-2 0-16,-8 0-8 0,-9 2 0 15,-8 0 0-15,-6 4 0 16,-3 0-1-16,-2 0-33 16,0 0-58-16,-21 0-64 15,-4 0-311-15,-13 0-421 0</inkml:trace>
  <inkml:trace contextRef="#ctx0" brushRef="#br0" timeOffset="37654.57">2588 9607 841 0,'0'0'154'0,"0"0"-70"0,0 0 33 0,0 0 25 16,0 0 21-16,27-10-51 15,-9 10-48-15,6 0 2 0,12 0-9 16,4 0-3 0,5 0-6-16,4 0-11 15,4 4 1-15,1 2 7 16,5-1-4-16,-1 2-3 15,8-1-4-15,-3 0 2 0,4-2 24 16,3-3-11-16,-5 4 0 16,4-4-9-16,6 0-6 15,13-1-6-15,-10 0-1 16,-9 0 7-16,-9 0-7 0,-7 0-12 16,6 0-6-16,18-8 2 15,10-3 4 1,16-1-4-16,-2 1-4 15,-13 4-1-15,-22 2 0 16,-20 3 0-16,-5 2-4 16,9 0-1-16,9 0 6 0,4 0-4 15,2 0-2-15,-4 0 7 16,-2 2-7-16,-1 2 1 16,-3-2 4-16,1 0-5 15,-4-2 0-15,1 0 0 0,-1 4-1 16,2-3 2-1,1-1-1-15,5 2 1 0,0-2-1 16,-1 1 0 0,1 1 0-16,0-2 1 0,0 0-1 15,-1 0 0 1,2 3 5-16,3-3-5 0,5 2 0 16,-3 1 5-1,3 1-6-15,-3 1 2 0,-1-2-1 16,-2 2-1-1,-5-1 0-15,1 2 0 0,-1-5 0 16,-2 3 1-16,-3 0 0 16,2-1 0-16,-1 2 11 15,-2-3-5-15,-3 1-1 16,-1 2 2-16,3-3 1 16,1 1 1-16,1 0 4 15,2 1-5-15,0-1 1 16,0-1-1-16,2 1-3 15,-2-1 3-15,-3 0-8 16,0 2 7-16,-2-2-2 16,0-2-5-16,2 5 1 0,3-5 7 15,-1 3 3 1,-1-3-3-16,1 0 1 0,0 0 5 16,-1 0 5-16,3 0-4 15,-3 0-4-15,4 0 1 16,0 0 7-16,0 0-1 15,4-3-4-15,0 3 5 16,2 0 1-16,3 0-2 0,-1 0 2 16,1 0-2-1,3 0-10-15,-4 0 3 0,-1 3 2 16,-4 1-2 0,0 0 1-16,-4-1-5 15,-3 0 5-15,1-1 7 0,1-2 5 16,-3 0-2-16,2 0-2 15,-2 0 0-15,-3 0 0 16,0 0-3-16,-1 0-6 16,-4 0 1-16,2 0-1 15,-3 0-3-15,-2-2 0 16,1 0-3-16,-2 1-5 16,0-2 11-16,1 3-5 15,-1-1 4-15,2-2 1 16,-2 0 1-16,2 3-1 0,-2-1-10 15,3-2 19 1,-3 3-3-16,3 0-3 0,-3 0-3 16,3 0-3-1,-3 0 0-15,1 0 3 16,-6 0-5-16,3 0 4 16,-2 0 1-16,-3 0 3 15,-1 0-2-15,1 0-1 0,-3 0 2 16,3 0-2-16,-5 0-2 15,-1 0-1-15,-7 0-7 16,-2 0 5-16,-7 0-7 16,-3 0 1-16,-3 0-1 15,-5 0 0-15,-13 0 0 16,-82 0-58-16,-2 0-240 0,-21 0-556 16</inkml:trace>
  <inkml:trace contextRef="#ctx0" brushRef="#br0" timeOffset="42666.74">16478 7853 1255 0,'0'0'283'0,"0"0"19"0,0 0 20 0,0 0-57 15,0 0-22-15,0 0-17 16,-24-50-131-16,23 50-58 16,-1 0-19-1,-1 16-17-15,3 14-1 0,0 11 6 16,0 9 11-16,0 1 26 0,3 4-14 16,6-5-23-1,-2-6 3-15,1-6-9 16,-2-3-1-16,-1-9-6 15,-5-6 1-15,0-4-84 16,-2-8-27-16,-12-6 23 16,-3-2 17-16,-3 0 8 15,-2-13 14-15,2-9 38 16,0 0 16-16,5 1 1 0,6 4 0 16,2 5 45-16,4 7 13 15,2 3 3-15,1 2-20 16,0 0-28-16,0 4-12 0,8 12-1 15,11 6 1 1,2 4 12-16,9 0 2 16,1 1-4-16,-1-6-3 15,-2-2-6-15,-1-6-2 0,-6-6 1 16,-2-7 0-16,-4 0 0 16,-2-3 0-1,0-17 0-15,-3 0 5 0,-3-9-5 16,-2 1 5-1,-3-3-5-15,-1 8-1 0,-1 5 6 16,0 8-4-16,0 8 3 16,0 2-5-16,-3 10-6 15,-10 15 4-15,-9 15 1 16,-3 9-6-16,-2 8-1 16,-7 12-172-16,8-13-330 15,3-12-901-15</inkml:trace>
  <inkml:trace contextRef="#ctx0" brushRef="#br0" timeOffset="48418.62">2713 13975 1356 0,'0'0'364'0,"0"0"-51"0,0 0-46 31,0 0-48-31,0 0-12 0,0 0-68 0,-6-5-70 16,6 5-35-1,0-3-2-15,9-3-2 16,15-3-5-16,9-4-9 16,8-4-2-16,5-7-14 0,1 5 0 15,-6-1-9 1,-2 6-166-16,-8 2-99 0,-9 5-346 16,-11 4-281-16</inkml:trace>
  <inkml:trace contextRef="#ctx0" brushRef="#br0" timeOffset="48604.87">2740 14032 1585 0,'0'0'369'16,"0"0"-92"-16,0 0-30 16,0 0-30-16,0 0-33 15,0 0-97-15,0 0-36 16,60-8-20-16,-23-6-13 15,7 1-8-15,20-7-10 16,18-3 0-16,27-2-27 16,-13 7-239-16,-20 2-659 0</inkml:trace>
  <inkml:trace contextRef="#ctx0" brushRef="#br0" timeOffset="55949.58">24364 15121 774 0,'0'0'1078'0,"0"0"-773"0,0 0-2 0,0 0-32 16,0 0-11-16,0 0-70 16,14 0-79-16,6 0-53 15,8-3-31-15,10-2-13 16,2 0-8-16,3 0-5 16,-1-1 5-16,-3 0-6 0,-6-1-1 15,-6 2-42-15,-7-2-86 16,-10-2-118-16,-10-8-114 15,-19 2-430 1,-3-2-865-16</inkml:trace>
  <inkml:trace contextRef="#ctx0" brushRef="#br0" timeOffset="56368.6">24426 14830 356 0,'0'0'1385'0,"0"0"-1069"16,0 0 28-16,0 0-32 16,0 0-43-16,0 0-133 0,0 0-80 15,-9-27-32 1,-3 29-9-16,-7 12-3 0,-11 7 6 16,-5 6 12-16,-5 4 4 0,0 2-1 15,-1 2-6 1,6-3 7-16,7-2-5 0,6-4-2 15,14-6-6 1,5-3-8-16,3-3 2 16,7 2 6-16,13-4 3 15,8 2 6-15,6-6 2 16,6-1 2-16,3-4-2 0,-1-1-11 16,-1-2-9-1,-5 0-11-15,-5 0 5 16,-6 0-6-16,-5 0 0 15,-7 0-10-15,-5 0-8 0,-5 0-17 16,-3 0-91-16,-21 18-199 16,-6 0-270-16,-10 1-397 0</inkml:trace>
  <inkml:trace contextRef="#ctx0" brushRef="#br0" timeOffset="63296.94">11226 14625 450 0,'0'0'146'0,"0"0"85"0,0 0-13 0,0 0 2 16,0 0-6-16,0 0-30 15,-50-75-8-15,36 47-31 16,-1-5-69-16,2-9-51 16,-2-16-25-16,6 0-33 15,3-5-51-15,6-4-48 0,2 7 12 16,20-1 54-1,8-3 7-15,10 3 16 0,12 4-39 16,20 0 47 0,13 11 0-16,-8 14 26 0,-7 13 2 15,-13 19-67 1,-9 4 74-16,5 19 25 0,5 7 59 16,-4 10-9-16,-2 3 5 15,-9 2 15-15,1 1-9 16,-9-3 59-16,-8-4-26 15,-2-4-35-15,-8-8-28 16,-6-5-25-16,-4-4-13 0,-4-8 7 16,0-2-11-1,-3-6-7-15,0-2-6 0,-1 0 14 16,-15 0-4 0,-12-12-11-16,-9-1-155 0,-25-5-149 15,12 4-85-15,3 6-393 0</inkml:trace>
  <inkml:trace contextRef="#ctx0" brushRef="#br0" timeOffset="63806.56">11283 14390 124 0,'0'0'319'0,"0"0"-218"0,0 0-23 0,0 0-13 0,0 0 17 16,0 0 3-1,0 0 3-15,-75-24-27 16,65 20 13-16,6-1 24 16,-1-1-17-16,2-2 16 0,1 5 22 15,1-4-34-15,-2 1-45 16,-1-1-19-16,2 0-7 15,-1-1-3-15,1 1-4 16,0 4-6-16,-1 1 7 16,1 0-6-16,2 1 0 0,-1-2 4 15,1 3-5 1,0 0 6-16,0 0-5 0,0 0 0 16,0 0 4-16,0 0 4 15,0 0-1-15,0 0 8 16,0 0-1-16,-2 0-3 0,2 0-2 15,-1 0-1 1,-1 0-3-16,-3 0-1 0,-4 0-4 16,0 8-2-1,-5 2 0-15,1 5 0 16,-4 2 0-16,2 1 1 0,-2 0-1 16,6-1-1-1,-5-3-111-15,9-3-123 0,-2-8-255 0</inkml:trace>
  <inkml:trace contextRef="#ctx0" brushRef="#br0" timeOffset="64105.12">10902 14370 459 0,'0'0'163'0,"0"0"91"0,0 0 15 0,0 0-29 0,0 0-137 15,0 0-49-15,0 0-20 16,-54 11-18-16,54 28-5 15,0 15 71-15,10 4 77 16,3 1-37-16,5-5 32 16,0-8-42-16,3-8-7 15,2-10-31-15,1-8-12 16,2-7-20-16,1-10 1 16,0-3-10-16,1-9-1 0,4-17-11 15,0-7-21-15,2-9 0 16,-2-2-41-16,1-4-34 15,-2 4-51-15,21-7-32 16,-11 15-185-16,-1 8-398 16</inkml:trace>
  <inkml:trace contextRef="#ctx0" brushRef="#br0" timeOffset="64516.83">11857 14290 685 0,'0'0'345'0,"0"0"-67"15,0 0-98-15,0 0 2 0,0 0 51 16,3 94-52-1,11-61-10-15,2 0-52 16,4-3-21-16,4-3-11 16,2-5-31-16,-1-7-9 0,2-7-7 15,-4-4 14 1,5-4-8-16,-1-8 2 0,-1-18-13 16,1-6-10-1,-6-11-25-15,-1-20-9 0,-6-23-46 16,-3 3-39-1,-6 8-29-15,-5 14-25 16,0 26-24-16,0 5 33 0,0 6 16 16,0 14 52-1,-2 8 34-15,-3 2-42 16,-6 17-35-16,0 6-8 0,5-1-857 0</inkml:trace>
  <inkml:trace contextRef="#ctx0" brushRef="#br0" timeOffset="64705.21">12626 14097 1811 0,'0'0'218'16,"0"0"-156"-16,0 0 1 15,0 0 8-15,0 0-50 16,0 0-21-16,0 0-74 0,-4-1-638 15</inkml:trace>
  <inkml:trace contextRef="#ctx0" brushRef="#br0" timeOffset="68551.75">11379 14477 879 0,'0'0'0'0</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24:58.604"/>
    </inkml:context>
    <inkml:brush xml:id="br0">
      <inkml:brushProperty name="width" value="0.05292" units="cm"/>
      <inkml:brushProperty name="height" value="0.05292" units="cm"/>
      <inkml:brushProperty name="color" value="#FF0000"/>
    </inkml:brush>
  </inkml:definitions>
  <inkml:trace contextRef="#ctx0" brushRef="#br0">2111 5806 1281 0,'0'0'350'16,"0"0"-164"-16,0 0-13 0,0 0-5 16,0 0-9-1,0 0-94-15,5 0-22 0,9 0-14 16,7-8-3 0,7-4-13-16,7 1-12 0,0 0-1 15,1-1-5-15,1 0-94 16,3 0-120-16,-8 2-288 15,-9 1-381-15</inkml:trace>
  <inkml:trace contextRef="#ctx0" brushRef="#br0" timeOffset="220.43">2084 5941 1454 0,'0'0'381'0,"0"0"-141"15,0 0 2 1,0 0-109-16,0 0-21 0,0 0-8 16,0 0-22-1,62-17-45-15,-20 2-34 0,11 0-3 16,29-7-98-16,-11 6-254 0,-9 2-635 0</inkml:trace>
  <inkml:trace contextRef="#ctx0" brushRef="#br0" timeOffset="1123.13">6824 5929 926 0,'0'0'317'0,"0"0"-130"16,0 0-46-16,0 0 31 0,0 0-1 15,0 0 8-15,-3 2 16 16,3-2-63-16,0 0-80 15,14 0-3-15,8 0 39 16,13 0 34-16,8-2-1 16,12-5-47-16,2-1-29 15,9-1-22-15,-8 1-13 16,-2 0-10-16,-6 1-1 0,-10 0-15 16,-7 2-83-16,-9 1-74 15,-9-2-77-15,-12-2-108 16,-3 1-187-16,-4 0-627 0</inkml:trace>
  <inkml:trace contextRef="#ctx0" brushRef="#br0" timeOffset="1349.95">6889 6025 1343 0,'0'0'221'16,"0"0"55"-16,0 0-2 15,0 0-54-15,0 0 10 0,103 34 17 16,-54-34-84 0,8 0-55-16,1 0-36 0,-1-10-24 15,1-3-27 1,-7 0-17-16,-1-1-4 0,18 1-67 16,-15 1-210-16,-11 4-376 0</inkml:trace>
  <inkml:trace contextRef="#ctx0" brushRef="#br0" timeOffset="5020.22">1295 6613 541 0,'0'0'124'0,"0"0"-53"0,0 0 46 16,0 0-14-16,0 0-24 15,0 0 51-15,14-41 7 16,-14 36 3-16,0-1 6 16,0 1 42-16,0 0 14 15,-5 1-23-15,-3 2-15 16,-2-1-38-16,-5 1-26 0,2 2-38 16,-5 0-11-1,-3 0-10-15,-3 13-15 0,3 6-2 16,-4 7 4-1,4 4 0-15,3 2-8 0,11 2-5 16,4 0 3 0,3-1-8-16,5 2 27 0,12-2 1 15,-1 1-23 1,4 0-3-16,-4 2-12 16,-2-2 0-16,-7 0-8 15,-1 2 7-15,-4 2-6 0,-2 1 6 16,-2-4 1-1,-10 2-1-15,-1-7 1 0,-1-4 0 16,1-8-20-16,-1-5 10 16,4-9 10-16,0-4 0 15,0 0 14-15,5-7 4 16,0-3 15-16,3 0-20 16,1 2-4-16,1 5-8 15,0 3-1-15,0 0-12 16,0 0-7-16,6 14 5 15,9 6 14-15,3 8 7 0,0 4 2 16,-5 5 0 0,1 3 14-16,-7 3 36 0,-2 3 15 15,-5 0-14 1,0-1-5-16,0-1 5 0,-3-6 10 16,0-6-17-16,0-6-10 0,1-6-7 15,1-7-16 1,1-5-2-16,0 2-3 0,0-4-2 15,0-2 2 1,1 0-13-16,7 1 5 0,2-2 5 16,10-1-4-1,2-2-2-15,8 0 3 0,2-14-8 16,12-6 7-16,-4-1-8 16,0-7 2-16,-5 0-1 15,-5 2-1-15,-8 7-5 16,-7 6-37-16,-6 6-63 15,-7 7-105-15,-2 7-321 16,0 6-494-16</inkml:trace>
  <inkml:trace contextRef="#ctx0" brushRef="#br0" timeOffset="6300.26">7980 6983 526 0,'0'0'265'0,"0"0"-10"0,0 0 4 0,0 0-9 16,0 0 55-16,0 0-14 16,-74 0-27-16,74 0-88 15,0 0-20-15,0 0 17 16,13 3-105-16,29 4-35 15,44 1 76-15,43-5 33 0,26-3-31 16,5 0-32 0,-5-5-31-16,-23-4-19 0,-10 2-11 15,-11 2 9-15,-14 0-17 16,-12 1-1-16,-17-2-3 16,-16 1-4-16,-13 0 8 15,-7-1-4-15,-6 4-5 16,2-5 0-16,-3 4-1 15,-11-3-1-15,-7 6-13 0,-3 0-46 16,-4 0-91 0,-27 0-150-16,-8 0-164 0,-7 4-329 0</inkml:trace>
  <inkml:trace contextRef="#ctx0" brushRef="#br0" timeOffset="6650.03">8331 7177 615 0,'0'0'918'0,"0"0"-724"16,0 0 40-16,0 0 2 0,-80 0 3 16,76 0-65-16,3 0-42 15,1 0-41-15,3 1-9 16,18 7-1-1,27 2-34-15,41 3 50 0,41-4 15 16,24-7-18-16,1-2-25 16,-14-2-18-16,-23-6-13 15,-9 4-16 1,-11-2-2-16,-23 4-10 0,-21 0-2 16,-20 0-7-16,-10 0 1 0,-2 0-2 15,-1 1-2 1,-3 0 1-16,-6 1-5 0,-8 0-23 15,-4 0-110 1,-31 6-192-16,-8 6-252 0,-13 2-335 0</inkml:trace>
  <inkml:trace contextRef="#ctx0" brushRef="#br0" timeOffset="9851.14">4943 7825 1019 0,'0'0'371'0,"0"0"-169"0,0 0 24 0,0 0-6 0,0 0-4 15,0 0-45-15,0 0-33 16,70-50-49-16,-34 35-26 16,7-2-27-16,-2 4-12 0,9 1-8 15,-6 1-16 1,-4 4-12-16,-7 4-55 0,-8 3-162 16,-10 3-291-16,-13 4-417 0</inkml:trace>
  <inkml:trace contextRef="#ctx0" brushRef="#br0" timeOffset="10050.12">4952 7958 1512 0,'0'0'323'15,"0"0"-203"-15,0 0 78 0,0 0 27 16,103-8-35-16,-29-15-33 15,-1 0-57-15,-6 0-55 16,-3 0-36-16,-17 6-9 16,18-7-101-16,-9 4-241 15,-22 4-644-15</inkml:trace>
  <inkml:trace contextRef="#ctx0" brushRef="#br0" timeOffset="21669.96">3467 9013 1488 0,'0'0'332'0,"0"0"-118"0,0 0-80 16,0 0-37-16,0 0 51 15,0 0 25-15,81 22-54 16,-48-11-21-16,5-1 11 16,-1-6 5-16,8-4 6 0,-2-4-42 15,4-17-14 1,2-11-6-16,1-11-19 16,3-9-18-16,0-7-10 0,-1-1-11 15,-3 4 0 1,-9 4-1-16,-4 14-35 0,-10 10-6 15,-11 13-13-15,-1 12-13 16,17 16-86-16,-4 9-221 16,5 5-462-16</inkml:trace>
  <inkml:trace contextRef="#ctx0" brushRef="#br0" timeOffset="22249.92">6151 9090 1468 0,'0'0'484'0,"0"0"-265"0,0 0 53 16,0 0-25-16,0 0-29 15,0 0-75-15,0 0-62 16,16-17-10-16,10 36 49 15,7 3-4-15,7 3-41 16,10-5-15-16,3-7-19 16,4-10-16-16,13-3 8 15,20-33 0-15,22-31 11 0,5-18-11 16,-7-10-14-16,-16-1-13 16,-30 22-6-16,-20 16 0 15,-21 20-41 1,-20 15-20-16,-43 18-100 0,-15 2-422 15,-19 0-1296-15</inkml:trace>
  <inkml:trace contextRef="#ctx0" brushRef="#br0" timeOffset="22834.53">2196 10046 877 0,'0'0'274'0,"0"0"-53"0,0 0-35 0,0 0 35 15,0 0 3-15,0 0 3 16,0 0 11-16,-8-54-71 16,8 54-55-16,8 0-41 15,7 5 23-15,4 12 14 16,8 1-23-16,4-3-10 15,5-5-9-15,6-3-13 16,9-7-1-16,22-28 2 16,28-40-8-16,29-40-16 0,9-19-16 15,-11-11-14-15,-29-1-16 16,-41 40-144-16,-25 9-840 0</inkml:trace>
  <inkml:trace contextRef="#ctx0" brushRef="#br0" timeOffset="25499.8">1501 10950 1692 0,'0'0'244'0,"0"0"-152"16,0 0-36-16,0 0-20 15,0 0-7-15,0 0-5 16,60-66-11-16,-23 46-7 16,3 0-6-16,2 2-10 15,-6 4-9-15,-5 6-115 0,-9 8-205 16,-12 0-343-16</inkml:trace>
  <inkml:trace contextRef="#ctx0" brushRef="#br0" timeOffset="25669.88">1473 11078 1527 0,'0'0'193'0,"0"0"-159"0,0 0-18 31,0 0 4-31,0 0 20 0,0 0 10 15,94-39-17-15,-48 11-33 16,18-15-22-16,-13 4-171 16,-10 1-453-16</inkml:trace>
  <inkml:trace contextRef="#ctx0" brushRef="#br0" timeOffset="25887.76">1558 10711 1803 0,'0'0'230'0,"0"0"-163"16,0 0-40-16,72-18-12 15,-21 14 61-15,10 4 10 16,-2 0-1-16,-6 14-42 16,-13 19-12-16,-24 25-19 15,-32 44-2-15,-72 49-10 16,-54 34 0-16,6-33-268 15,-4-19-769-15</inkml:trace>
  <inkml:trace contextRef="#ctx0" brushRef="#br0" timeOffset="37849.85">1078 13577 1411 0,'0'0'194'0,"0"0"-133"0,0 0-33 0,0 0-5 15,0 0 35 1,0-13 46-16,0 13-44 0,3 0-27 16,11 11 82-1,1 4-32-15,8 5-38 0,-1-2-12 16,-2 1 5-16,-3-7 7 16,0-2 11-16,-3-6-20 15,4-4-2-15,-1-4 18 16,2-23 34-16,13-25 14 15,13-37-30-15,16-36-28 16,9-17-17-16,3 6-25 16,-7 31 0-16,-21 39 0 15,-8 20-12-15,-7 10-56 16,10-9-136-16,-7 8-170 16,-11 6-525-16</inkml:trace>
  <inkml:trace contextRef="#ctx0" brushRef="#br0" timeOffset="43899.83">20700 5492 1465 0,'0'0'537'0,"0"0"-328"0,0 0-36 0,0 0 26 16,0 0-33-16,0 0-26 15,82 0 7-15,-32-3-58 16,9-5-42-16,4-4-19 16,5 0-16-16,-4 1 2 15,-3-1-7-15,-8 2-7 0,-11 3 0 16,-12 1-16-1,-15 4-77-15,-15-1-112 16,-7 3-153-16,-16-2-432 0</inkml:trace>
  <inkml:trace contextRef="#ctx0" brushRef="#br0" timeOffset="44231.92">20671 5259 1183 0,'0'0'661'15,"0"0"-490"1,0 0 19-16,0 0 39 0,0 0 5 16,0 0-67-16,0 0-73 0,-20-25-66 15,-4 45-5 1,-10 14 1-16,-9 10 15 15,-2 9 35-15,6 0-20 16,7 1-16-16,18-4 1 0,12-1 3 16,6-6-14-1,26-2 11-15,29-3-17 16,31-5-10-16,37-9-12 16,14-8-1-16,0-10-5 15,-13-6-10-15,-47 0-261 16,-26 0-605-16</inkml:trace>
  <inkml:trace contextRef="#ctx0" brushRef="#br0" timeOffset="54503.9">15742 8580 1130 0,'0'0'347'0,"0"0"-68"0,0 0-24 0,0 0-27 16,0 0-4 0,0 0-64-16,-11 0-37 0,11 0-41 15,7 0-9 1,10 0 11-16,15 0 68 0,26 3-21 16,32 0-24-16,40-3-17 0,16 0 2 15,3 0-17 1,-12-3-20-16,-22 0-13 15,-9-2-15-15,-13 1 5 16,-17 1-11-16,-19 0-5 0,-15 3-1 16,-10-1-6-1,3-2-3-15,2 3 2 16,-1 0 4-16,-8-1-5 0,-8 1-6 16,-10 0-1-1,-5 0 0-15,-5 0-11 16,-5 0-80-16,-51 15-103 15,2 2-406-15,-9-3-647 0</inkml:trace>
  <inkml:trace contextRef="#ctx0" brushRef="#br0" timeOffset="55569.93">15170 9927 573 0,'0'0'622'0,"0"0"-380"0,0 0-33 0,0 0 37 15,0 0-4-15,0 0-47 16,-69 77-42-16,69-62-42 16,11 2-26-16,20-2-7 15,30 1-1-15,41 0 11 16,52-4-14-16,29-11-9 0,14-1 19 15,-2-1-30 1,-18-11 11-16,-5 2-34 0,-13-2-8 16,-19 0-7-1,-16-1 3-15,-17 1 2 0,-13-1 2 16,-18 2-14 0,-18 1-8-16,-16 3 26 0,-3 0-9 15,-2 0-16-15,-1-2-1 0,0 3 0 16,-13-1 0-1,-8 4 0-15,-6-1 0 16,-2 4 1-16,-7 0-2 16,0 0-11-16,-26 0-19 0,-70 0-27 15,4 4-296 1,-15-1-915-16</inkml:trace>
  <inkml:trace contextRef="#ctx0" brushRef="#br0" timeOffset="63302.27">21503 13556 91 0,'0'0'1354'0,"0"0"-1074"0,0 0-48 0,0 0-8 16,0 0 35-16,0 0-63 15,-20-34-49-15,20 34-29 16,0-1-7-16,0 1 6 16,1 0-12-16,18 0-7 15,11 0 18-15,11 0-13 16,8 0-19-16,14 0 2 15,10 0-14-15,16-3-11 16,15-3-10-16,3-1-10 0,-10 0 4 16,-21 0-17-1,-20 3-7-15,-10 0 0 0,-6-2-4 16,8 1 1-16,5-5-18 16,1 3 0-16,-6-2 0 15,-11 2 0-15,-7 1 0 16,-6 1 0-16,-10 0 0 15,-6 5 0-15,-4-2 0 16,-4 2 0-16,0 0-24 16,-3 0-84-16,-36 2-101 15,1 6-109-15,-5-1-558 0</inkml:trace>
  <inkml:trace contextRef="#ctx0" brushRef="#br0" timeOffset="64505.87">12733 14490 875 0,'0'0'279'0,"0"0"-45"0,0 0 7 0,0 0 60 0,0 0-34 16,0 0-24-16,-15-1-70 0,15 1-39 15,0 0-34 1,4 0-17-16,18 3 18 0,24 5 50 16,27 6-21-16,33-2-21 15,14-4-25-15,1-3-19 16,-14-4-2-16,-13-1-8 0,-5 0-1 31,1 0-6-31,0 0-10 0,2 0-8 16,5-8-5-16,3 2 2 15,7-1 8-15,2-2-10 0,4 1-4 16,0 2 5 0,2 0-10-16,-4 0-7 15,-1 4-1-15,-1 2 8 16,-7 0-4-16,-21 0 6 16,-18 0-18-16,-16 2 0 15,-14-2 0-15,4 5 0 0,0-2 0 16,1-1 0-1,-9 0 0-15,-6-2 0 0,-4 0 0 16,-2 3 0-16,-4-3 0 16,2 0 0-16,-3 0 0 15,-1 0 0-15,-7 0 0 16,4 0 0-16,-5 0 0 16,-3 0 0-16,0 0 0 15,0-3 0-15,0 1 0 16,-15-3 0-16,-43 3-183 0,4-1-194 15,-12 3-726-15</inkml:trace>
  <inkml:trace contextRef="#ctx0" brushRef="#br0" timeOffset="92238.59">24210 7900 1555 0,'0'0'220'0,"0"0"-141"16,0 0-29-16,-17-77 77 0,18 57-20 15,18 5-26-15,1 2-32 16,5 5-18-16,7 8-17 16,2 0-7-16,2 11-6 15,-3 14 5-15,-4 7 0 16,-7 12 2-16,-13 19 4 15,-9 19 5-15,-21 19 69 16,-11 6 2-16,-3-14-31 16,10-23-14-16,10-26-3 0,4-5-9 15,2 3-11-15,4 6-5 16,3 4-6-16,2-9-9 16,0-7 8-1,11-6-7-15,3-9 0 0,-1-8-1 16,1-7 0-16,-1-6 1 15,3-6 0-15,-2-12 6 16,3-2-6-16,-5 2 0 16,-2 3 0-16,-4 11 10 15,-4 4 7-15,-2 3-5 16,0 31 4-16,0 30 66 0,-3 32 55 16,0 17-35-1,3 6-20-15,0-3-14 16,10 2-16-16,5 3-2 15,1-4-9-15,7-2-16 0,-1-9-4 16,1-6 5 0,0-3-7-16,-6-3-4 0,-5-17 11 15,-6-18-13-15,-6-18-13 16,0-14 13-16,-6 3-3 16,-10-1 1-16,-4-1 10 15,-4-4-5-15,-4-11-1 16,-4-6 20-16,-3-6-6 0,-9-1-15 15,-2-1-14 1,-4-7 7-16,-5-2-7 16,1-1 5-16,2 4-5 15,3-1 0-15,5 0 1 16,3 6-2-16,9-3 0 16,5 0-18-16,6 5-49 15,5-5-41-15,-3-15-116 16,7 1-388-16,-3-9-735 0</inkml:trace>
  <inkml:trace contextRef="#ctx0" brushRef="#br0" timeOffset="114539.5">3014 16905 328 0,'0'0'598'0,"0"0"-303"0,0 0-86 0,0 0 12 15,0 0-6-15,0 0-7 16,-26 0 15-16,25 0-29 16,0 0-26-16,1-1-19 0,0 1-37 15,0-4-25 1,7 3-14-16,14-3 19 15,9-3 2-15,6 1-16 16,9-2-6-16,2 2-20 0,1 0-14 16,-1-4 10-1,0 1-15-15,-4-1-9 0,-7 1-8 16,-3 3-1-16,-6 0-4 16,-9 0-10-16,-1 0 7 15,-7 2-8-15,-2 0 2 16,-3 2-1-16,-3 0-1 15,1 0-11-15,1 1-53 16,5-1-94-16,15-1-206 16,4 2-458-16,1-3-805 0</inkml:trace>
  <inkml:trace contextRef="#ctx0" brushRef="#br0" timeOffset="115304.38">6845 16862 1235 0,'0'0'316'0,"0"0"-20"0,0 0-45 16,0 0 0-1,0 0-33-15,0 0-27 0,27-7 5 16,0-3-24-16,6-2-49 0,8-3-32 16,-2 2-30-1,-4-2-28-15,7 4-18 16,-10 2-14-16,-2 5-1 15,-6 3-1-15,0 1-89 0,-10 0-154 16,-4 3-113 0,-8 4-331-16,-2 0-967 0</inkml:trace>
  <inkml:trace contextRef="#ctx0" brushRef="#br0" timeOffset="115502.24">6982 17019 1438 0,'0'0'485'0,"0"0"-280"16,0 0 73-16,0 0-104 16,0 0 26-16,0 0 15 15,0 0-49-15,63 8-62 16,-37-11-55-16,1 0-27 16,2-2-11-16,4 0-11 15,6 0-1-15,27-18-115 16,-11-1-208-16,-3-1-425 0</inkml:trace>
  <inkml:trace contextRef="#ctx0" brushRef="#br0" timeOffset="119102.35">14441 16972 835 0,'0'0'340'0,"0"0"-64"0,0 0 26 16,0 0-32-16,0 0 17 15,0 0-78-15,-9-16-20 16,9 14-21-16,3-6-23 15,14-2-12-15,6-7-25 16,7 2-34-16,5-4-20 16,1 2-21-16,0 1-15 0,-1 2-7 15,-7 8-11 1,-2-3 0-16,-8 6-10 0,2 3-52 16,-7 0-102-16,-1 0-136 15,-7 0-213-15,0 3-245 0</inkml:trace>
  <inkml:trace contextRef="#ctx0" brushRef="#br0" timeOffset="119369.87">14502 17136 1722 0,'0'0'397'16,"0"0"-85"-16,0 0-101 0,0 0 41 15,0 0-2-15,0 0-70 16,74 16-45-16,-41-33-53 16,7-3-17-16,-1-4-14 15,2-3-21-15,-1-1-15 16,2-2-8-16,-2 1-5 16,-4 0-2-16,0 0-57 0,1-8-113 15,-9 7-341 1,-9-2-521-16</inkml:trace>
  <inkml:trace contextRef="#ctx0" brushRef="#br0" timeOffset="128752.71">22502 16908 756 0,'0'0'253'0,"0"0"-33"0,0 0-4 0,0 0-8 16,0 0-14-16,-32-3-30 15,31 3-8-15,1 0-28 16,0 0 4-16,0 0-28 0,0 0-25 16,0 0-10-1,11 0 19-15,11 0 25 0,5 5 1 16,3 4-10-1,5 1-20-15,2-2-16 0,0 1-14 16,-2-1-10 0,4-4-6-16,1 2-1 0,6-2 8 15,2 0-7 1,1-4-13-16,0 0-4 0,0 0-1 16,-2 0-7-16,-2-4 4 0,0-2-4 15,-4 0-1 1,7 4-6-16,0-5 17 15,0 0-10-15,3 1 11 16,4-1-7-16,2-1 2 16,0 4-4-16,0-2-1 15,-4 2-4-15,-1-1-1 16,-4 4-1-16,-5-1-2 16,-2 2 0-16,-4 0-2 15,-4 0-2-15,-2 0 1 0,0 0-2 16,-2 0 0-16,4 2 18 15,0-2-5-15,1 0 5 16,0 0-2-16,3 0-2 16,-1 0-2-16,-1 0 4 15,-1 0 2-15,-4 0-2 16,0-2 2-16,0 0-1 16,-3-1 6-16,-3 3-4 15,0-4 14-15,-1 4-11 16,-5-3-23-16,2 2 0 0,-7-1 0 15,-2 1 0 1,-3 1 0-16,-3-1 0 16,-2 1 0-16,-1 0 0 15,-2 0 0-15,2 0 0 0,-2 0 0 16,0 0 0-16,0 0 0 16,0 0 0-16,0 0 0 15,0 0 0-15,-12 0 0 16,-58 20-116-16,-2-1-241 15,-22-4-959-15</inkml:trace>
  <inkml:trace contextRef="#ctx0" brushRef="#br0" timeOffset="131970.14">2218 17616 444 0,'0'0'171'0,"0"0"-5"0,0 0 45 0,0 0 14 0,0 0 20 16,0 0 9-16,-27 0-46 15,24 0-23 1,3 0-7-16,0 0-38 15,0 0-39-15,0 0-36 0,13 0-14 16,4 0 25-16,14 0 30 16,8 0-17-16,7 0-20 15,6 0 7 1,6 0 8-16,2 0-19 0,2 0-14 16,-4 0-14-16,1 1 2 15,0-1-9-15,-1 0-3 16,-4 3-8-16,3 0-1 0,1-3-4 15,-1 4-2 1,-2-2-3-16,2-2-2 0,-2 0 1 16,-3 0-1-1,-1 0-6-15,-2 0 7 0,-4 0-7 16,1 0 5 0,1-6-4-16,-1 3 4 15,-2 0-5-15,0 2 8 0,-2 1-8 16,-2 0 0-16,-2 0 5 15,-1 0-4-15,2 1-1 16,-1 4 1-16,1 0 7 16,2-1-8-16,-1 2 8 15,4-3 0-15,3 1 0 16,2-3 3-16,1 2-4 0,0-1-1 16,0-2 1-1,-1 4-7-15,-4-4 1 0,2 0 7 16,-5 0 0-16,-4 0-8 15,-3 0 5 1,0 0-5-16,1 0 7 0,-2 0-7 16,0 0 10-1,5 1-10-15,-1 1 7 0,2-2 1 16,4 1 0-16,0-1 1 16,1 0-1-16,3 0 0 15,-2 0 2-15,0 0-10 0,0 0 8 16,-5 3-9-1,1 1 1-15,-2-1-1 0,5-1 1 16,-1 3 0 0,-2-2 5-16,6 3-5 0,1-5 0 15,-1 1 8 1,1 1-7-16,-1-3-1 16,1 0 8-16,-7 4-3 0,5-4-5 15,-6 0 8-15,3 0-3 16,-3 0 2-16,0 0-1 15,1 0 4-15,0 0-2 16,-7 0-3-16,7 0 0 16,-4 0-6-16,0 0 1 15,2-4 8-15,-5 4-7 16,2-2 7-16,1-1 4 16,2 2 5-16,2-3 2 0,1 2 2 15,0 1-1 1,0-1-3-16,-2 1 2 0,1 1 11 15,4 0 7-15,-3-6 4 16,-4 5-42 0,-3-1 0-16,-2-5 0 15,-7 3 0-15,-5 0 0 0,-3-1 0 16,-2 4 0-16,-4-3 0 16,-3 0 0-16,2 2 0 0,-5-2 0 15,-1 1 0 1,3-1 0-16,-5 4 0 0,0-1 0 15,-4 1 0 1,3-2 0-16,-3 2 0 0,0-3 0 16,2 3 0-1,1 0 0-15,-1 0 0 16,1-1 0-16,-3-10-177 16,0-1-355-16,0-3-1459 0</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27:54.054"/>
    </inkml:context>
    <inkml:brush xml:id="br0">
      <inkml:brushProperty name="width" value="0.05292" units="cm"/>
      <inkml:brushProperty name="height" value="0.05292" units="cm"/>
      <inkml:brushProperty name="color" value="#FF0000"/>
    </inkml:brush>
  </inkml:definitions>
  <inkml:trace contextRef="#ctx0" brushRef="#br0">1692 7947 167 0,'0'0'1149'0,"0"0"-965"0,0 0 43 0,0 0 9 15,0 0 12 1,0 0-48-16,0 0-53 0,-35-54-85 16,35 54-30-1,0 0-20-15,0 4-12 16,13 16 0-16,6 9 11 0,6 4 43 16,-3 6 7-16,1-5-21 15,-3-4 1 1,-2-6-9-16,-2-6 16 0,-1-10-1 15,2-7 18-15,5-1-9 0,5-17 11 16,12-15 8 0,17-26-22-16,16-29-25 0,10-33-13 15,2-17-15 1,-10 4-23-16,-9 13-17 0,-18 37-29 16,-9 23 1-16,-13 21 4 15,-10 16 15-15,-2 1 20 16,0 6 20-16,-6 0 8 15,0 12-14-15,-4 0-2 16,-2 2-10-16,-1 2-28 16,0 0-26-16,1 8-16 15,-1 49-38-15,-5-3 23 16,-7 6-101-16</inkml:trace>
  <inkml:trace contextRef="#ctx0" brushRef="#br0" timeOffset="3131.87">4716 9247 1102 0,'0'0'622'0,"0"0"-310"0,0 0-26 16,0 0-81-16,0 0-15 15,0 0-17-15,0 0-57 16,14 0-45-16,16 0 3 0,27 0 26 15,30 2-7 1,31-2-8-16,16 0-20 0,1 0-23 16,-10-5-2-1,-20-5-8-15,-6 1-7 0,-23 3-2 16,-23 0-8 0,-16 2-8-16,-7 0-5 0,-2 2-1 15,0-2 5 1,1 2-5-16,-7-1 0 0,-7 1-1 15,-3-1-1-15,-8 3-22 16,1 0-32-16,-4 0-46 16,-1 0-68-16,0 0-99 15,-28 0-85-15,-3 4-290 16,-2 2-472-16</inkml:trace>
  <inkml:trace contextRef="#ctx0" brushRef="#br0" timeOffset="3465.91">4842 9478 1635 0,'0'0'282'0,"0"0"-17"16,0 0-26-16,0 0-29 15,0 0 8-15,0 0-39 16,0 0-38-16,65 0-11 16,28 0 26-16,40-3-21 15,19-16-41-15,-8-2-32 0,-18-6-11 16,-29 9-17-16,-19 3-4 16,-19 3-15-16,-14 2 0 15,-8 3-13-15,0 0 4 16,-2-1-5-16,-6 3-1 15,-11 2-23-15,-9 1-62 16,-11 4-73-16,-14 9-142 16,-11 5-558-16</inkml:trace>
  <inkml:trace contextRef="#ctx0" brushRef="#br0" timeOffset="7419.84">2629 11871 1461 0,'0'0'372'0,"0"0"-190"0,0 0-12 0,0 0-1 0,0 0-8 15,0 0-6 1,0 0 15-16,86-6-40 0,-39-5-15 15,10-3-22 1,2-4-15-16,-1 1-24 0,5-2-29 16,-5 1-10-16,-1-2-14 15,-9 5-1-15,-8 4 0 16,-7 3-56-16,-12 2-73 16,-10 2-93-16,-6 4-45 15,-10 0-103-15,-15 0-152 16,-3 5-423-16</inkml:trace>
  <inkml:trace contextRef="#ctx0" brushRef="#br0" timeOffset="7636.15">2656 12011 1622 0,'0'0'248'15,"0"0"-159"-15,0 0 52 16,0 0 72-16,0 0 40 15,0 0-28-15,90 1-78 16,-43-13-37-16,7-8-11 16,4-3-37-16,-1-2-34 0,-1 2-23 15,-1 0-5 1,-6 5-113-16,-18 18-172 0,-14 0-371 16,-17 13-755-16</inkml:trace>
  <inkml:trace contextRef="#ctx0" brushRef="#br0" timeOffset="9685.96">4484 12773 1099 0,'0'0'291'0,"0"0"-140"0,0 0 31 15,0 0 36-15,0 0-8 0,0 0-18 0,0 0-73 16,13-8-45 0,14 5 47-16,12 2 16 15,8-1-19 1,19 1-13-16,21-2-8 0,23-1-4 0,9-2-12 31,4-4-17-31,-8 0-7 16,-5-1-11-16,1 0-5 0,-7 0 1 15,-4 1-9-15,-6-2 4 16,-18 5 2-16,-20 2-6 16,-9-1 2-16,-3 0-14 15,5 0 6-15,9-2 1 16,5-1 4-16,-1 0-4 15,-5 0-7-15,1 0 2 16,-5 3-5-16,-4-1-2 16,-7 0 1-16,0 2-7 0,-9 0 1 15,-4 0-10 1,-7 1 7-16,-3 0-7 0,-7 2 0 16,-6-1 0-16,-5 2-1 15,-1 1-17-15,-7-1-56 16,-66 1-109-16,6 5-151 0,-17 2-674 15</inkml:trace>
  <inkml:trace contextRef="#ctx0" brushRef="#br0" timeOffset="10735.14">11194 5922 1527 0,'0'0'356'0,"0"0"-16"0,0 0-79 0,0 0-45 0,0 0-22 15,0-55-79-15,0 59-61 16,0 19-53-16,0 12 49 0,4 15 4 15,5 8-32 1,-6 8-10-16,2-1 0 0,-4-1-12 16,1-4-40-1,-1-3-186-15,2-14-302 16,-2-19-380-16</inkml:trace>
  <inkml:trace contextRef="#ctx0" brushRef="#br0" timeOffset="10979.89">11416 5742 1967 0,'0'0'538'0,"0"0"-55"15,0 0-303-15,0 0-68 16,0 0-77-16,0 0-34 16,12 90 20-16,2-11 1 0,-4 24-13 15,1-7 15 1,-7-18 9-16,-4-26-7 0,0-22-20 15,0 0-6 1,-3 2-96-16,-5-7-121 0,-14-11-90 16,0-8-229-1,-1-6-436-15</inkml:trace>
  <inkml:trace contextRef="#ctx0" brushRef="#br0" timeOffset="11185.14">11046 5956 1583 0,'0'0'492'16,"0"0"-234"-16,0 0-78 0,0 0-61 15,0 0 67 1,0 0-32-16,90 5-39 0,-38-14-52 16,4-6-39-16,3 0-19 15,-4 0-5 1,-3 2-75-16,1-2-178 0,-14 4-259 15,-14 3-276-15</inkml:trace>
  <inkml:trace contextRef="#ctx0" brushRef="#br0" timeOffset="11399.98">10875 6247 475 0,'0'0'1108'15,"0"0"-860"-15,0 0-5 0,0 0 32 16,0 0-36-16,95 10-108 16,-40-22-52-16,7-5-52 15,7-1-27-15,30-12-99 16,-16 6-374 0,-6-1-634-16</inkml:trace>
  <inkml:trace contextRef="#ctx0" brushRef="#br0" timeOffset="11820.03">12110 5850 1575 0,'0'0'400'0,"0"0"84"0,0 0-233 16,0 0-1-16,0 0-48 15,0 0-76-15,0 0-67 16,-12-24-36-16,12 41-23 16,0 11 0-16,0 15 0 15,0 9 26 1,7 7-4-16,-1 5-2 0,5-3-7 16,0-3-7-16,-1-8-6 15,-1-6 0-15,1-12-6 16,-5-3-46-16,-2-11-95 15,-1-8-161-15,-2-6-171 0,0-4-197 0</inkml:trace>
  <inkml:trace contextRef="#ctx0" brushRef="#br0" timeOffset="12062.13">11956 6092 1709 0,'0'0'359'15,"0"0"-60"-15,84-36-100 16,-39 25 6-16,2 3-38 16,1 7-30-16,-5 1-26 15,-3 7-19-15,-6 7-28 16,-7 8-24-16,-5 2-16 0,-7 4-12 16,-3 0-12-1,-4 1-10-15,-7-3-2 16,-1-2-74-16,-18-1-118 15,-7-7-115-15,-4-9-439 0</inkml:trace>
  <inkml:trace contextRef="#ctx0" brushRef="#br0" timeOffset="12199.84">12266 5888 1336 0,'0'0'338'0,"0"0"-12"16,0 0-166-16,0 0-108 15,0 0-52-15,80-16-32 16,-44 16-314-16,-5 6-788 0</inkml:trace>
  <inkml:trace contextRef="#ctx0" brushRef="#br0" timeOffset="12470.24">12560 5802 1605 0,'0'0'588'16,"0"0"-99"-16,0 0-262 16,0 0-48-16,0 0-57 15,0 0-49 1,0 0-21-16,17 48-22 0,-4-9 2 16,2 13 8-16,1 16-10 0,-2-1-10 15,0 0-5 1,-1-3 3-16,-3-19-11 0,3-1-7 15,-1-12-12 1,2-8-89-16,-3-10-53 0,6-14-118 16,-5-9-72-1,-3-9-356-15</inkml:trace>
  <inkml:trace contextRef="#ctx0" brushRef="#br0" timeOffset="12802.06">12485 6009 811 0,'0'0'368'16,"0"0"-242"-16,0 0-44 15,110-42-32-15,-68 24-38 16,-1-6-12-16,-7-4-6 0,-6-3-19 16,-10-5 25-16,-7-2 64 15,-10-1 175 1,-1 4 80-16,0 5 14 0,0 8-83 15,-1 10 24-15,-2 7-48 16,1 5-79-16,2 0-99 16,0 17-46-1,0 15-2-15,13 23 13 0,9 27 19 16,7 19-16-16,-1 4 8 16,-6-19-3-16,-7-25-19 15,-5-27-2-15,0-9-106 0,9-8-245 16,-3-4-355-1,1-11-756-15</inkml:trace>
  <inkml:trace contextRef="#ctx0" brushRef="#br0" timeOffset="13202.04">13070 5989 1538 0,'0'0'238'0,"0"0"-55"16,0 0-35-16,0 0-4 15,0 0-4-15,97 25-48 16,-69-25-34-16,-2-3-17 16,-3-9 20-16,-7-10-1 15,-4-2 16-15,-6-2-13 16,-6 1 35-16,0 4 4 16,0 6-20-16,-9 5 2 15,-7 7-6-15,-1 3-20 0,-8 7-13 16,-4 18-10-1,1 11 13-15,3 6-9 0,6 4-9 16,12 1 0 0,7-1 1-16,1-6-2 0,22-2 1 15,12-5 3-15,21-4 10 16,25-10 7-16,19-10-8 16,6-9-23-16,-15 0-10 15,-26-10-9-15,-24-2-10 16,-3-2-8-16,0-3-72 15,6-15-81-15,-4 2-292 16,-17 0-725-16</inkml:trace>
  <inkml:trace contextRef="#ctx0" brushRef="#br0" timeOffset="13699.83">17220 5956 1754 0,'0'0'497'0,"0"0"-108"0,0 0-32 0,0 0-92 0,0 0-96 15,0 0-112 1,0 0-57-16,0-9-3 0,0 58-32 16,3 2 25-16,3 12 10 15,1 5 0 1,-2-12 0-16,4 0 0 0,5 0-151 0,2-16-377 15,-4-17-513-15</inkml:trace>
  <inkml:trace contextRef="#ctx0" brushRef="#br0" timeOffset="13935.93">17514 5762 2061 0,'0'0'595'16,"0"0"-99"-16,0 0-287 0,0 0-132 15,0 0-65-15,0 0-11 16,23 88-1-16,2-1 18 16,2 29 8-16,-5 1 19 15,-9-17-3 1,-10-32-14-16,-3-27-16 0,0-9-12 16,0-2-7-16,-1-3-109 15,-28-11-123-15,3-11-227 16,-4-5-289-16</inkml:trace>
  <inkml:trace contextRef="#ctx0" brushRef="#br0" timeOffset="14130.11">17169 6132 1933 0,'0'0'595'0,"0"0"-278"16,0 0-128-16,0 0-50 15,91-16-24-15,-5-7-30 16,24-9-31-16,-4-2-33 16,-20 10-18-16,-28 4-3 15,-25 4-42-15,13-5-151 16,-10 2-302-16,-9-1-330 0</inkml:trace>
  <inkml:trace contextRef="#ctx0" brushRef="#br0" timeOffset="14368.63">16969 6334 1916 0,'0'0'594'0,"0"0"-337"0,0 0-36 15,0 0 24-15,0 0-97 16,96-6-29-16,-19-11-28 15,19-4-37-15,-1 1-31 16,-22 4-23-16,-17 4-5 16,-14 5-55-16,31-4-136 15,-4 1-390-15,-4-4-566 0</inkml:trace>
  <inkml:trace contextRef="#ctx0" brushRef="#br0" timeOffset="17219.22">18259 5868 462 0,'0'0'156'0,"0"0"11"0,0 0 46 0,-74-53 9 15,54 30-53 1,4-5-30-16,1-4 78 0,5-8-28 16,1-3 35-16,0 5-12 15,2 4-59 1,2 14 66-16,-1 14-52 0,-1 6-80 15,2 26-80 1,0 36 4-16,2 1 19 16,2-1-7-16,1-1-21 15,0-18-1-15,5 4-1 0,4 2 1 16,1-9-1-16,-2-9-1 16,-3-10-100-16,-1-10 13 15,-1-7 54-15,0-4 34 16,1-8 36-16,0-10 23 15,5-6-35-15,5 0-16 16,2 1-8-16,6 6 0 16,2 11-1-16,4 6-1 0,0 0-11 15,-1 15 11 1,-4 8-5-16,-8 4-7 0,-5 0-8 16,-10 6-1-16,0 0 23 15,-18-3 0-15,-9 1 1 16,-7-5 0-16,-3-5-1 15,0-6-17-15,5-9-65 16,5-7-133-16,9-14-160 16,10-7-496-16</inkml:trace>
  <inkml:trace contextRef="#ctx0" brushRef="#br0" timeOffset="17550.18">18484 5897 323 0,'0'0'1204'0,"0"0"-951"0,0 0-57 0,0 0 1 0,-30 96-5 15,25-58-68-15,0 2-40 16,5-7-35-16,0-1-10 16,5-9-16-16,6-9 12 0,4-9 16 15,-2-5-12 1,5-3-5-16,1-20 30 0,-1-13-16 15,2-7-27 1,-9-7-9-16,-5-6-10 0,-6 3-2 16,0 5-28-1,-12 8-26-15,-2 16 0 0,0 12 3 16,1 12 14-16,2 2-85 16,7 21-110-16,4 12-30 15,25 17-106 1,8-8-175-16,12-7-415 0</inkml:trace>
  <inkml:trace contextRef="#ctx0" brushRef="#br0" timeOffset="17930.11">18965 5971 708 0,'0'0'506'0,"0"0"-106"16,0 0-8-16,5-83-37 16,-14 63-95-16,0 5-61 0,-3 5-62 15,0 7-37 1,0 3-37-16,-3 3-36 15,0 17-15-15,-2 9-4 16,-1 6-1-16,6 9-1 16,7 2-5-16,3-2 1 15,2-6-2-15,4-5 0 16,11-13-21-16,6-12-58 0,1-8 61 16,0-17 18-16,4-17 0 15,-4-24 0-15,-4-22 2 16,-3-27 5-16,-8-11 1 15,-4 5-7-15,-3 25 14 16,0 35-1-16,0 25 11 16,0 16 41-16,0 6 14 0,0 6-18 15,0 0-62 1,0 39-4-16,0 27 4 0,3 27 0 16,12 13 1-16,1 0-1 15,5-10-11-15,-4-25-8 16,1-19-151-16,11-17-169 15,-5-20-354-15,-1-13-370 0</inkml:trace>
  <inkml:trace contextRef="#ctx0" brushRef="#br0" timeOffset="18280.18">19237 5716 1605 0,'0'0'254'0,"0"0"-141"0,0 0-72 0,0 0 73 0,11 82-16 0,5-48-48 16,7 1-13-16,2-7-15 16,-1-8 6-16,-5-10-1 15,0-8-5-15,0-2 42 16,-3-20 70 0,1-8-19-16,-1-9 74 0,-4-7-29 15,-3-1-37-15,-2 2-6 16,0 7-17-16,-6 11-7 15,-1 12 14-15,0 13-37 16,0 3-70-16,0 32-1 16,0 33 1-16,8 33 3 15,6 19 9-15,-1 3 4 16,-6-14-15-16,-7-30-1 16,0-21-12-16,0-20-75 15,-20 3-142-15,0-9-343 16,-7-8-469-16</inkml:trace>
  <inkml:trace contextRef="#ctx0" brushRef="#br0" timeOffset="20685.98">10962 6433 797 0,'0'0'317'0,"0"0"-11"0,0 0-50 0,85 18 11 16,-42-15 11-16,9-1-29 16,7-2-56-16,5 0-23 15,1-12-43-15,0-3-39 16,-4-3-13-16,-3-1-21 15,-4-2-12-15,-6-4-10 16,-5-1-7-16,-7-5 4 16,-3-6 14-16,-5-19 9 15,-4-22 11-15,-7-21-16 16,-11-6-14-16,-6 3-5 0,-12 10-2 16,-12 21 1-16,-2 14-6 15,2 10-12-15,-5 11 1 16,-12-4 13-16,-8-2 4 15,-22-3-27-15,-14 5-6 16,-23 14-5-16,-4 14-13 0,1 12 8 16,8 16 2-1,12 17 2-15,2 20 8 0,5 10 4 16,11 17 1 0,9 12 5-16,10 3 4 15,9 7 8-15,14-3 14 0,13 0-16 16,12-4 14-16,6-18-1 15,7-17-4 1,9-18 22-16,6-6 1 16,10 2-8-16,12 1 2 0,7 1-19 15,4-8 2-15,3-8 1 16,0-7-10-16,-4-8-10 16,-5-9-5-16,-4 0-1 15,-11-5-12-15,-5-10-29 16,-7-4-59-16,-8-13-91 0,-8 4-140 15,-6 1-596-15</inkml:trace>
  <inkml:trace contextRef="#ctx0" brushRef="#br0" timeOffset="20867.79">10792 6542 2212 0,'0'0'288'0,"0"0"-169"0,0 0-86 0,0 0-33 15,85-6-24-15,-37-8-279 16,-1-5-887-16</inkml:trace>
  <inkml:trace contextRef="#ctx0" brushRef="#br0" timeOffset="24132.02">12479 6513 381 0,'0'0'861'0,"0"0"-629"0,0 0-34 0,0 0-10 15,0 0-57-15,0 0-32 0,9 23 28 16,4-5 11 0,9 2 0-16,5 4-31 0,5 2-15 15,7-2 24-15,4 2-8 0,9-6 3 16,4-4 1 0,6-2-25-1,15-9-27-15,12-5-10 0,14-9 0 16,-11-11 1-16,-14-2-15 0,-23 4-6 15,-14 2 1 1,7-6-5-16,8-5 2 0,3-3 1 16,-1 0 2-1,-10-2 4-15,-2-3-1 0,-9-2-2 16,1-1-8 0,-5-2-6-16,-7-3-9 0,-3-2-2 15,-7 0-6 1,-2-3-1-16,-8-3 0 15,-3-2-8-15,-3-1-2 0,0-3-13 16,-16 2-13-16,0 0 14 16,-10 3 5-16,1 3-14 15,-7 1-11-15,-6 3 13 16,0-4-8-16,-7 4-1 16,-3-1-2-16,-4-3 8 15,-4 3-23-15,-3 3-4 16,2 4-8-16,1 7 0 0,-2 6 14 15,-1 1 5 1,2 6-32-16,0 1-12 0,-1 6 48 16,6 3 18-1,2 2 5-15,0 4-19 0,-2 2-20 16,-1 1 26 0,1 0 4-16,-2 1 14 0,2 8-1 15,1 0-3-15,2 2-25 16,-2 3 20-16,0 1 24 15,-4 2-10-15,-1 1 11 16,-3 2 9-16,1 3-9 16,-2 1 1-16,0 1 0 15,5-2-1-15,5 2 1 16,7-2-1-16,7-2 0 16,9-2 1-16,4-3 0 0,5 1-1 15,2 3 0 1,-1 1 1-16,2 3 0 0,-2 4-1 15,1 1 1 1,2 1 9-16,-3 2 1 16,4 0-1-16,-2 2 8 0,6 0 3 15,0 6-5-15,3 0-2 16,3 7 10-16,3 4 37 16,0 6 0-16,4 2-19 15,10 1-6-15,2-4 7 16,3-2 33-16,6-5 5 15,2 3 1-15,2-4-8 16,4 0-8-16,3-1-29 16,2 0-3-16,2-3 25 0,2-3 2 15,-2-2-14 1,2-4-17-16,-4-3-2 0,0-6-4 16,-5-3 2-16,-2-5-2 15,-1-4-6-15,-3-4 6 16,1-4 0-16,-1-5-6 0,2-1 0 15,-1 0-5 1,1 0 1-16,0-8-13 0,-1-1 19 16,-1-1-10-1,-1 2-4-15,-4 0-4 16,-1 1 4-16,-5-1-6 16,-1 3-1-16,-5 0 1 15,-2 3-2-15,0-3 2 0,-1 2 0 16,-2 0-1-1,-3 2-5-15,0 0 0 0,-1-1 0 16,-1 1-4-16,0 1-37 16,0 0-52-16,0 0-54 15,0-2-121-15,0 0-283 16,-5-1-284-16</inkml:trace>
  <inkml:trace contextRef="#ctx0" brushRef="#br0" timeOffset="24286.74">12575 6806 726 0,'0'0'0'0</inkml:trace>
  <inkml:trace contextRef="#ctx0" brushRef="#br0" timeOffset="39230.08">10120 9450 21 0,'0'0'966'16,"0"0"-729"-16,0 0-34 15,0 0-22-15,0 0 42 16,-25-55-27-16,22 49 15 16,2 2-46-16,1 2-34 15,0 2-46-15,0 0-30 16,0 0-18-16,2 15-14 0,13 10 35 16,4 5 32-1,2 1-2-15,1 1 1 16,1-6-20-16,0-7-22 15,-1-6 5-15,5-5 13 0,3-8 23 16,9-7 8 0,21-29-5-16,23-31-10 0,23-25-22 15,1-13-14 1,-10 2-24-16,-21 23-5 0,-22 23 2 16,-13 16-10-16,-6 5 2 15,0 0-10-15,-3-1 0 16,-2 6-1-16,-11 10 1 15,-11 10-1-15,-6 7-14 16,-2 4-60-16,-2 1-33 16,-40 47-96-16,-3-1-355 15,-5 2-258-15</inkml:trace>
  <inkml:trace contextRef="#ctx0" brushRef="#br0" timeOffset="47200.02">12391 11067 42 0,'0'0'839'0,"0"0"-642"0,0 0 0 0,0 0-2 0,0 0 19 0,-12 0-21 15,12 0-33 1,-1 0-23-16,-1 0-16 16,1 0 14-16,1 0-22 0,-2 0-27 15,2 0-4-15,0 0-8 16,0 0-3-16,0 0 5 15,0 0-3-15,0 0-4 16,15 0-11-16,11 0 1 16,9 0-5-16,13 0-5 15,20 0-1-15,19 0 3 0,19 0-11 16,6 0-1-16,-9 0-9 16,-6 0-4-16,-11 0-10 15,-4 0-1-15,0 0-7 16,-17 0-2-16,-12 0-5 15,-12 0 10-15,-4 0-10 16,4 0 7-16,8 0-8 16,4-4 2-16,-5-2-1 15,-7 0 1-15,-5 2-1 16,-6-2 1-16,-8 4-1 16,-6 0-1-16,-10 2 0 0,0 0-19 15,-6 0-58-15,0 0-65 16,-15 0-135-16,-48 16-62 15,4-1-273 1,-7-2-213-16</inkml:trace>
  <inkml:trace contextRef="#ctx0" brushRef="#br0" timeOffset="47684.62">12660 11221 442 0,'0'0'130'0,"0"0"-45"0,0 0 31 0,0 0 28 0,0 0-1 15,0 0 6 1,0 0-2 0,-5 0-12-16,5 0 9 0,0 0 51 15,0 0-36-15,0 0-17 0,8 0-3 16,16 0 49 0,11 1-28-16,23 2-3 15,24-2-8-15,25 1 5 16,8-2-40-16,-4 0-22 15,-5 0-21-15,-17 0-6 0,-3-7-14 16,-13 2-12 0,-16-1-8-16,-12 3-5 15,-10-1-5-15,0-1-8 0,4 3-1 16,-4-1-4-16,-13 0-7 16,-9 0 5-16,-7 3-6 15,-6 0-1-15,0 0-50 16,-58 13-123-16,0 5-345 15,-13-1-454-15</inkml:trace>
  <inkml:trace contextRef="#ctx0" brushRef="#br0" timeOffset="48602.01">11494 11990 1677 0,'0'0'315'0,"0"0"-122"0,0 0-46 0,0 0 83 16,88 1 17-16,1-1-6 16,32-6-76-16,12-9-77 15,-5-2-15-15,-19 1-22 16,-34 6-6-16,-16 0-12 0,-16 3-13 16,-7 0-13-1,3 1-5-15,-2-1-1 0,1 0 1 16,-12 4-2-1,-13 2-12-15,-8 1-44 0,-5 0-40 16,-12 0-98 0,-31 7-140-16,-41 12-187 0,3-2-126 15,0-2-292-15</inkml:trace>
  <inkml:trace contextRef="#ctx0" brushRef="#br0" timeOffset="48852.02">11527 12184 1400 0,'0'0'324'16,"0"0"-84"-1,0 0-17-15,0 0 74 0,77 4-19 16,2-12-3 0,29-14-86-16,10-4-79 0,-6-1-26 15,-27 5-24-15,-26 7-19 16,-14 4-22-16,-6-1-8 15,9-1-10-15,1 0-1 16,-1-3-1-16,-11 3-100 16,-30 0-138-16,-7 3-320 15,-20 5-747-15</inkml:trace>
  <inkml:trace contextRef="#ctx0" brushRef="#br0" timeOffset="72450.1">15791 3054 1617 0,'0'0'242'0,"0"0"-31"0,0 0 38 16,-97-20-106-16,61 21-67 15,0 14 19-15,3 5-7 0,9 4-39 16,8-1-25-16,11 4-9 16,5 0-8-16,0 1 2 15,11 4 2-15,8-2-1 16,2-2 1-16,2 0 2 15,0 0-2-15,-2-3-10 16,-4 1 6-16,-6-5-7 16,-1 2 0-16,-10-3 0 15,0 0 8-15,-21 4-8 16,-8-2 0-16,-13 1 2 16,-4-1-1-16,-6-2 0 15,0-3 1-15,4-6-1 0,10-5 0 16,11-6-1-16,10 0-64 15,20-13-115-15,17-4-315 16,9-3-169-16</inkml:trace>
  <inkml:trace contextRef="#ctx0" brushRef="#br0" timeOffset="73366.23">15972 3124 1379 0,'0'0'339'0,"0"0"57"16,0 0-139 0,-71-40-100-16,50 40-65 0,2 5-54 15,1 19-22 1,0 9-4-16,3 7 0 0,5 5-6 16,5-1-5-16,5-3 0 0,0-7 0 15,11-6-1 1,4-11-6-16,1-8-31 0,4-9 21 15,0 0 16 1,2-19 0-16,-3-9 1 16,0-6 8-16,-1-1 3 15,-4 2 6-15,-3 7 49 16,-7 12 21-16,-2 6-6 16,-2 8-28-16,0 9-46 15,0 28-8-15,3 29 0 16,5 27 7-16,3 12 1 0,-2 1-7 15,-9-9 11 1,0-27-6-16,0-16-6 0,-5-19-1 16,-1-15-5-16,-1-3 5 15,3-7 0-15,0-9 1 16,4-2 1-16,0-28 7 16,0-13-8-16,9-13-38 15,12-10 17-15,5 0 14 16,6-3-1-16,2 3 2 0,3 4 5 15,-4 1-9 1,-1 7-7-16,-8 4 1 0,-1 8-6 16,-10 6 8-1,-7 6 1-15,-6 9-44 16,0 6 20-16,-6 5 26 0,-9 4 4 0,-2 5 6 16,6 0 0-1,-2 0 0-15,6 5-7 16,7 7-2-16,0 3 4 15,0 3 5-15,9 2 0 0,2 4 1 16,-1 0 0 0,2 2 0-16,-1 1 0 0,-1 4 0 15,2-2 1 1,-1-1 13-16,1 2-7 0,2-8-5 16,1 0-1-16,-1-9 0 15,7-4-1-15,-1-8 0 16,-3-1-1-1,6-11 1-15,-3-17 0 0,1-8 0 16,-2-12-1-16,-1-8-5 16,-4-3 6-16,-1 3 0 15,-6 4 12-15,-1 12 24 16,-1 11 59-16,-4 9 8 16,-1 8 12-16,0 8-37 15,0 4-45-15,0 0-23 16,3 18-10-16,4 12-2 15,0 11 2-15,3 5 1 16,3 8 1-16,1-2-1 16,1-2 0-16,-3-7-1 15,1-4-41-15,-7-11-170 0,-2-7-132 16,-4-13-449-16</inkml:trace>
  <inkml:trace contextRef="#ctx0" brushRef="#br0" timeOffset="73550.14">16352 3186 1508 0,'0'0'331'0,"0"0"-113"0,0 0-67 0,0 0-35 15,126-15-116 1,-69 5-60-16,-1-6-467 0</inkml:trace>
  <inkml:trace contextRef="#ctx0" brushRef="#br0" timeOffset="74049.82">17218 2671 1235 0,'0'0'338'0,"0"0"10"0,-77 43-143 0,8 34-29 16,-17 32 42-16,1 21-51 15,22-2-47-15,36-15-43 16,27-17-36-16,38-7-21 16,34-15-11-16,23-15-9 15,19-19 0-15,16-23-51 0,1-17-106 16,-33-13-381-1,-18-14-935-15</inkml:trace>
  <inkml:trace contextRef="#ctx0" brushRef="#br0" timeOffset="74642.23">17450 3231 99 0,'0'0'0'0</inkml:trace>
  <inkml:trace contextRef="#ctx0" brushRef="#br0" timeOffset="75082.37">17677 3161 657 0,'0'0'260'0,"0"0"-7"15,0 0 19 1,0 0 8-16,0 0 16 0,0-74-34 15,-18 67-50-15,-11 6-73 16,-7 1-82-16,-8 5-6 16,1 14-5-16,-2 6-7 15,9 5-9-15,5 5-12 0,9 0-8 16,7-2-3 0,10-3 1-16,5-7-8 15,0-2-1-15,15-11-7 16,3-5-9-16,11-5-31 0,3-3 10 15,0-16 18-15,-1-6-4 16,-3-3 17 0,-2-4 7-16,-9 2 12 15,-3 5 13-15,-4 3 8 0,-5 11 34 16,-4 7-6-16,-1 4-36 16,5 0-25-16,0 12-20 15,6 14 20-15,4 4 0 16,0 4 0-16,7 1-6 15,0-2-16-15,5-2-107 16,8 2-66-16,-2-11-109 16,-8-9-359-16</inkml:trace>
  <inkml:trace contextRef="#ctx0" brushRef="#br0" timeOffset="75300.03">17859 2598 1789 0,'0'0'246'0,"0"0"-69"0,98 44-62 0,-27 35-11 0,17 43-9 16,-6 25-8 0,-24 11 63-16,-40-6-56 15,-40-10-69-15,-63-3-25 0,-48-5-22 16,12-36-269-1,2-29-588-15</inkml:trace>
  <inkml:trace contextRef="#ctx0" brushRef="#br0" timeOffset="76180.24">15545 4056 1715 0,'0'0'387'0,"0"0"-75"0,0 0-132 0,0 0 45 16,0 0 21-16,191-49-88 15,8 13-65-15,41-4-44 16,6 5-13 0,-32 6-20-16,-42 7-5 0,-20 3 1 15,-19 0-6-15,-23 2 0 16,-28 6-5-16,-30 2 5 16,-23 6-6-16,-15 0-6 15,-7 3-6-15,-7 0-103 16,-50 17-136-16,-14 7-268 15,-18-1-194-15</inkml:trace>
  <inkml:trace contextRef="#ctx0" brushRef="#br0" timeOffset="76418.3">15641 4328 2140 0,'0'0'307'0,"104"-4"-76"15,36-18 14-15,41-6 6 16,28-4-38-16,6 0-80 16,-13 7-79-16,-4 0-30 15,-18-2-9-15,-21 1 3 16,-25 2-10-16,-39 3-3 16,-36 7-5-16,-29 4-16 15,-40 10-82-15,-20 0-374 16,-28 0-965-16</inkml:trace>
  <inkml:trace contextRef="#ctx0" brushRef="#br0" timeOffset="78165.92">14157 2759 966 0,'0'0'1057'0,"0"0"-586"0,0 0-183 0,0 0-117 16,0 0-41-16,0 0-64 16,-7 44-44-16,7-4-10 15,10 9 17-15,5 4-1 16,-2 0-14-16,3-3-7 16,-5-4-7-16,0-3-92 15,-2-9-162-15,-5-9-288 16,-4-16-336-16</inkml:trace>
  <inkml:trace contextRef="#ctx0" brushRef="#br0" timeOffset="78485.58">14004 2434 1516 0,'0'0'289'0,"0"0"-78"0,0 0-54 16,-18 74 12-1,18-35-16-15,6-2-60 0,10-5-27 16,2-6-10 0,5-9-8-16,1-9-18 0,-2-8-15 15,0-3-8 1,-3-19 10-16,0-10-2 0,-4-6-8 16,-5-2-1-16,-9 0-6 15,-1 1 0 1,-4 10-14-16,-13 9-26 0,-1 12-9 0,-2 8-15 15,-1 21-59 1,-2 28-53-16,13 27 33 0,10 20-83 16,0-13-257-1,12-16-630-15</inkml:trace>
  <inkml:trace contextRef="#ctx0" brushRef="#br0" timeOffset="79418.38">14392 2803 1642 0,'0'0'366'0,"0"0"116"0,0 0-250 15,0 0-35-15,0 0-89 0,0 0-71 32,0 0-35-32,-13 40 4 15,24 1 31-15,6 3-5 0,1 0-17 16,-1-4-5-16,3-7-8 15,-2-7-1-15,-2-8-1 16,-2-8-13-16,-5-10-11 16,1-7 15-16,-1-23 7 15,1-14-41-15,-3-10-36 16,3-12 25-16,-6 3 15 16,0 7 11-16,-2 11 28 0,-2 14 0 15,1 13 1 1,-1 10 11-16,0 8-12 0,2 0-10 15,3 12-20 1,7 12 30-16,2 7 0 0,2 4 9 16,3 2-8-16,-3-4-1 15,1-9-1-15,-2-5-1 16,0-4-79-16,-6-13-15 16,4-2 27-16,-8-4 41 15,3-17-33-15,-7-4-42 16,3-5 31-16,-2 6 53 0,-2 4 19 15,0 9 12 1,0 4 30-16,1 6-11 16,2 1-25-16,8 0-6 15,2 1 0-15,7 9 1 0,7-2 1 16,3 1-1-16,3-5-1 0,2-4 0 16,-5-4 0-1,-8-16-1 1,-1-5 1-16,-9-10 0 0,-7-2 12 15,-5-5 51-15,0 2 30 16,-3 7 53-16,-5 5 30 16,2 14-37-16,2 10-27 15,1 4-61-15,3 7-42 16,0 24-9-16,0 22 0 16,7 27 2-16,7-3-1 15,0-3 5-15,5-12-4 16,-6-10-2-16,5 4 0 0,-2 3 0 15,-4-9-75 1,-8-14-93-16,0-14 13 0,-4-19 55 16,0-10 76-1,-14-22-10-15,-6-27-32 0,-7-28 48 16,2-34 18-16,9-2 11 16,4 20 15-16,12 28 30 15,0 37 0-15,3 10-10 16,11 1-19-16,2 2-13 15,6 2-14-15,3 10-1 0,-5 10-6 16,0 0-1 0,-6 13-7-16,-3 11-1 0,-5 9 4 15,-6 5 12 1,-3 8-1-16,-12 3-10 0,-8-1-55 16,1-2-81-16,1-8-99 15,7-14-280-15,9-16-531 0</inkml:trace>
  <inkml:trace contextRef="#ctx0" brushRef="#br0" timeOffset="80185.95">15354 2482 1633 0,'0'0'322'0,"0"0"18"0,0 0-152 0,0 0-100 0,0 0-32 0,0 0-18 15,-44 80-6-15,40-38-12 16,4 1-13 0,0-1-5-16,5-4-2 0,7-9-7 15,2-8-30-15,0-10 20 16,3-11 2-16,-4 0 0 16,1-15-7-16,-1-14-24 15,-3-9 13-15,-3-9 26 16,-5-2 7-16,-2-1 0 0,0 3 1 15,-9 10 17 1,-1 12 19-16,0 11 27 0,1 11 3 16,2 3-26-1,3 3-32-15,1 13-9 0,3 4 0 16,0 5-1-16,6-3-14 16,11-2-14-16,7-6 17 15,2-6 11 1,3-6 0-16,3-2-8 0,-4-2 3 15,-6-12-22-15,-1 0 7 0,-5 0 19 16,-4-1 2 0,-1 0 1-16,-4 3 5 0,-2 2 1 15,-4 4 7-15,-1 4 11 16,3 2-3-16,-3 0-2 16,1 0-8-16,4 12-2 15,2 4 51-15,2 8 2 16,4 1-6-16,2 5-6 15,2-2-18-15,3-5-7 16,3-3-9-16,0-6-8 16,0-12 0-1,-1-2-2-15,1-12 1 16,-6-14-2-16,-1-12-5 0,-10-8 0 16,-4-23-1-16,-2-21-1 15,-16-22 0-15,-5 14-5 16,4 21 6-16,7 35 5 15,5 26 31-15,0 4 84 16,0 4 3-16,2 3-54 16,2 5-33-16,1 9-36 15,0 19-6-15,4 16 6 0,15 11 11 16,3 8-4-16,3 1-6 16,5-1-1-16,-2-6-6 15,-6-2-55-15,-2-10-113 16,-8-8-109-16,-7-13-289 0,-5-14-387 15</inkml:trace>
  <inkml:trace contextRef="#ctx0" brushRef="#br0" timeOffset="80381.38">15569 2346 2252 0,'0'0'373'0,"0"0"-164"0,0 0-129 0,0 0 65 0,0 0-44 16,113 0-58-16,-64-5-35 15,28-9-8-15,-13 3-193 16,-8-6-483-16</inkml:trace>
  <inkml:trace contextRef="#ctx0" brushRef="#br0" timeOffset="91999.89">16486 2261 1347 0,'0'0'216'0,"0"0"-155"0,0 0-27 0,-25 85 40 0,18-49-1 16,1 2 31-1,3-5-53-15,0-4-27 0,2-8-14 16,-1-7-8 0,2-8 5-16,0-6-1 0,0-3 90 15,0-19 11-15,0-10-71 0,0-8-22 16,0-10-4 0,9-7 45-16,3-1 4 0,2-1 2 15,0 2 36 1,1 14-11-16,-3 11-67 0,-3 14-19 15,-3 14-21 1,2 4-19-16,-3 22-4 0,10 16 15 16,-2 13 28-1,1 7 1-15,-3-1 21 0,-2-4 9 16,-2-7-18 0,1-16-12-16,-3-10 1 15,-2-11 1-15,3-9 4 0,3 0 38 16,3-16 92-16,6-9-85 15,2-7-33-15,-1 0-17 16,3 4 0-16,-8 3 1 16,0 12-2-16,-7 5 0 15,3 7-15-15,-3 1-15 16,0 5 8-16,0 15 11 16,4 7 11-16,1 2 1 0,-1 1 0 15,3-4-1 1,0-2-87-16,2-7-45 0,4-9-76 15,2-6-30 1,2-2-32-16,1-16 28 16,2-7-44-16,-2-7 108 15,-5-4 129-15,-8 1 49 0,-4 0 107 16,-5 6 102 0,-3 2 17-16,0 10 25 0,-11 2-18 15,-1 7-44-15,-6 6-46 16,1 0-74-16,-2 6-28 15,-1 12-16-15,0 8-10 16,1 5-8-16,5 2-5 16,4 3 4-16,7-4-5 15,3-3-1-15,0-4 0 0,5-8 0 16,12-7-1-16,-2-9-71 16,3-1-1-16,1-7 26 15,-4-14 35-15,-3-6 12 16,0-3 1-16,-4 0-1 15,-1-3 2-15,-4 6 21 16,-2 8 29-16,-1 1 6 16,0 8-9-16,0 5 2 15,0 5-15-15,0 0-20 16,0 2-14-16,0 13-2 0,-3 7 2 16,2 3-1-1,1 3 0-15,0-1-1 16,9-4 0-16,8-4-10 15,2-9-34-15,8-9-21 0,0-1 13 16,2-13-14 0,-2-15 6-16,0-6 26 0,-2-8 26 15,-5-5 8 1,-4-7 2-16,-2-1 15 0,-4 2 12 16,-6 11 48-16,2 8 12 15,-6 18-7-15,0 9-18 16,0 7-42-16,0 12-21 15,-6 17-1-15,2 11 1 16,0 8-1-16,3 2 0 16,1 1-18-16,0-5-87 15,0-8-101-15,0-5-80 16,1-14-202-16,1-10-305 0</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30:10.862"/>
    </inkml:context>
    <inkml:brush xml:id="br0">
      <inkml:brushProperty name="width" value="0.05292" units="cm"/>
      <inkml:brushProperty name="height" value="0.05292" units="cm"/>
      <inkml:brushProperty name="color" value="#FF0000"/>
    </inkml:brush>
  </inkml:definitions>
  <inkml:trace contextRef="#ctx0" brushRef="#br0">18439 11957 698 0,'0'0'0'0</inkml:trace>
  <inkml:trace contextRef="#ctx0" brushRef="#br0" timeOffset="292.12">18439 11957 1228 0,'0'0'180'16,"-12"0"-107"-16,14 0-11 0,8 3 24 15,11 2 86-15,8 5-5 16,22 0-13-16,27-4 7 16,24-3 23-16,14-2-68 15,3-1-24-15,-1 0-20 16,0 2 2-16,3 4 5 0,0-2 10 15,6-1-16 1,-5-1-21-16,-4-2-2 0,-10 0-10 16,-7 0-10-1,-8 0-1-15,-4-7-5 0,-6-5 0 16,-15 1-1 0,-15-2-6-16,-10 1-2 0,-8 1-3 15,4-2-3-15,2 1-9 16,2-2 1-16,-6 3 0 15,-11 1-1-15,-7 4-5 16,-4 1-82-16,-8 3-94 16,-7 0-88-16,0 1-229 15,-2-4-433-15</inkml:trace>
  <inkml:trace contextRef="#ctx0" brushRef="#br0" timeOffset="1342.18">19385 9151 1302 0,'0'0'316'0,"0"0"-148"0,0 0-60 0,0 0 78 16,112-2-41-16,-49-3-21 15,24-4-28-15,19-1-29 16,1-1 2-16,-16 5-20 16,-25 1-22-16,-24 3-12 0,-7 1-14 15,6 0 5-15,-2 1-6 16,2 0 0-16,-13 0-49 16,-14 0-146-16,-9 2-85 15,-5 3-430-15</inkml:trace>
  <inkml:trace contextRef="#ctx0" brushRef="#br0" timeOffset="1571.97">19319 9408 1385 0,'0'0'208'0,"0"0"-125"15,0 0-12-15,82 0 131 0,2 0-17 16,42-8-48 0,23-9-44-16,12-2-54 0,0 1-39 15,-15 3-12-15,-34 0-154 16,-23 3-387-16</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30:27.166"/>
    </inkml:context>
    <inkml:brush xml:id="br0">
      <inkml:brushProperty name="width" value="0.05292" units="cm"/>
      <inkml:brushProperty name="height" value="0.05292" units="cm"/>
      <inkml:brushProperty name="color" value="#FF0000"/>
    </inkml:brush>
  </inkml:definitions>
  <inkml:trace contextRef="#ctx0" brushRef="#br0">1491 5181 1129 0,'0'0'346'0,"0"0"-62"0,0 0-3 0,0 0-72 15,0 0-90-15,0 0-49 16,-9-4-17-16,9 4-7 16,9 0-15-16,7 11 2 15,5 4 27-15,4 3 16 16,4 1 1-16,-1-5 26 0,2 2-10 15,-5-8-14 1,-1-2-8-16,1-4-10 16,-3-2 2-16,5-8-5 15,7-14-11-15,3-11-13 0,17-25-8 16,10-23-14-16,6-22-6 16,-3 4-6-1,-19 20-1-15,-11 22-14 0,-15 24-18 16,3-3-3-16,-3 0-19 15,1 6 2-15,-13 11 7 16,-2 7-8-16,-7 9-8 16,-1 3-29-16,-3 20-24 15,-36 43-42-15,4 1 19 0,-7 3-1092 0</inkml:trace>
  <inkml:trace contextRef="#ctx0" brushRef="#br0" timeOffset="4288.14">1619 6280 1465 0,'0'0'281'0,"0"0"-138"0,0 0-57 0,0 0-11 0,0 0-37 15,0 0-19-15,0 0-7 0,15 5-2 16,3 16 30 0,6 7 61-16,-3 1 19 15,3-1-11-15,-2-3-19 16,-2-4-5-16,-2-4-12 0,-1-5-5 15,0-5-6 1,-1-6-9-16,7-1 7 16,5-6 12-16,9-16-11 15,7-13-22-15,7-12 3 16,15-20-16-16,11-18-20 16,-10 3 0-16,-6 5-6 15,-16 13 0-15,-9 16 0 0,3-6-10 16,1-1-13-16,-4 9-8 15,-9 13 8-15,-11 6-13 16,1 6-15-16,-11 9 14 16,-2 7 12-16,-4 3-8 15,0 2-17-15,0 0-26 16,0 7-34-16,-20 50-59 16,0-3-12-16,0 0-819 0</inkml:trace>
  <inkml:trace contextRef="#ctx0" brushRef="#br0" timeOffset="8238.01">1307 8594 877 0,'0'0'150'0,"0"0"-8"0,0 0 43 0,0 0-15 0,0 0-18 16,0 0-69-1,0 0-38-15,0-46-26 0,0 46-4 16,0 0-5 0,0 5-9-16,12 12 0 0,6 6 10 15,1 7 69-15,8 0 61 0,-4-2-11 32,-1-6-42-32,0-8-12 0,-2-2 5 0,3-6-15 15,5-6-17 1,4-2 9-16,9-22 0 15,5-11-1-15,6-14-14 16,15-18-4-16,0-19-20 16,-10 4-18-16,-7 11 0 15,-10 7-1-15,-7 15-12 16,6-7-9-16,4 0-2 16,-2 4-11-16,-4 6 1 0,-3 7-4 15,-10 7 22-15,-2 6 3 16,-7 6-13-16,-8 9-3 15,-2 3-7-15,-2 5-32 16,-3 3 1-16,0 0-7 16,-28 50-38-16,-6 3-40 15,-6 8-108-15</inkml:trace>
  <inkml:trace contextRef="#ctx0" brushRef="#br0" timeOffset="10918.04">11098 8068 2206 0,'0'0'289'0,"0"0"-289"0,0 0-98 0,0 0 98 16,0 0 380-16,0 0-203 15,61 79-28-15,-22-62-27 16,21-1-18-16,25-3-11 15,34-3-7-15,7-5-23 16,3-3-9-16,-9-2-2 16,-13 3-7-16,2-3-15 15,0 0 5 1,-4 0-8-16,1-3 0 0,-3-4 0 16,1-5-6-16,-11-1 3 15,-18 0-3-15,-14 2 0 16,-21 1-5-16,-6 2-7 0,-1-3 0 15,1 0-8 1,0-1 8-16,-12 0-9 16,-3 6 2-16,-6 0-1 15,-7 4 5-15,-3-2-5 16,-3 4-1-16,0-1-1 16,-11 1-52-16,-30 0-79 0,-51 17-108 15,4 3-343 1,-8 4-368-16</inkml:trace>
  <inkml:trace contextRef="#ctx0" brushRef="#br0" timeOffset="19622.32">5888 10420 1566 0,'0'0'226'0,"0"0"-157"0,0 0 70 0,0 0 18 0,0 0 16 0,0 0-15 0,106-3-14 15,-10 3-49 1,11 0-35-16,-16 0-12 16,-26 0 40-16,-23 0-31 0,-7-5-24 15,4 0-6-15,9 2-2 16,-1-3-12-16,-10 2-11 15,-5 2 5-15,-11-2-7 16,-7 2-5 0,-8 0-102-16,-14 2-91 15,-14 0-298-15,-17 0-811 0</inkml:trace>
  <inkml:trace contextRef="#ctx0" brushRef="#br0" timeOffset="21489.94">1940 10412 900 0,'0'0'337'0,"0"0"-150"0,0 0-55 0,0 0-8 0,0 0 10 15,0 0-31 1,0 0-6-16,55 8 7 0,-13 0 6 15,23 1 6 1,19 0 4-16,24-5-13 16,2-4-43-16,-3 0-13 15,-9-4 28-15,-10-6-18 0,-1-2-18 16,-7 2-4 0,-15 2-11-16,-7 0-8 0,-18 2 1 15,1 2-3 1,8-2 1-16,4-2 4 0,6 1-10 15,-4-2-6-15,-3-1 5 16,-4-1 12-16,-4-2-7 16,-1 1-2-16,-1-2-6 15,-2 3 0-15,-1-5-2 16,-4 3-1-16,-2-1-4 16,2-1 7-16,-4-1 0 0,-1 1-2 15,-2 0 1-15,-1 0-7 16,-2 0 7-16,-2-1-2 15,-1 0-5 1,1-2 7-16,-4 0-7 0,-1-3-1 16,0-1 0-16,-3-3 1 15,3 0-1-15,-3-2 0 16,-2-3-1-16,1 3 1 16,-5-3-1-16,-1-4 1 15,0-3-6-15,-5 1 0 16,-3-6 5-16,0 2-6 15,0-3-20-15,0 1-6 0,-9-4 3 16,0 4 16 0,0-2-23-16,-3 2-11 0,-1 2 15 15,-2 3 5-15,0 5-2 16,-5 0 9-16,1 2-9 16,-4 5 9-16,-5 2-7 15,-6 1 1-15,-1 4-4 16,-8 2-1-16,-6 6 17 15,-15 2-14-15,-16 6-12 16,-14 2 6-16,-7 0 21 16,8 10 14-16,20 0-6 15,14 0-69-15,19 0 23 0,-2 0 29 16,-3 4 6 0,-7 1-6-16,-7 4 11 15,3-1 3-15,-1 0 3 16,4 0 5-16,-3-1 0 0,-4 5 0 15,6-2 0-15,1-2 0 16,1 3 0-16,6-1-1 16,3 1 1-16,1-1 0 15,2 2 1-15,1 0-9 16,1-2 8-16,1-1 0 16,-3-1-5-16,3 0-2 0,-2-1 8 15,3-2-1 1,0 5 1-16,-1-5-9 15,-2 4 9-15,2-4 0 16,5 5 0-16,-5-2 0 16,7 1-1-16,0 1-8 15,3-2 9-15,0 4 0 16,2 1-8-16,3-1 7 16,-2 4-6-16,5-2 6 15,-4 10 0-15,-1-1 1 0,2 1 0 16,3 1 15-16,-2-2-9 15,6 1-3-15,3-2-2 16,3 1 0-16,3 2 16 16,6 0 1-16,0 5 5 15,0 2 10-15,12 2 25 16,4 2 9-16,2 0-9 16,8-1-9-16,2-3 10 15,3-4-5-15,4-1-2 0,3-8 8 16,1-3-15-16,1-6 4 15,-1-4 13-15,1-2-6 16,0-4-8-16,-2-3-12 16,1-3-3-1,0-1-12-15,1-1-4 0,0-2-8 16,-5 0 3-16,2 0 6 16,-4-9-6-16,-3-1-3 15,-6 2-8-15,0-5 8 16,-5 1-3-16,-1-4-5 15,-6 4 7-15,3-4-8 0,-8 3-20 16,2 2-17 0,-7 5-38-16,-2 2-156 15,0 4-358-15</inkml:trace>
  <inkml:trace contextRef="#ctx0" brushRef="#br0" timeOffset="54569.86">3734 12445 1943 0,'0'0'503'0,"0"0"-320"0,0 0-10 0,0 0-34 0,0 0-58 0,0 0-33 16,35-10-8 0,-5 4 2-16,6-1-13 15,-1 0-10-15,3-1-7 16,1 2-10-16,-3 0-2 16,-6 0-1-16,-3 2-125 0,-11 2-125 15,-16 2-127-15,0 0-247 16,-5 0-190-16</inkml:trace>
  <inkml:trace contextRef="#ctx0" brushRef="#br0" timeOffset="54754.9">3747 12590 1338 0,'0'0'325'16,"0"0"-50"-1,0 0-24-15,0 0-17 16,0 0-72-16,0 0-41 15,0 0-9-15,71-19-39 16,-30 1-24-16,10-2-13 16,5-4-26-16,7-1-10 15,32-10-18-15,-16 5-177 16,-6 3-299-16</inkml:trace>
  <inkml:trace contextRef="#ctx0" brushRef="#br0" timeOffset="56388.04">19281 12454 1263 0,'0'0'562'0,"0"0"-322"0,0 0-78 0,0 0 34 0,0 0 7 16,0 0-28-16,0 0-62 16,10 0-48-1,11 0-29-15,9 0 13 16,11 0 2-16,7 0-15 0,6 0-17 15,3 0-10-15,7 0-7 16,-6 0-2-16,-1 0-1 16,-10-3-106-1,-5-3-115-15,-14 4-106 0,-12-2-282 16,-15 0-239-16</inkml:trace>
  <inkml:trace contextRef="#ctx0" brushRef="#br0" timeOffset="56603.41">19328 12596 1328 0,'0'0'218'15,"0"0"-94"1,0 0 99-16,0 0 62 0,96 67-54 16,-14-57-75-16,27-7-44 15,7-3-35-15,-9 0-28 16,-22-8-25-16,-31 2-12 15,-14-2-12-15,-8 4-22 16,8-6-142-16,-10 2-301 16,-9-2-529-16</inkml:trace>
  <inkml:trace contextRef="#ctx0" brushRef="#br0" timeOffset="57738.04">6316 13526 1341 0,'0'0'346'0,"0"0"-97"0,0 0-5 0,0 0-48 16,0 0-89-16,0 0-58 16,-10 0-18-16,23 0-10 15,16 0 16-15,10-4 8 16,9-4 7-16,5-4 14 0,10-1-18 16,0-4-12-16,4-2-14 15,0-1-9-15,-2-2-11 16,-6 2-1-16,-2 2-1 15,-7 1 0-15,-1 2-27 16,16 5-30-16,-10 2-244 16,-2 1-527-16</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32:58.816"/>
    </inkml:context>
    <inkml:brush xml:id="br0">
      <inkml:brushProperty name="width" value="0.05292" units="cm"/>
      <inkml:brushProperty name="height" value="0.05292" units="cm"/>
      <inkml:brushProperty name="color" value="#FF0000"/>
    </inkml:brush>
  </inkml:definitions>
  <inkml:trace contextRef="#ctx0" brushRef="#br0">1110 8628 1031 0,'0'0'229'0,"0"0"-95"16,0 0 28-16,-89-18 118 0,69 8-74 16,7 3-5-1,1 0-40-15,8 3-44 0,3 2-23 16,1 2-48 0,12 0-22-16,23 3-12 0,15 18 43 15,10 7 41 1,1 4-17-16,2 1-4 0,-10-1-20 15,-7-6 0-15,-9-7-5 16,-2-8-11-16,-5-7 18 16,-3-4 7-16,0-26 8 15,0-24 10-15,0-38 1 16,1-36-16-16,-7-10-7 16,-4-2-16-16,-9 17-17 0,3 25-2 15,-3 6 5 1,0 21-13-16,0 15-1 0,-1 19-15 15,-3 7-1 1,2 2 0-16,-4 3 0 0,1 3 0 16,2 8 0-1,-2 7-1-15,-3 3-27 0,0 0-97 16,-8 45-62-16,-5 4-340 0,-12 2-489 16</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41:10.343"/>
    </inkml:context>
    <inkml:brush xml:id="br0">
      <inkml:brushProperty name="width" value="0.05292" units="cm"/>
      <inkml:brushProperty name="height" value="0.05292" units="cm"/>
      <inkml:brushProperty name="color" value="#FF0000"/>
    </inkml:brush>
  </inkml:definitions>
  <inkml:trace contextRef="#ctx0" brushRef="#br0">3327 6252 850 0,'0'0'239'0,"0"0"-44"0,0 0-16 0,0 0-3 16,0 0-1-1,0 0-14-15,-3-50-48 0,3 50-53 16,2 0-23 0,14 12 7-16,5 8 66 0,6 3-12 15,1 0-27-15,2 1-9 16,-3-4 2 0,4-5-20-16,-3-5 14 15,0-5 46-15,0-5 13 16,2-5-28-16,0-18 12 0,0-11-4 15,4-23-32 1,5-20-33-16,2-25-12 0,1-5-11 16,-8 15-3-16,-6 21-6 15,-9 31-6-15,-5 12-30 16,2 2-21-16,-1 4-7 16,3 5-2-16,-2 15-24 15,3 2-51-15,25 40-42 16,-4-3-341-16,5-3-619 0</inkml:trace>
  <inkml:trace contextRef="#ctx0" brushRef="#br0" timeOffset="1070.41">14665 5826 50 0,'0'0'1022'0,"0"0"-759"0,0 0-29 0,0 0-2 16,0 0-34-16,0 0-25 16,-3 0-19-16,3 0-46 15,0 0-37-15,0 6-32 16,15 9 9-16,3 6 50 15,6 3 2-15,0 1-42 16,5-3-9-16,0-4 1 16,1-6 16-16,2-10 11 15,3-2 19-15,5-17-1 16,5-17-9-16,11-23-2 16,10-22-39-16,-3 3-12 15,-9 4-9-15,-9 13-10 0,-13 13-7 16,2 0-5-1,-2 5-2-15,-8 10 6 0,-7 11-6 16,-10 9 0 0,-2 4-39-16,-5 7-79 0,0 0-150 15,-10 0-232 1,-6 0-349-16</inkml:trace>
  <inkml:trace contextRef="#ctx0" brushRef="#br0" timeOffset="48969.98">5981 9408 1217 0,'0'0'259'0,"0"0"-182"0,0 0-21 15,0 0 12-15,0 0-15 16,0 0-5-1,40-3-3-15,1 0 6 16,3-1-8-16,9 2-18 0,9-4 7 16,0 2 5-16,14 4-1 15,19-1-11-15,36-2-18 16,22-7-5-16,-24 2-2 16,-15-10-379-16</inkml:trace>
  <inkml:trace contextRef="#ctx0" brushRef="#br0" timeOffset="49670.31">8658 9533 318 0,'0'0'1052'0,"0"0"-648"0,0 0-76 0,0 0-53 16,0 0-18-16,0 0-33 16,126-8-116-16,-55 1-26 15,-4 1-45-15,-5-1-14 16,-12 3 20-16,7-2-2 0,4-3-16 16,-1 1-7-16,-5-2-7 15,-4-2-10-15,-7 4 8 16,-9 0-3-16,-8 0-6 15,-7 4 0-15,-13 4-15 16,-17 4-183 0,-16 10-462-16,-19 6-437 0</inkml:trace>
  <inkml:trace contextRef="#ctx0" brushRef="#br0" timeOffset="51702.92">9299 8571 1026 0,'0'0'208'0,"0"0"-38"0,0 0 18 15,0 0 0 1,-103-73-23-16,63 57-20 0,-16 2-17 15,-23 2-15 1,-24 12-24-16,-10 0-22 0,7 16-11 16,21 5 7-1,30 2-35-15,11-1-16 0,7 11-5 16,-14 16-5-16,-7 34 4 16,0 33 13-16,9 9 26 15,19 0 22-15,23-13 0 16,7-22 20-16,13-5-12 15,13-21-7-15,4-12-18 0,7-14-14 16,15-5 18 0,35 2 1-16,34-3 15 15,17-3-13-15,-1-17-9 16,-12-12-13-16,-16 0-7 16,0-8 8-16,0-8-7 0,-3-4-13 15,-6-8 1-15,-8-4-4 16,-5 0-11-16,-6-7 8 15,-14 3-9 1,-16 2 5-16,-11 6 0 0,-8-4 0 16,5-6-5-16,3-11 5 15,1-6-5-15,-3-5 5 16,-5-15 3-16,-9 8-9 16,-8-4-13-16,-5 1-5 15,-11 8 17-15,0-2-18 0,-9 3-7 16,-9 7 8-1,-12 2-9-15,-10 7 3 0,-7 1-13 16,-22 6 5 0,-23 4-25-16,-21 13 5 15,-13 16 34-15,10 6-15 0,9 24-70 16,15 7 56-16,15-3 23 16,16-1-6-16,17-6 21 15,10 1 9-15,-1 4-1 16,0 2-5-16,4 6 6 0,8-2-1 15,7-2 1 1,8 0 0-16,4-3-1 16,4-2 1-16,0-5-9 15,18-8-150-15,3-6-199 16,1-7-367-16</inkml:trace>
  <inkml:trace contextRef="#ctx0" brushRef="#br0" timeOffset="51930.1">9149 8546 2107 0,'0'0'249'0,"0"0"-101"0,0 0-31 0,0 0 6 15,0 0-35 1,0 0-81-16,0 0-7 0,-27 24-267 16,13-11-544-16</inkml:trace>
  <inkml:trace contextRef="#ctx0" brushRef="#br0" timeOffset="53820.11">14317 8615 738 0,'0'0'366'0,"0"0"-130"0,0 0-17 0,0 0 39 16,0 0-27-16,0 0-3 16,-31-1-80-16,72 1-46 15,30 0-26-15,44 0 12 0,20-4-13 16,3-12 2-16,-13 4-8 0,-15-2-24 16,-9 0-15-1,-7-2-14-15,-19 6-7 16,-18 0-7-16,-22 5 3 15,-12 0-4-15,-5-2-2 0,-5 6 1 16,-4-1-31 0,-9 2-129-16,-33 0-101 15,-5 3-218-15,-9 7-200 0</inkml:trace>
  <inkml:trace contextRef="#ctx0" brushRef="#br0" timeOffset="54051.29">14462 8867 1353 0,'0'0'276'15,"0"0"-38"-15,0 0 103 0,114 8-70 16,-46-8-15-16,20-8-137 16,-9-6-43-16,-4 0-28 15,-12 0-15-15,-14 4-15 16,5-1-4-16,-1-1-7 15,-3 2-7-15,-15 2-8 16,-6-7-19-16,-12 0-287 16,-12-7-716-16</inkml:trace>
  <inkml:trace contextRef="#ctx0" brushRef="#br0" timeOffset="57500.04">16575 8452 1026 0,'0'0'300'0,"0"0"-37"0,0 0-34 15,0 0-17 1,0 0 0-16,0 0-56 16,-27 22-113-16,47-22-20 15,5 0 22-15,12-2 13 16,8-11-24-16,9-2-20 16,3-4-14-16,-4 1-31 15,-2 0-123-15,-10 1-192 0,-19 8-531 16</inkml:trace>
  <inkml:trace contextRef="#ctx0" brushRef="#br0" timeOffset="57650.22">16561 8697 1491 0,'0'0'532'0,"0"0"-480"15,0 0-28-15,0 0-12 16,102-20 7-16,-13-21-19 0,-9 2-170 15,-8 0-509-15</inkml:trace>
  <inkml:trace contextRef="#ctx0" brushRef="#br0" timeOffset="61400">4261 4117 862 0,'0'0'217'0,"0"0"-7"16,0 0 65-16,0 0-85 0,-77-66-20 16,54 53 72-1,-4 5-74-15,0 3-27 16,-2 5-87-16,-1 0-28 15,-1 7-25-15,1 13 0 16,-1 9 0-16,-3 13 5 16,-5 20-5-16,2 19 10 0,-1 17 19 15,6 6 17-15,15-6 2 16,8-11 2-16,9-8 13 16,0 2-14-1,11 0-10-15,9 2 20 0,-1-13 32 16,2-15-17-1,-4-12-12-15,1-11-7 0,6 2-17 16,6 3-11-16,3-4 2 16,1-10-5-16,-1-7 11 15,2-12-12-15,0-4 2 16,6-14 11-16,-1-18 4 16,3-12-10-16,4-23-8 0,-2-26-10 15,0-28-11 1,-11-9 1-16,-17 4-3 0,-17 12-24 15,0 19-18 1,-19 5-8-16,-6 20-28 0,0 15-16 16,3 14 9-16,1 9-43 15,-6-1-3-15,-3 1 22 16,-1 2 20-16,3 10 13 16,1 8 2-16,6 7 4 0,-2 4-36 15,0 1-8 1,1 0 0-16,-3 22 21 0,6 2 15 15,2 1-190-15</inkml:trace>
  <inkml:trace contextRef="#ctx0" brushRef="#br0" timeOffset="61582.33">4238 4185 1921 0,'0'0'260'0,"0"0"-139"0,0 0-26 0,0 0-68 15,0 0-27-15,0 0-187 0,0 0-467 0</inkml:trace>
  <inkml:trace contextRef="#ctx0" brushRef="#br0" timeOffset="63570.02">5860 3961 1238 0,'0'0'363'0,"0"0"-128"16,0 0-53-16,0 0-40 15,-87 15-1-15,62 7-27 0,-2 8-21 16,3 9-12-16,0 5 1 16,1 20-15-16,0 18-12 15,8 21-1-15,5 7 16 0,10-7 20 16,4-9-17-1,15-27-19-15,4-12-11 16,-1-16-19-16,4-1-9 16,8-4-4-16,8 1-1 0,5-3 1 15,6-10 5-15,-2-13 13 16,-2-9-1-16,-4-6 12 16,1-23 1-16,-7-6-5 15,-5-13-6-15,2-9-20 16,-4-11-1-16,-3-18-1 15,-6-16-7-15,-8-1 8 16,-10 17-9-16,-5 21-1 16,-1 23 1-16,-13 3-2 15,-1-6-13-15,-10-2-12 16,-2-4-10-16,-8 3-8 0,0 5 0 16,3 7-12-1,2 5-16-15,1 7-7 0,4 9 1 16,3 5 22-1,2 8 21-15,1 2 9 16,0 0-6-16,-1 19-7 16,-3 8-5-16,-5 22-2 15,2-7-205-15,6-8-648 0</inkml:trace>
  <inkml:trace contextRef="#ctx0" brushRef="#br0" timeOffset="63750.12">6154 3964 2191 0,'0'0'269'0,"0"0"-157"0,0 0-112 0,0 0-63 16,-75 0-277-16,50 0-730 0</inkml:trace>
  <inkml:trace contextRef="#ctx0" brushRef="#br0" timeOffset="64552.06">4182 4058 1021 0,'0'0'305'0,"0"0"-48"0,-31-84-45 0,17 32-26 15,3-6-34-15,4-6-34 16,4-4-30-16,3 2-60 16,1-1-28-16,15 3-18 0,10-1-16 15,10 5-15-15,8 5 18 16,10 0 22 0,12 11 8-16,13 7 0 0,15 16 1 15,12 21 0 1,2 9 15-16,-7 33 17 0,-8 16 27 15,-15 8 15-15,-13-7 47 16,-16-5-25-16,-8-13-18 16,-8-1 25-16,3 4-27 0,3 5 5 15,-1 4-5 1,-11-7-13-16,-1-5-12 16,-12-9-6-16,-6-5-6 15,-3-7-18-15,-3-7-20 16,-2-6 5-16,0-4-5 15,-2-3 0-15,-15 0-1 16,-8-5-117-16,-26-22-182 16,5 2-332-16,1-2-466 0</inkml:trace>
  <inkml:trace contextRef="#ctx0" brushRef="#br0" timeOffset="64952.18">5068 3773 1278 0,'0'0'152'16,"0"0"253"-16,0 0-106 0,0 0-13 16,77 30-57-1,-44-26-68-15,4-1-18 0,5-3-69 16,5 0-15 0,-5 0-12-16,6-10-14 0,-8 0-23 15,-1-3-4-15,-8-4-5 16,-7 0-1-16,-8-3-33 15,-5 0-78-15,-7-6-79 16,-4-1-78-16,0 0 8 16,-1 0 12-16,-11 2 30 15,4 1 111-15,-3 3 107 0,-3 1 4 16,5 4 160 0,3 4 15-16,0 6 34 0,2 1-18 15,4 5-84 1,0 0-58-16,0 19-25 0,9 7 43 15,5 9-3 1,6 7-23-16,-3 7-26 0,0 1-18 16,-6 3-1-1,-11 23-196-15,-8-14-334 0,-19-11-790 0</inkml:trace>
  <inkml:trace contextRef="#ctx0" brushRef="#br0" timeOffset="65601.92">3926 3785 1106 0,'0'0'337'0,"0"0"58"0,0 0-100 15,0 0-97-15,0 0-130 16,0 0-35-16,0 0-13 16,-19-25-3-16,19 32-17 15,1 13 1-15,13 11 5 16,2 7 57-16,6 5-4 16,3-1 2-16,-2-5 3 15,3-8-13-15,-1-6-2 0,0-10-19 16,0-3 7-16,0-7 4 15,5-3-2-15,2-13 4 16,2-12-9-16,2-12-5 16,3-12-20-16,-3-6-9 15,-2-4-10-15,-5 4-36 16,-7 12-32-16,-10 14-15 16,-10 18-451-16</inkml:trace>
  <inkml:trace contextRef="#ctx0" brushRef="#br0" timeOffset="67820.08">5830 16697 1011 0,'98'-27'171'0,"-5"2"-118"0,-35 9 33 15,-17 6-8-15,-12 2-15 0,-4 1-31 16,0 0-19 0,-6 3-3-16,-11 4-10 15,-13 4-9-15,-12 13-46 0,-13 3 30 0</inkml:trace>
  <inkml:trace contextRef="#ctx0" brushRef="#br0" timeOffset="68102.53">5382 17158 941 0,'0'0'55'0,"0"0"-55"16,0 0 66-16,122-45 33 15,-38 11-4-15,21-8 15 16,1 4 14-16,-1 3-34 15,-16 5 25-15,-22 9-65 16,-16 5-5 0,-13 3 0-16,-2-1-7 0,0 6-22 15,7-7-14-15,3 5-2 0,-10 5-7 16,-10 1-18 0,-17 0-664-16</inkml:trace>
  <inkml:trace contextRef="#ctx0" brushRef="#br0" timeOffset="68830.38">5506 16823 788 0,'0'0'218'0,"0"0"-153"0,0 0-39 16,0 0 17-16,0 0 2 15,0 0-16-15,0 0-16 0,46-61 15 16,-5 43-5-1,5-3 49-15,9-1-25 0,6-4-14 16,1 0-21 0,-5 1-6-16,0 2-5 0,-8 6-1 15,-17 5 1-15,-4 5-1 16,-14 3 0-16,-11 4-145 0</inkml:trace>
  <inkml:trace contextRef="#ctx0" brushRef="#br0" timeOffset="69069.98">5491 17250 1390 0,'0'0'158'0,"0"0"-126"0,0 0 10 16,79-15 35-16,-26-20-30 15,21-20-24-15,21-21 4 16,12-10 8-16,-4 7-12 16,-13 7-17-16,-15 10-6 15,-21 15-47-15,-19 7-717 0</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42:37.378"/>
    </inkml:context>
    <inkml:brush xml:id="br0">
      <inkml:brushProperty name="width" value="0.05292" units="cm"/>
      <inkml:brushProperty name="height" value="0.05292" units="cm"/>
      <inkml:brushProperty name="color" value="#FF0000"/>
    </inkml:brush>
  </inkml:definitions>
  <inkml:trace contextRef="#ctx0" brushRef="#br0">9288 1613 902 0,'0'0'288'0,"0"0"-78"0,0 0-20 16,0 0-40-16,0 0-1 15,0 0-10-15,0 0 0 16,0 0 10-16,0 0-1 15,-2 0-12-15,2 0-34 0,0 0 3 16,0 0-8 0,0 0-22-16,0 0-5 0,8 0-7 15,8 0 9-15,2 0-12 16,6-3-15 0,-1-1 14-16,4-4-9 0,1 3-5 15,3-2-11-15,-3-1-13 16,-1 1 5-16,-4 2-17 15,-2 1 3-15,-3 2-3 16,-3-2 6-16,-2 1-15 0,-1 1 1 16,2-3 5-1,-3 1-4-15,1 0-1 0,-2-2 5 16,0 2-6-16,-5 0 0 16,0 0-18-16,-3 0-31 15,-2 2-55-15,0 0-86 16,-9 2-132-16,-11 0-190 15,0 0-90-15,0 8-442 0</inkml:trace>
  <inkml:trace contextRef="#ctx0" brushRef="#br0" timeOffset="14235.29">10406 3535 1415 0,'0'0'247'0,"0"0"6"0,0 0-85 0,0 0-54 16,0 0-48-16,0 0 54 16,37 14 23-16,-13 5-32 15,0 2-5-15,0 1-13 16,-3-2-11-16,3-2 3 16,0-4-19-16,2-4-9 15,-2-8 0-15,2-2 18 16,3-10 8-16,0-17 7 0,4-13-24 15,2-19-22 1,4-23-16-16,7-25 1 0,0-8-11 16,-10 17-10-1,-6 23-8-15,-12 31 0 0,-2 10 0 16,0-2 6-16,2 0-6 16,-4 2-1-16,-2 11-10 15,-6 11-2-15,0 10-14 16,-5 4-104-16,-1 50-201 15,0-1-243-15,0 1-526 0</inkml:trace>
  <inkml:trace contextRef="#ctx0" brushRef="#br0" timeOffset="15497.53">15427 5007 1560 0,'0'0'324'0,"0"0"-101"0,0 0-22 16,0 0-56-16,0 0-54 15,0 0-39-15,0 0-18 0,21 10 12 16,-1 8 60 0,7 8 22-16,5 4-32 0,0 0 10 15,1-1-34 1,-3-2-4-16,-2-3-22 0,-3-9-12 16,-3 0-1-16,-1-8 8 15,1-7-8-15,2-2 15 16,3-20 16-16,7-15-16 15,11-22-1 1,7-24-5-16,-5 7-20 0,-8 1 4 16,-5 19-13-16,-13 16-1 15,2-3-5-15,-1 1-7 16,-2 7 0-16,-2 4 1 0,-6 5 0 16,3 5-1-1,-5 3 0-15,-3 6 0 16,-1 2-1-16,-3 9-32 15,-3 1-70-15,0 13-95 0,-3 10-298 16,-10 3-196-16</inkml:trace>
  <inkml:trace contextRef="#ctx0" brushRef="#br0" timeOffset="30051.16">709 4873 920 0,'0'0'224'0,"0"0"-41"0,0 0-25 0,0 0-53 16,0 0-14-16,-5-17 36 15,-4 17-2-15,2 0-5 16,-4 0-27-16,-4 12-28 16,-4 13-23-16,4 12 4 0,-5 11-6 15,7 9-15-15,-1 7 7 16,7 0-9 0,1 1-5-16,6-3-2 0,0-4-5 15,16 0 4 1,3-8-2-16,6-3-1 0,2-5-6 15,1-3-6 1,2-2 11-16,-1-4-11 0,-6 1 9 16,-2 3-7-16,-10 0 7 15,-7 3-2-15,-4 5-6 16,-9 5 8-16,-13 7-8 0,-11 3 5 16,0-3-5-1,-3-7 1-15,2-11 7 0,6-13-9 16,5-12 0-1,5-11 12-15,7-3-4 0,5 0-8 16,2 0 1 0,3-3 3-16,1 0-4 0,0 2-9 15,5 1 2-15,9 0 7 0,5 4 0 16,3 14-5 0,3 8 5-16,0 10 6 15,2 21-5-15,-2 22 6 16,-1 27-6-16,-5 7 14 15,-8 1 10-15,-8-11 0 16,-3-10 9-16,0-3 4 16,-2 2-1-16,-6-1-10 15,3-3 0-15,1-17-14 16,1-16 7-16,0-16-10 16,3-10-2-16,0 0-2 0,0-4-5 15,0-5 0-15,0-8 9 16,0-8-9-16,0-4 14 15,3 0-4-15,0 0-2 16,2-10-9-16,2-7 6 16,5-7-6-16,-2-2-48 15,5-5-75-15,-3-6-83 16,-2 5-165-16,-8 6-510 0</inkml:trace>
  <inkml:trace contextRef="#ctx0" brushRef="#br0" timeOffset="30268.25">623 7549 1925 0,'0'0'319'0,"0"0"-197"0,0 0-27 0,0 0 5 0,0 0 27 16,0 0-48-1,0 0-45-15,-1 5-27 16,7-5-7-16,9-8-170 16,2-6-408-16</inkml:trace>
  <inkml:trace contextRef="#ctx0" brushRef="#br0" timeOffset="31819.95">7160 11298 703 0,'0'0'165'0,"0"0"-43"0,0 0 10 0,0 0-34 0,0 0 11 16,0 0 26-16,-25-59-13 15,25 52-5-15,-3 5 20 0,0 0 1 16,3-1-6-1,0 3-20-15,0 0-1 16,0 0-9-16,0 0-16 16,0 0-35-16,0 7-23 0,17 15 26 15,2 12 65-15,6 6 23 16,2 10-28-16,3-5-8 16,-3 0-34-16,3-10-15 15,-2-5-8-15,-3-6 2 16,-2-9 10-16,1-8-7 0,0-7-13 15,4-10 4 1,17-40 34-16,20-39 1 16,29-43-10-16,7-19-17 15,2 3-22-15,-18 20-19 16,-11 26-4-16,-9 9-2 0,-8 10-6 16,-14 15 1-1,-13 15 7-15,-10 13-7 0,-4 8 5 16,0-2-4-16,1 0-1 15,0 0 5-15,-7 7-5 16,-3 12-1 0,0 3 0-16,-4 7 0 0,-3 2-8 15,0 0-1-15,0 3-12 0,0 0-18 16,0 20-103 0,-19 37-133-16,-2 1-404 15,-6-2-748-15</inkml:trace>
  <inkml:trace contextRef="#ctx0" brushRef="#br0" timeOffset="44578.56">20066 9443 1107 0,'0'0'178'0,"0"0"-91"0,-24-90-17 0,22 55 29 0,2 2 35 15,2 1 22-15,15 0-40 16,5 3-53-16,8 2-30 16,3 7-17-16,3 6-7 15,2 8 1-15,-2 6-2 16,-3 12-7-16,-7 20 1 15,-12 30-1-15,-14 30 15 16,-10 28-4-16,-20 11 5 16,-7-9-2-16,5-15-5 15,9-20-4-15,12-15-4 16,6-15-1-16,5-19 5 16,0-3-4-16,12 2-1 15,6 2 5-15,9-4-6 0,3-7-8 16,4-12 7-1,-2-9-14-15,-1-7-6 0,-4-11 8 16,0-19 1 0,-5-8 11-16,-6-4-1 0,-2 0 2 15,-7 5-1-15,-2 12 2 0,-5 13 19 16,0 12 33 0,0 12-32-16,0 40-2 15,0 38 43-15,0 44 34 16,12 21 1-16,4 6-20 15,7-10-12-15,4-18 16 16,1-8-20-16,1-6-7 16,-2-10 6-16,-4-12 5 15,-3-9-18-15,-6-20-11 16,-6-12-10-16,-7-16-9 16,-1-8-4-16,-1 1-2 0,-14 6-2 15,-7-2 3-15,-12-5 3 16,-8-8 0-16,-3-6-2 15,-9-4-1-15,-1-6 3 16,0-2-10-16,1-2-5 16,3-3 0-16,6 4 0 15,10-4-1-15,8 2 1 16,5-2 0-16,8-1 0 16,1 0-17-16,5 0-121 15,4-12-103-15,3-5-332 0</inkml:trace>
  <inkml:trace contextRef="#ctx0" brushRef="#br0" timeOffset="50779.13">16281 10599 1288 0,'0'0'478'0,"0"0"-239"0,0 0 14 16,0 0-26 0,0 0-13-16,0 0-36 15,0-56-68-15,4 56-46 0,6 0-22 16,8 8 17-16,6 12 11 16,2 2 7-1,-1 0-12-15,5 0-14 0,0 0 3 16,6-5 8-16,-1-6 2 0,4-8-5 15,8-3 10 1,3-11 9-16,7-17 12 0,5-13-27 16,2-6-17-1,-1-2-10-15,-10 4-12 0,-5 0-12 16,-7 5-4-16,-10 6-1 16,-1 3 2-16,-6 2-9 15,0 1 0-15,-7 6 0 16,-5 4-14-16,-4 7 4 15,-5 5-8-15,-3 6-11 16,0 0-41-16,-8 8-112 16,-51 44-88-16,-1 0-393 15,-12 3-328-15</inkml:trace>
  <inkml:trace contextRef="#ctx0" brushRef="#br0" timeOffset="51865.27">10560 11935 948 0,'0'0'413'0,"0"0"-110"0,0 0-37 16,0 0-25-16,0 0 0 15,0 0-53-15,0 0-24 16,-4-6-29-16,4 6-36 15,0 0-32-15,0 6-31 16,7 9-3-16,10 7 68 0,1 3 0 16,-2 2-18-16,4-2-13 15,-6-3-29-15,1-7-10 16,-1-4-2-16,0-5 11 16,3-6 2-16,4 0 5 15,4-20 13-15,7-11 1 16,5-9-14-16,-1-7-25 15,-2 0-8-15,1-1-8 16,-2 0 0-16,-2 4 1 16,0-2-7-16,-2-1 0 15,1 2 0-15,-2 3-1 0,-2 1-10 16,-3 7 5 0,-5 8-9-16,-4 8 3 15,-7 6 0-15,-4 6-6 16,-3 6-12-16,-3 7-10 0,-59 78-50 15,-3 2-245 1,-20 12-932-16</inkml:trace>
  <inkml:trace contextRef="#ctx0" brushRef="#br0" timeOffset="53766.13">11146 10258 973 0,'0'0'342'0,"0"0"-114"0,0 0-48 0,0 0-4 0,0 0-17 15,0 0-13 1,0 0-22-16,-2-14-20 0,2 13-7 16,0-1-26-16,0 2-22 15,0 0-22-15,0 0-15 16,12 6 3-16,1 5 43 16,4 2 24-16,1 1-10 15,1-1-30-15,-4-3-8 16,-3-1 27-16,2-6-16 15,-4-3 6-15,-3 0 14 16,3-5 37-16,2-20 4 16,2-24-15-16,3-27-26 15,4-28-13-15,-6-17-7 16,3-1-28-16,-2 8-17 16,0 17 1-16,4 4-1 15,1 7-11-15,-5 14-15 16,-3 15 13-16,-2 15-1 0,-3 6 8 15,4 0-7 1,-3-4 2-16,4 1 11 16,-4 9-6-16,-4 7 5 15,0 5 0-15,-2 7-5 0,1 3 5 16,-3 5 0-16,-1 0-7 0,0 1 7 16,1 2-8-1,-1 0-3-15,0 0-11 16,0 0-4-16,0 0-13 15,0 0-8-15,-9 8-29 16,-31 45-123-16,0 2-485 16,-5 6-1018-16</inkml:trace>
  <inkml:trace contextRef="#ctx0" brushRef="#br0" timeOffset="57520.94">13454 11990 1187 0,'0'0'386'0,"0"0"-106"0,0 0-21 0,0 0-18 0,0 0-26 0,0 0-27 15,0-5-25 1,13 2-29-16,8-4-8 0,5-3-34 16,2 0-34-1,1 1-30-15,2 0-4 16,-2-1 0-16,-2 2-1 16,-4 1-8-16,-2 2-5 0,-6 1-4 15,-5 1-4-15,-1 2-2 16,-4 1 1-16,-3-2-1 15,-2 2-48-15,0 0-121 16,0 4-305 0,0 4-360-16</inkml:trace>
  <inkml:trace contextRef="#ctx0" brushRef="#br0" timeOffset="58870.98">3275 13675 325 0,'0'0'887'0,"0"0"-660"0,0 0-49 0,0 0-107 15,0 0-40-15,0-2-18 0,17 2-7 16,2 0 1 0,6 0 38-16,2 0 8 0,-3 0 1 15,1-3 0-15,-1 1 1 16,1-4-23 0,-3 1-9-16,1-4-10 15,-4 2 1-15,0 0-13 16,-3-2 6-16,-4 4-7 15,-1 2-1-15,1 3-18 16,-2 1-63-16,-1 9-272 0</inkml:trace>
  <inkml:trace contextRef="#ctx0" brushRef="#br0" timeOffset="106565.3">6649 2166 1349 0,'0'0'398'0,"0"0"-155"0,0 0-64 0,0 0-74 15,0 0 26-15,19 89 43 16,0-45-29-16,2 1-27 0,4-5-14 15,-2-3-8 1,4-9-8-16,-5-5-14 16,0-10-10-16,1-8 14 15,2-5-2-15,5-12 2 0,14-31 3 16,11-31-4-16,10-32-8 16,-2-13-18-1,-10 3-8-15,-11 9-4 0,-7 7-13 16,-2 7-4-16,-6 15-1 15,-5 17-20-15,-7 24 1 16,-5 7 4-16,1 0-6 16,1-1 0-16,-2 5-2 15,-4 11 2-15,-3 12-15 16,-3 3-75-16,-25 28-75 16,-4 6-181-16,-11 4-716 0</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43:49.505"/>
    </inkml:context>
    <inkml:brush xml:id="br0">
      <inkml:brushProperty name="width" value="0.05292" units="cm"/>
      <inkml:brushProperty name="height" value="0.05292" units="cm"/>
      <inkml:brushProperty name="color" value="#FF0000"/>
    </inkml:brush>
  </inkml:definitions>
  <inkml:trace contextRef="#ctx0" brushRef="#br0">2502 4706 700 0,'0'0'267'0,"0"0"-44"0,0 0-30 0,0 0-44 0,0 0 26 0,-8 0-13 16,8 0-6-16,0 0-17 15,0 0 2-15,0-1-44 16,0 1-31-16,3-2-14 16,12 1 7-16,4-1 1 15,1 2 4-15,4 0-19 16,2 0 17-16,2 0-9 16,-1 0-1-16,0 0-15 0,3 3-4 15,-1-3 0 1,-1 0 4-16,3 0 5 0,-2 0 6 15,0 0-15 1,-1-1-12-16,-3-4-3 16,2 3-4-16,-2 2-2 15,0 0-11-15,0 0 8 16,-1 0-1-16,-2 0-7 16,3 0 5-16,-2 0 0 0,4 0 0 15,0-2 0-15,-2-2 0 16,5 4 3-16,-3-2-1 15,-4 1-2 1,3 1-5-16,-5 0 0 0,-2 0 5 16,-1 0-5-16,3 0-1 15,-3 0 1-15,0 0 0 16,0 1 0-16,-1 1 6 16,1-2-7-16,1 0 1 15,0 0 0-15,0 3 1 16,3-3 5-16,-2 1-5 15,3 1 5-15,-1-2-1 16,0 4 0-16,3-1-5 0,-3 0 1 16,0-1 8-1,0 0-4-15,1 0-5 0,0 1 8 16,0-1-8-16,1 0 7 0,0 0-2 16,0 1 0-1,1-2-5-15,-2 0 0 0,1 1 7 16,-3-1-7-1,-2-1 0-15,3 2 8 0,0-2-3 16,3 0 0 0,-6 0 0-16,5 0 0 15,0 0 3-15,-1 0-3 0,3 0 0 16,0-2 0-16,4-1 2 16,-1 1-8-1,1 0 2-15,4 1 4 0,-2-1-5 16,2 1 0-16,0 0 0 15,1-1-1-15,-1 1 1 16,1-1 5-16,-2 1-6 16,2-2 0-16,1 2 1 15,-1-3-1-15,-3 1 2 16,1-1-2-16,0-2 2 16,3 4 4-16,-3-3-5 15,-1 5 0-15,-1-3 1 16,-2 3-1-16,1 0 0 15,0-1 0-15,-2 1 5 16,1 0-6-16,-4 0 1 16,2-1-1-16,0 1 0 0,-1 0-1 15,3-2 1-15,0 0 1 16,-1 2-1-16,6-1 6 16,-4 1-5-16,-3 0 5 15,3 0-6-15,0 0 1 16,1 0 0-16,-2 0 5 15,4 0-5-15,-1 0 6 16,-3 0 1-16,-1 0-1 16,0 0 2-16,-1 0 0 15,-2 0 0-15,2 0 3 16,-3 0 0-16,3 0-1 16,0 0 1-16,-1 0 1 15,1 0 4-15,3 0-1 0,-2 0 5 16,0 0 3-16,-1 0-6 15,0 0 0-15,1-3 3 16,-4 1-1 0,-3-2-2-16,-8 1 1 0,1 2 4 15,-7 1 1-15,-1-2-5 0,-5 2-1 16,1-2-3 0,-1 2-4-16,-1-2-2 0,0 2 0 15,0 0-8 1,0 0 0-16,0 0 0 0,0 0-1 15,-3 0-38 1,-56 24-139-16,-2 5-400 0,-15 6-1212 16</inkml:trace>
  <inkml:trace contextRef="#ctx0" brushRef="#br0" timeOffset="11272.96">8924 13021 1475 0,'0'0'566'0,"0"0"-309"0,0 0-2 0,0 0-52 16,0 0-87-16,0 0-49 15,-24 25-34-15,24 19-4 0,9 10 14 16,2 7 14-1,3-1-18-15,-3-2-26 0,-3-7-4 16,0-7-3 0,-2-7-6-16,-4-8-1 0,-2-1-9 15,0-8-56-15,-8-4-18 16,-4-4 14 0,-4-7 26-16,-8-5 16 0,-1 0 16 0,-8-17 11 15,0-3 1 1,0-7 17-16,11-1 41 0,5 6-1 15,11 4 14 1,3 6-11-16,3 6-24 0,9 4-21 16,15 2-4-1,5 0 2-15,6 3 7 0,2 6 2 16,1 1 1-16,0 0-10 16,-1-2-5-16,1-2-2 15,-3-4-6-15,-4-2 2 16,-4 0-1-16,-6 0 5 15,-6-8-6-15,-6-2-1 16,-5-5-11-16,-4-4 4 16,0-1 8-16,-6-2-1 15,-7 1 0-15,1 2 1 16,3 8 0-16,3 6 0 16,2 5 0-16,-1 0 0 15,0 8 0-15,-3 17-8 16,0 8 8-16,1 3 0 15,0 4-13-15,2 0-62 16,2-5-60-16,3 5-55 16,0-10-133-16,0-8-451 0</inkml:trace>
  <inkml:trace contextRef="#ctx0" brushRef="#br0" timeOffset="11451.81">9291 13316 1879 0,'0'0'524'0,"0"0"-289"0,0 0-93 0,0 0-94 0,0 0-26 16,0 0-10-1,0 0-12-15,-15 11-209 16,17-22-652-16</inkml:trace>
  <inkml:trace contextRef="#ctx0" brushRef="#br0" timeOffset="15023.12">4078 3155 1778 0,'0'0'350'0,"0"0"-130"16,0 0-86-16,0 0-87 0,0 0-23 16,0 0-24-16,2 96 6 15,10-48 15-15,-2 1 10 16,4-1-12-16,-4-2-19 15,-2-8 9-15,-1-1-8 16,-1-5-1-16,-5-6-12 16,-1-5-43-16,0-5-18 15,-14-5-8-15,0-3 11 16,-9-8 23-16,-2 0 20 16,-2-2 15-16,-1-11 12 15,6-7 9-15,1 1 28 16,6 1 32-16,5 1 10 0,6 5 1 15,4 4-16 1,0 3-21-16,7 4-11 0,9 1-9 16,11 0-2-1,7 10 2-15,6 3 7 0,4 5 1 16,0 0-1-16,2-1-2 0,-3-3-11 16,-3-1-9-1,-6-4-7-15,-6-6-1 0,-5-1 0 16,-8-2-15-1,-6 0 2-15,-4-7 4 16,-3-7 9-16,-2-6-6 16,0-2 6-16,-4 1 0 0,-5 4 1 15,-3 4 11 1,6 6 8-16,-4 7-9 16,-3 0-2-16,0 15-8 0,-4 15 6 15,-6 11-7 1,1 9 0-16,-1 3 0 0,-1 3 0 15,4-3 0-15,1-3-1 16,5-4-8-16,3-3-144 16,8-11-154-16,-2-15-368 15</inkml:trace>
  <inkml:trace contextRef="#ctx0" brushRef="#br0" timeOffset="20788.07">3036 3409 402 0,'0'0'493'0,"0"0"-237"0,0 0-1 0,0 0-11 0,0 0-3 16,0 0-22-16,-22-21-23 16,19 21-65-16,3 0-45 15,0 4-39-15,0 13-26 16,3 8-15-16,4 8 21 0,5 7-9 15,0 2-8 1,0 2-4-16,2-2 2 0,-4-2-8 16,3-4-22-1,-4 4-188-15,-1-9-139 0,-5-7-353 0</inkml:trace>
  <inkml:trace contextRef="#ctx0" brushRef="#br0" timeOffset="21004.31">2896 3685 1428 0,'0'0'288'16,"0"0"-133"-16,0 0-101 16,0 0 31-16,0 0 46 15,0 0-49-15,74 47-39 16,-41-36-25-16,0-3-18 15,-1 0-37-15,8-7-124 16,-6-1-154-16,-10 0-287 0</inkml:trace>
  <inkml:trace contextRef="#ctx0" brushRef="#br0" timeOffset="21167.98">3202 3612 1077 0,'0'0'348'16,"0"0"-145"-1,0 0-99-15,0 0 45 0,0 0 15 16,-36 111-49 0,30-64-58-16,-1 3-37 15,1 2-7-15,12 12-13 16,7-15-131-16,14-13-342 0</inkml:trace>
  <inkml:trace contextRef="#ctx0" brushRef="#br0" timeOffset="21968.38">4946 3221 1104 0,'0'0'317'0,"0"0"5"0,0 0-53 0,0 0-31 15,0 0-32-15,0 0-78 16,0 0-77-16,-27 2-32 16,27 20-13-16,0 11 6 15,0 6-6-15,0 2 3 0,2 0-2 16,4-3-5-16,-1-5-1 15,-1-1 0-15,-1-7 0 16,-3-3-1-16,0-4-21 16,0-5-49-16,0-8 49 0,-3-5-7 15,-6 0 18-15,-6-7-5 16,0-8 1 0,-4-6 14-16,3-1 1 0,1 2 19 15,5 6-1-15,0 4 11 16,5 4 13-16,5 6-24 15,0 0-19 1,4 6-8-16,12 7 8 0,4 5 1 16,3 0 6-16,2-1-7 15,2-5 0-15,0-3 0 16,-3-5 0-16,0-4-6 0,-3 0 5 16,-5-5-11-1,-1-10-1-15,-6-2 3 16,-2-1 8-16,-4-2 1 15,-3 4 1-15,0 0 1 16,0 10 14-16,0 2 9 16,-1 4 16-16,-5 0-24 15,0 6-16-15,0 10 0 16,-6 10 0-16,1 2 0 0,-2 3-1 16,-2 1-46-16,5 0-105 15,-8 6-103-15,0-9-325 16,8-9-892-16</inkml:trace>
  <inkml:trace contextRef="#ctx0" brushRef="#br0" timeOffset="22137.98">5173 3529 1800 0,'0'0'552'0,"0"0"-316"0,0 0-126 0,0 0-60 0,0 0-28 0,0 0-22 16,0 0-60-16,0 13-328 16,0-13-1087-16</inkml:trace>
  <inkml:trace contextRef="#ctx0" brushRef="#br0" timeOffset="23773.14">11625 7306 1734 0,'0'0'325'0,"0"0"-135"0,0 0 8 0,0 0-40 15,0 0-25-15,0 0-23 16,-21-3-1-16,21 3-4 0,9 0-41 16,16 0-32-1,26 8 31-15,27-3 33 0,29-2 8 16,10-3-26-1,-7 0-15-15,-26-1-6 0,-24-6 6 16,-16 4-16 0,-3-2-13-16,7 1-7 0,2 0-10 15,5 1-2-15,-9 0 3 0,-5 0 1 16,-12 0-4 0,-6 2 3-1,-9 0-18-15,-7-1 1 0,-1 2 0 16,-4 0-1-16,-2 0 0 0,0 0-11 15,0 0-54 1,0 0-73-16,-18 0-93 16,-5 7-324-16,1-1-750 0</inkml:trace>
  <inkml:trace contextRef="#ctx0" brushRef="#br0" timeOffset="24618.19">11885 9155 1909 0,'0'0'485'0,"0"0"-260"0,0 0-92 0,0 0-19 0,75 7 35 0,-3-4 38 16,28 1-48-16,10-4-38 15,0 0-14-15,-8-7 16 16,-12-8-1-16,-16 0-24 16,-16 2-16-16,-16 4-17 15,-5-1-6-15,4 0-5 16,-3-1-10-16,4-3-6 16,-12 7-10-16,-8-1-2 15,-9 4-6-15,-6 3 1 0,-7 1-1 16,-9 0-76-1,-92 43-158-15,2-3-287 0,-30 9-1047 0</inkml:trace>
  <inkml:trace contextRef="#ctx0" brushRef="#br0" timeOffset="29705.89">14186 5758 427 0,'0'0'553'0,"0"0"-346"0,0 0-28 0,0 0-32 16,0 0-3-16,0 0 24 15,-26 4-27-15,26-4-21 16,-2 1-7-16,1-1-9 16,1 1 4-16,-2-1-6 0,2 0-32 15,0 0-12 1,0 2 3-16,0-2-7 0,0 0-14 16,0 0-11-16,0 2 2 15,3 0 5-15,5 2 31 16,6-3 13-16,-1 4 0 15,2-3-24-15,-1 1-16 16,3-3-5-16,-3 1-2 16,4-1 1-16,0 0-4 15,-3 0-5-15,3 0-4 16,-1 0 2-16,1 0-4 16,4 0 1-16,-3 0-4 15,3 0 2-15,-1 0-3 0,0 0 0 16,-3 0-3-16,3 0 0 15,-3 0-4-15,1 0-2 16,-3 0-5 0,3 0 5-16,0 0 1 0,-2 0-6 15,2 0 0-15,1 0 5 16,-3 0-5-16,5 0 8 16,-2 0-3-16,-2 0 0 15,0-1 0-15,4 0-5 16,-4-1 5-16,0 0 2 15,3-3-2-15,-5 4 1 16,3-3 1-16,-1 0-1 16,-2 2-1-16,1 0 3 15,0-4-8-15,-1 3 7 16,0 2-7-16,-4-5 5 0,4 6-6 16,-3-4 1-16,1 2 0 15,-3-2-1-15,2 3 1 16,-2-2 0-16,0-1 1 15,1 4-1-15,-2-2 0 16,2 1 0-16,-3-2 0 16,3 1-1-16,-1 0 1 15,-3 0 0-15,3-1 1 0,1 0-1 16,-3 1 5-16,6-1-6 16,-5 0 2-16,2-1-1 15,1-1 8 1,1 0-3-16,-1 3-5 0,1-2 0 15,0-1-1 1,-4 2 2-16,7-3 5 0,-7 2-6 16,5-1-1-16,-3-1 1 15,1 2-1-15,-1-2 1 16,2 2 1-16,-4-2-2 0,0 1 1 16,0 0 0-1,-2-1 0-15,4 0 1 0,-1-2 4 16,-2-2 3-1,1-4 0-15,0 2 6 0,-1-10 1 16,0 0 2 0,0-4-6-16,-3-4-4 0,0-2-2 15,2 3 0-15,-5-2-6 16,-3 4 6-16,0 0-5 16,0 2 0-1,0 0 0-15,0 4 0 0,0-2 0 16,-6 0-1-16,-5 4 0 15,5-1 1-15,-6 1 0 16,-1 1 0-16,0-1 0 16,-5-5-1-16,-2 3 0 0,2-1 0 15,-5 0 1-15,-1 0-1 16,-4 2-6 0,-1 1-3-16,-1-1-2 15,0 3 4-15,-5-1-3 0,1 6 9 16,0 0-10-1,-2 0 2-15,-1 4 1 16,2-1-4-16,0 4-3 0,5-1-18 16,-3 4 20-1,-2-2 4-15,2 3 8 0,-4 1-1 16,-1 0 2-16,-2 0-1 16,2 0 1-16,1 5-14 15,3 3-7-15,4-3 8 16,-1 7 11-16,2-4 1 15,0 1 0-15,2 2 0 16,2-2-1-16,3 1-4 0,-4 4 5 16,5 0 0-16,0-3-7 15,-4 1 8-15,6 2 0 16,-2-1-1 0,3-3 0-16,-1 4 0 0,0-1 1 15,1 2-1-15,3-2 0 16,-3 4 1-16,2-2 0 15,1 1 1-15,-1 0-1 16,2-1-1-16,0 2 1 16,-5 1-1-16,2 0 1 15,2 3 0-15,-3 1 1 0,2 0-1 16,1-4 1-16,1 0-1 16,2-3 2-16,2-2-2 15,-1-1 1 1,5 0 0-16,-1-2 0 0,-1 4 0 15,-2-1 0 1,1 2 0-16,1 1 1 0,-3 1-1 16,4-2 7-16,-2 2-7 15,-1 2 0 1,5-1 0-16,0 3 0 0,1 3 0 0,0 0 0 16,3 6 10-1,1-4-4-15,0 3 7 0,0-4-8 16,1 0-5-1,7-1 8-15,1 1-8 16,4-6 1-16,-3 3 5 16,5 2-1-16,-2-5-4 15,3-1 8-15,-1-2-4 16,0-4 0-16,5 0 6 0,-4-2 5 16,5-2-4-1,-2-1 7-15,-1-2 1 0,3-1-8 16,-5-1 5-16,2-3-4 15,0 0-4-15,-5 0 4 16,6 0 1-16,-3 0-5 16,0 0-1-16,3-4-1 15,-2-2-1-15,1-1-5 16,0-1 4-16,-3 1-5 16,2-3 10-16,-4 2-5 15,2-3 0-15,-2 0 3 16,-1-1-3-16,-2 1-6 15,0 0 1-15,-2 1 0 0,-1 0 0 16,-5 4 0 0,4-2 0-16,-3 2 0 0,-1-2-1 15,2 2-1-15,-2 0-17 0,-2 1-16 16,0-2-44 0,0 3-62-16,-17-2-92 0,0 5-295 15,-7-1-404-15</inkml:trace>
  <inkml:trace contextRef="#ctx0" brushRef="#br0" timeOffset="29888.3">14398 5867 1726 0,'0'0'677'0,"0"0"-354"0,0 0-81 0,0 0-112 15,0 0-52-15,0 0-78 16,0 0-70-16,-27 37-483 0</inkml:trace>
  <inkml:trace contextRef="#ctx0" brushRef="#br0" timeOffset="59288.31">14371 6387 1424 0,'0'0'291'0,"0"0"-92"0,0 0-33 0,-104-21-33 16,60 21-26-16,-2 0-21 0,-1 0 4 15,-3 11 3 1,2 7-24-16,0 6-17 16,-1 6-7-16,-1 12-2 0,2 7 2 15,1 20 11-15,1 22-6 16,15 20-7-16,8 5 7 15,22-5 2 1,5-15-7-16,20-24 15 0,7-15-9 16,0-14 7-1,7-10-12-15,7 3 13 0,24 4-8 16,22-1-6-16,13-7 4 0,0-18 8 16,-18-10-30-1,-23-4 3-15,-25-7 3 0,-2-10-6 16,3-9-3-1,6-7-4-15,1-13 1 16,1-16-5-16,-6-22-2 16,-6-21-2-16,-12-2-3 15,-13 17 1-15,-7 22 5 0,-3 6-9 16,-13 10-6-16,-1 1-11 16,-12-8-34-16,-1 14-6 15,-5-2-12-15,-9-5 33 16,-5 8-9-16,2 8-26 0,-3 11 23 15,-15 12 3 1,-26 13-16-16,-37 41 5 16,-21 40-7-16,-14 29-20 15,33-13-176-15,31-17-853 0</inkml:trace>
  <inkml:trace contextRef="#ctx0" brushRef="#br0" timeOffset="62423.4">3520 6866 1802 0,'0'0'560'0,"0"0"-349"0,0 0 14 0,0 0-41 0,75-8-106 0,12-8-14 16,46-2 7-1,14-3-1-15,4 2 8 16,-18 5-38-16,-29 8 5 15,-22 3-7-15,-22 3-16 16,-20 0-5-16,-6 8-11 16,7 7-6-16,19 5-1 0,38 7-158 15,-13-5-395-15,-8-6-520 0</inkml:trace>
  <inkml:trace contextRef="#ctx0" brushRef="#br0" timeOffset="62868.11">6987 6835 858 0,'0'0'398'0,"0"0"83"0,0 0-122 0,0 0-19 15,124 26-15-15,-40-26-59 0,20 0-99 16,-4-2-80 0,-21-5-49-16,-26 1-18 0,-21 2-11 15,3 1-1-15,-7 0-8 16,-3 3 0-16,-37 6-134 15,-20 11-348-15,-22-1-479 0</inkml:trace>
  <inkml:trace contextRef="#ctx0" brushRef="#br0" timeOffset="63448.27">3849 7767 520 0,'0'0'239'0,"0"0"-61"0,0 0 79 0,-93-7 25 0,71 3-84 16,6 0 55-16,7 2-2 15,5-1 34-15,4-1-73 16,5 2-30-16,32-1-15 16,37-5 5-16,40-4-62 15,23-3-25-15,4 0-16 0,-11-1-8 16,-29 5-4-1,-21-1-4-15,-21 4-8 0,-17 3-15 16,-9-3-8 0,3 1 1-16,-2 2-8 0,-4-3-6 15,-12 4-8-15,-9 0 1 0,-6 3 7 16,-3 1-9 0,-23 0-81-16,-6 8-220 15,-12-1-897-15</inkml:trace>
  <inkml:trace contextRef="#ctx0" brushRef="#br0" timeOffset="65638.27">2599 8751 202 0,'0'0'238'0,"0"0"-3"0,0 0 18 0,0 0-71 15,0 0 28-15,0 0 0 16,-51-70-23-16,47 56 34 16,2 3-60-16,-1 2-93 15,2 4-24-15,-1 3-6 0,2 2 1 16,0 0-18-16,15 19-11 15,10 9 24-15,10 10 37 16,-1 6 33 0,6-2 17-16,-4 0-12 0,-2-9-32 15,-4-5-1-15,-1-8-16 0,-2-6-4 16,0-9-3 0,-1-5-5-16,9-11-6 15,8-30-4-15,18-28-20 16,4-34 0-16,7-16 3 15,-7-15-3-15,-8 1-18 16,-10 11-12-16,-9 25-24 16,-10 25-2-16,-9 28-25 15,-7 12 21-15,2 3 14 0,-3 2 3 16,-1 4-7 0,-1 8 14-16,-3 5 11 0,-3 6-5 15,-2 1 11-15,0 3-25 16,-1 0-14-16,0 0-15 15,-2 20-23-15,-20 27-25 16,-17 33 8-16,4-8-70 16,-4-7-811-16</inkml:trace>
  <inkml:trace contextRef="#ctx0" brushRef="#br0" timeOffset="68448.13">18194 7198 716 0,'0'0'513'0,"0"0"-307"0,0 0 26 0,0 0 20 15,0 0 30 1,0 0-45-16,-26 0-47 0,26 0-47 0,0 0-31 16,0 0-16-1,0 0-33-15,0 0-29 16,5 0-4-16,7 0 0 15,6 0 12-15,1 0-14 16,2 0-14-16,-1-2-14 16,0-5 1-16,-4 4 0 15,-2-4-1-15,-2 2-37 0,-5-1-99 16,1 2-60 0,-5-3-60-16,-3-1-95 15,0 1-138-15,-11 1-190 0</inkml:trace>
  <inkml:trace contextRef="#ctx0" brushRef="#br0" timeOffset="68638.5">18095 7286 966 0,'0'0'611'0,"0"0"-397"16,0 0-88-16,0 0 37 15,0 0 24-15,0 0-19 16,0 0-60-16,75 13-45 15,-41-23-32-15,3-4-18 16,4 0-13-16,3-5-108 16,-11 2-274-16,-12 2-704 0</inkml:trace>
  <inkml:trace contextRef="#ctx0" brushRef="#br0" timeOffset="70868.21">11825 9021 735 0,'0'0'592'0,"0"0"-508"0,0 0-42 0,0 0-14 0,0 0 97 16,0 0 20-16,0 0 12 15,-12-38-60 1,12 37-27-16,0 1-19 16,0 0-11-16,0 0-9 0,3 2-13 15,6 10 0-15,6 5 66 0,5 2-4 16,1 1-21 0,1-3-14-16,3 0-2 0,-1-7 2 15,7-7 22 1,1-3 9-16,3-5 3 15,3-13-10-15,2-8 1 16,-3-8 2-16,0-4-20 16,-2-2-21-16,-5 1-17 15,2 1-4-15,-6 3-4 0,-2 6-5 16,-4 3 0-16,-3 6 1 16,-7 6-1-16,-2 6-1 15,-5 4-34-15,-3 4-93 16,0 26-47-16,-6 8-130 15,-9 7-307-15</inkml:trace>
  <inkml:trace contextRef="#ctx0" brushRef="#br0" timeOffset="73288.22">20270 5784 1538 0,'0'0'402'0,"0"0"-104"0,0 0-50 0,0 0-7 0,51-10-47 0,-21 0-48 15,5-1-45-15,1 0-14 0,0-1-23 16,5 0-13 0,-4-1-32-1,-1 1-7-15,-2 1-4 0,-5 3-7 16,-5 0 6-16,-6 2-7 0,-5 2-1 15,-4 2-14 1,-6 2-73-16,-3 0-98 0,0 0-98 16,-13 5-102-1,-7 2-205-15,-2 4-189 0</inkml:trace>
  <inkml:trace contextRef="#ctx0" brushRef="#br0" timeOffset="73547.98">20281 5921 1228 0,'0'0'407'0,"0"0"-84"16,0 0-59 0,0 0 54-16,0 0 5 15,0 0-54-15,78 16-77 16,-42-21-68-16,7-7-41 15,-2-4-34-15,-4-1 2 16,3-2-30-16,-3 0-7 0,-4 2-8 16,-5 0 6-1,-4 4-12-15,-4 3-8 0,-9 4-40 16,-9 6-92-16,-2 0-198 0,-2 9-386 0</inkml:trace>
  <inkml:trace contextRef="#ctx0" brushRef="#br0" timeOffset="78872.74">8964 6628 419 0,'0'0'750'0,"0"0"-454"0,0 0-24 16,0 0-28-16,0 0 0 16,0 0-16-16,0 0-39 15,-12-47-52-15,12 47-45 0,0 8-30 16,0 13-9-16,12 13 75 15,1 2-24-15,1 2-22 16,1-2 2-16,0-6-30 16,-1-7-21-16,2-7-2 15,-3-7-2-15,2-5-5 16,0-4 3-16,3 0-3 16,6-12 15-16,6-18 4 15,5-14-1-15,7-8-24 16,1-8-12-16,2-1-6 0,-5-1-6 15,-1 1 6 1,0 4-17-16,-3 4-2 0,-1 5-7 16,-7 7-1-16,-4 10 8 15,-9 9 10-15,-3 8 0 16,-6 4 0-16,-2 7-11 16,-4 1 10-16,0 2-17 15,0 2-6-15,0 20-30 16,-18 45-76-16,0-4-468 15,-7 2-456-15</inkml:trace>
  <inkml:trace contextRef="#ctx0" brushRef="#br0" timeOffset="80118.89">8819 10079 62 0,'0'0'1194'0,"0"0"-890"0,0 0-67 0,0 0-10 15,0 0 4-15,0 0-26 0,0 0-52 16,-17-43-53-16,17 43-30 15,0 0-12 1,1 0-17-16,11 6 29 16,7 9 69-16,2 5-25 0,0 6-20 15,3 0-30-15,-6 1-13 0,0-5-1 16,-5-2-17 0,-1-7-17-16,-2-3 13 0,-4-6-11 15,-1-4-3 1,0 0 1-16,7-10 10 0,7-27-4 15,14-30 5 1,5-20 11-16,1-3-37 16,-9 14 1-16,-10 25-2 15,-1 13 0-15,1-6 0 16,0-4-6-16,3 3-8 0,-3 7 14 16,-6 8-1-16,0 2-12 15,-6 10 2-15,-2 5-2 16,-4 6-5-16,-2 7-6 15,0 20-9 1,-51 72-53-16,1-3-444 0,-22 16-717 0</inkml:trace>
  <inkml:trace contextRef="#ctx0" brushRef="#br0" timeOffset="82702.69">20508 6461 776 0,'0'0'233'0,"0"0"13"0,0 0-20 0,0 0-28 0,0 0 40 15,0 0-68-15,-69-68-11 16,45 59-27-16,-1 0-10 16,-6 4-25-16,-2 2-21 15,-6 3-17-15,0 0-11 16,-5 17-11-16,3 3 8 16,-3 7 3-16,7 8 6 15,1 2-9-15,5 9-4 16,6 5-5-16,7 9 3 15,4 5 20-15,10 13-7 16,4 12-2-16,20 10-6 16,6-9 9-16,7-21-28 15,-4-18 20-15,-1-19-1 16,11 6-8-16,6-1 3 0,7 2-6 16,-1-11-5-16,-1-7 4 15,-2-9 7-15,-3-6-8 16,-3-7-1-16,-5 0-3 15,-1-17 0-15,-3-12 0 16,2-9 0-16,-1-10-9 16,-2-18-12-16,-5-21 8 15,-9-15-13-15,-7-3 8 0,-11 4 5 16,-3 9-7-16,-13 24-7 16,0 9 1-1,0 16-1-15,-4 7 0 0,-1-2-1 16,-6-1 1-1,-3 1-14-15,4 9-11 0,2 4 8 16,0 10 16 0,3 2-24-16,-2 8 4 0,4-1 0 15,-5 6-2-15,-2 0-14 0,-6 11-10 16,-5 16 5 0,-3 4-61-16,-22 35-168 15,10-8-329-15,3-8-507 0</inkml:trace>
  <inkml:trace contextRef="#ctx0" brushRef="#br0" timeOffset="86823.38">7143 8383 845 0,'0'0'371'0,"0"0"-20"0,0 0-27 0,0 0-64 0,0 0 9 16,0 0-55-16,0 0-40 16,-14-28-51-1,14 28-63-15,0 4-33 0,12 15-9 16,9 7 25-1,6 4 15-15,1 4 40 0,5-3-23 16,-4-4-14 0,-1-10-13-16,0-4-15 15,-1-8-2-15,3-5-1 16,0 0 0-16,7-20 0 0,3-13 9 16,7-21-12-16,8-19-12 15,9-21-1-15,-11 5-14 16,-13 19-2-16,-13 20 2 15,-9 12-1-15,1 0-14 16,2 2-6-16,0-1 0 0,-8 10 7 16,-4 8-2-1,-2 8-5-15,-4 7-3 0,-3 1 0 16,0 3 1-16,0 0-11 16,-5 2-31-16,-12 9-291 15,-1-1-469-15</inkml:trace>
  <inkml:trace contextRef="#ctx0" brushRef="#br0" timeOffset="87488.01">7151 7194 1134 0,'0'0'314'0,"0"0"9"0,0 0-59 0,0 0-14 0,0 0-85 15,0 0-94-15,0 0-28 16,-10 12-28-16,26 21 18 15,10 6 46 1,3 6-13-16,4-1 14 0,0-6 46 16,1-4-37-1,-2-6-9-15,1-13-10 0,2 0-23 16,2-12-2-16,0-3 8 16,8-11 1-16,-1-18-22 15,16-21-19-15,6-29 17 16,7-23-21-16,-3-8 5 15,-15 16-7-15,-16 26-7 0,-16 26-4 16,-1 6-5 0,1 2 0-16,-1-1 0 0,2-1-9 15,-8 8 1-15,-1 9 10 16,-6 6-14-16,-3 4 12 16,-3 6-14-16,0 3 4 15,-3 0-18-15,0 0-23 16,-26 32-33-16,-5 4-79 15,-3 1-916-15</inkml:trace>
  <inkml:trace contextRef="#ctx0" brushRef="#br0" timeOffset="89367.92">20646 8255 1072 0,'0'0'244'0,"0"0"-89"0,0 0-2 0,0 0 4 0,0 0-3 15,0 0-34-15,-93-54-1 16,72 54-33-16,-6 0 10 15,1 0 23-15,-4 9-54 16,-1 2-4-16,-1 5 14 16,0 0-13-16,-1 6-5 15,2 3-20-15,-1 7 8 16,5 7 7-16,2 1-1 16,3 5-1-16,7 3-3 0,3 2-6 15,7 6-7-15,2-2-2 16,3 4 7-16,3-1-6 15,11-3-9-15,0 2 3 16,7-7 1-16,0-1 2 16,2-6-12-16,0-2 0 15,-1-5-2-15,2-7 17 16,0-5-10-16,-3-8-5 16,1-3-2-16,-1-8-1 15,-3-2-4-15,0-2 4 0,-4 0-6 16,6-13 16-1,-3-10 4-15,3-11-13 0,2-7-2 16,0-9 2 0,-3-3-14-16,0-6 9 0,0 6-11 15,-8 0 0-15,2 4 1 16,-7 2 0-16,-3 3 8 16,-3 4-3-1,0-2 2-15,0 2-7 0,-6 2 7 16,-4-2-7-16,0 0 0 0,-1 1 12 15,-2 1-13 1,-1 0 0-16,-2 5 7 0,1 5-6 16,-1 4-1-1,-2 4 1-15,3 5-1 16,-3 3-8-16,-3 4-27 0,3 6-10 16,-4 2-16-1,-3 0-55-15,3 2-83 0,2 8-100 16,-6 8-42-1,10-2-308-15,3-4-224 0</inkml:trace>
  <inkml:trace contextRef="#ctx0" brushRef="#br0" timeOffset="89500.25">20657 8154 1288 0,'0'0'775'0,"0"0"-568"0,0 0-31 0,0 0-87 0,0 0-20 15,0 0-69 1,0 0-9-16,-118 26-711 0</inkml:trace>
  <inkml:trace contextRef="#ctx0" brushRef="#br0" timeOffset="92470.32">22836 5316 1053 0,'0'0'265'0,"0"0"-90"0,0 0 60 0,0 0-3 15,0 0-22-15,0 0-31 16,0 0-47-16,-8-20-46 16,8 20-5-16,0 0-11 0,0 0-24 15,0 0-19 1,0 8-9-16,12 14 28 0,7 8 86 16,3 4-34-16,3 3-5 15,2 0-19 1,0-6-13-16,2-3 0 0,0-6-13 15,6-6 2 1,-3-5-5-16,7-9-17 0,1-2 41 16,7-19 20-16,17-27 4 15,21-19-33-15,-3-4-12 16,-7 8-11-16,-12 6-19 16,-14 10-9-16,3-6-4 15,3-3-5-15,-9 2 0 16,-1 1-8-16,-8 5-11 15,-3 6 13-15,-3 2-11 16,-9 7 11-16,0 6-3 16,-5 5-12-16,-5 6 2 15,-6 6 17-15,1 2-7 16,-5 2-9-16,-1 4 5 0,-1 0-4 16,0 0-5-16,0 0-34 15,-3 19-25-15,-36 44-105 16,3 1-343-16,-13 3-379 0</inkml:trace>
  <inkml:trace contextRef="#ctx0" brushRef="#br0" timeOffset="93639.01">11487 2870 1041 0,'0'0'226'0,"0"0"-46"0,0 0 105 0,0 0 2 16,0 0-49-1,0 0-91-15,0 0-91 0,-56-47-24 16,56 53-9 0,0 14-2-16,16 12 33 15,6 5 31-15,6 7 13 16,5-2 14-16,5-4-12 0,1-6-19 16,-3-9-6-16,6-7-17 15,-2-10-8-15,5-6-1 16,4-13 3-16,16-29-7 15,15-30-1-15,9-31-19 16,-1-15-2-16,-14-9-16 16,-17 6-1-16,-11 17-6 15,-5 4-23-15,-6 23-16 0,-11 24-18 16,-8 20-22-16,-6 10 7 16,1 6 5-16,-3 3 28 15,-3 2 12-15,-4 8 4 16,-1 4-8-16,0 0-21 15,0 14-29-15,0 28-42 16,-12 43 40-16,-4-5 25 16,6-4-653-16</inkml:trace>
  <inkml:trace contextRef="#ctx0" brushRef="#br0" timeOffset="94688.17">24112 7186 1513 0,'0'0'510'0,"0"0"-235"0,0 0-12 16,0 0-2-16,0 0-4 0,0 0-67 16,22 0-57-1,3 0-26-15,7 0-16 0,7 0-11 16,4 0-16-16,-2 0-17 15,1 0-14-15,-2 0-15 16,-1-6-8-16,-4 3-4 16,-7-4-6-16,-9 3-2 15,-7 0-22-15,-8 1-72 16,-4-6-39-16,-6 1-105 16,-32-7-263-16,-3 2-167 15,3-1-770-15</inkml:trace>
  <inkml:trace contextRef="#ctx0" brushRef="#br0" timeOffset="95089.51">24137 7010 1769 0,'0'0'386'0,"0"0"-83"15,0 0-50-15,0 0-3 0,0 0-11 16,0 0-82-1,0 0-59-15,-8-11-34 0,5 15-20 16,-3 13-10 0,-2 8-1-16,-3 12 23 0,-5 8 2 15,-4 6-16-15,2 0-18 16,-1 5-6-16,5-6 6 16,5-7 2-1,4-6 10-15,5-7-11 0,0-6-5 16,14-6-4-16,4-5 2 15,7-5 8-15,3-3-4 16,7-5 5-16,9 0 1 16,0-7-28-16,4-9 0 0,-3 3 0 15,-3-1 0 1,-6 2 0-16,-11 8-65 16,-7 4-104-16,-10 6-73 15,-7 12-291-15,-1 10-258 0</inkml:trace>
  <inkml:trace contextRef="#ctx0" brushRef="#br0" timeOffset="95872.93">23944 9035 43 0,'0'0'1086'0,"0"0"-764"0,0 0 9 0,0 0-36 15,0 0 2-15,0 0-77 0,0 0-48 16,4 0-16-16,8 0-17 16,8 0-7-16,10 3-1 15,9-1-46-15,2-2-33 16,7 0-19-16,-5 0-13 16,0-5-19-16,-4 0 11 15,-6-3-10-15,-11 2-2 16,-8 0-12-16,-8 2-75 15,-6-4-111-15,-12-4-155 0,-9 2-290 16,-7-2-495-16</inkml:trace>
  <inkml:trace contextRef="#ctx0" brushRef="#br0" timeOffset="96255.91">23981 8797 1583 0,'0'0'388'0,"0"0"-134"16,0 0-36-16,0 0-31 15,0 0 16-15,0 0-85 16,0 0-30-16,-37 52 33 16,19-25-14-16,1 7-21 15,-3-2-21-15,1 0-16 16,5 0-14-1,0-3-4-15,5-2-7 0,7-1-7 16,2-8-11 0,0-2 6-16,7-1-12 0,13-7 12 15,6-2 0-15,5-6-1 16,3 0-1-16,7 0-2 16,-3-9-7-16,4-5 5 15,-4 3-5-15,-5-3-1 16,-5 3-1-16,-6 4-26 0,-9 1-42 15,-7 0-80 1,-6 2-120-16,-2 3-296 0,-10-2-640 16</inkml:trace>
  <inkml:trace contextRef="#ctx0" brushRef="#br0" timeOffset="96470.55">24556 9165 412 0,'0'0'2093'0,"0"0"-1787"15,0 0-42-15,0 0-46 16,0 0-61-16,0 0-88 16,0 0-46-16,0 0-23 15,-2 0-16-15,-20 4-130 16,-2-1-330-16,-6-1-439 0</inkml:trace>
  <inkml:trace contextRef="#ctx0" brushRef="#br0" timeOffset="102088.35">9706 10816 614 0,'0'0'131'0,"0"0"15"0,0 0-30 0,0 0 28 0,0 0 26 16,0 0-31-16,-41-22 15 16,36 20 49-1,0-3-37-15,1 4-9 0,4-1 5 16,-2-2-54-16,2 3-54 0,0 1-23 16,0 0-9-1,0 0-5-15,0 0-5 0,0-3-1 16,0 3 1-1,0 0-11-15,0 0-1 0,2 0 7 16,11 0 8 0,1 0 2-16,5 0 3 0,7 0 10 15,4 0-1-15,2 0-7 16,7 0-3 0,-3 0 11-16,-2 0-5 15,1 0 1-15,-2 0 1 0,-7 0-5 16,1 0-2-16,-6 0-3 15,1 0-5-15,-4 0 2 16,-1 0-2-16,3 0-6 16,-2 0 9-16,1 0 12 15,2 0-3-15,1 0-6 16,-1 0 5-16,2 0-3 16,-3 0-8-16,2 0-11 0,1 0 13 15,-2 0-5 1,0 0-2-16,-1 0-6 15,1 0 7-15,0 0-7 16,-3 0 0-16,1 0-1 0,-2 0 8 16,-2 0-7-16,-2 0-1 15,0 0 1-15,-4 0 7 16,-2 0-7-16,-1 0 6 16,-1 0-6-16,-3 0-1 15,0 0 10-15,-1 0-9 16,1 0-1-16,-2 0 6 15,0 0-6-15,0 0 0 16,0 0 0-16,0 0 0 16,0 0 0-16,0 0 0 15,0 0 6-15,0 0-6 0,0 0-1 16,0 0 0 0,0 0-1-16,0 0-16 0,0 0-12 15,0 18-25 1,-5 4-141-16,-8 1-544 0</inkml:trace>
  <inkml:trace contextRef="#ctx0" brushRef="#br0" timeOffset="104638.77">10421 10701 579 0,'0'0'220'0,"0"0"7"0,0 0-64 0,0 0-22 15,0 0-15-15,0 0-23 16,3 0-11-16,-3 0-15 16,1 0 5-16,-1 0 4 15,0 0-1-15,0 0-19 16,1 0-22-16,-1 0 5 16,0 0-9-16,0 0-8 0,0 0-10 15,0 0-9 1,0 0-7-16,0 0-6 0,0 0-5 15,0 0-48-15,0 3-106 16,0 1-176-16,0 5-350 0</inkml:trace>
  <inkml:trace contextRef="#ctx0" brushRef="#br0" timeOffset="106871.73">13290 10730 564 0,'0'0'247'0,"0"0"-62"0,0 0 31 0,0 0-26 0,0 0-25 0,0 0-31 16,-12-19-1 0,10 16 26-16,0-1-11 15,1 3-12-15,-1-2 1 0,0 0-6 16,-2 3-52-16,4-4-40 15,-2 4-11 1,2-2-9-16,0 1-2 16,0 1-5-16,0 0-5 0,0 0 2 15,-3 0-1-15,3 0-7 16,0 0 5-16,0 0-4 0,0 0 5 16,0 0 0-1,0 0-5-15,0 0 14 0,0 0-1 16,8 0-1-1,7 0-4-15,3 0 8 16,10 0 3-16,1 0-3 16,3 0-5-16,1 0 4 15,-2-3 8-15,2 1 19 16,-3-3 6-16,5 3 0 16,-3-3-20-16,5 1-6 0,-5-2-6 15,-2 2-3-15,-3 0-3 16,-7 2 1-16,-6-3-2 15,1 4-5-15,-6-2 0 16,-4 3-5-16,-2 0 6 16,0-1-6-16,-3 1 0 15,2 0 0-15,-2-2 0 16,0 2 0-16,0 0 0 16,0 0-1-16,0 0-10 15,0 0-8-15,5 0-51 16,15 2-138-16,1 8-550 15,1-4-1246-15</inkml:trace>
  <inkml:trace contextRef="#ctx0" brushRef="#br0" timeOffset="107888.25">14486 10837 721 0,'0'0'270'0,"0"0"-67"0,0 0-18 0,0 0 1 15,0 0-11-15,0 0 5 16,0 0 2-16,-37-5-24 15,35 2 27-15,-3 3-29 16,4 0-25-16,-2-2-11 16,3 2 5-16,0 0-11 15,-1 0-30-15,1 0-18 0,0 0-15 16,0 0-11-16,0 0-9 16,0 0-13-1,0 0-3-15,0 0-1 16,5 0-4-16,12 0 7 0,-1 0 1 15,8 5 9 1,5 2 0-16,1-4-6 0,5 4-5 16,5-4-1-1,2-1-4-15,-1 0 4 0,4-2 9 16,-1 0 7-16,2 0-7 16,-2 0-1-16,-3 0-8 15,1 0-9-15,-4-2-6 0,-2 0-1 16,1 1 1-1,-1 1 17-15,1-1 3 0,2-3-10 16,1 2 8 0,-2-2-10-16,4 1 2 0,-3-2 1 15,-1 0 1-15,-3 0 1 16,-4 0-2 0,-4 4 5-16,0-3-10 15,-3 2 2-15,-2 1 4 0,0-2 3 16,-3 1-2-16,2-2 2 15,-3 1-1-15,-3 0-4 16,1 1 1-16,-5-3-10 16,-3 4 19-16,-1-1-19 15,-5 2 16-15,1 0-16 0,0-2 12 16,-1 2-3 0,-2 0-9-16,1-2 5 15,-1 2-5-15,0 0-1 0,0 0 6 16,0 0-6-1,0 0-1-15,0 0-13 0,0 0-7 16,-6 0-27 0,-38 7-60-16,1 10-192 0,-11 1-608 0</inkml:trace>
  <inkml:trace contextRef="#ctx0" brushRef="#br0" timeOffset="115521.72">18843 11135 1063 0,'0'0'165'0,"0"0"-92"0,0 0 56 0,0 0 26 15,0 0 36-15,-16-12-31 16,16 12-36-16,0 0 3 16,0 0-9-16,0 0 1 15,0 0-35-15,0 0-36 16,0 7-23-16,10 10 35 0,4 5 64 16,1 2-51-1,2-3-27-15,1-5 9 0,3-7-22 16,0-8 8-16,6-1 33 15,7-15 27-15,0-16-7 16,4-10-18 0,3-5-17-16,-5-4-13 0,-2 1-7 15,-2 9-3-15,-9 1-18 16,-1 6-1-16,-1 3-8 16,-6 3 4-16,-3 2-13 15,0 5 0-15,-3 1 0 16,-3 2 1-16,0 5-1 0,-3 3-1 15,1 2-30 1,-3 7-73-16,-1 16-135 0,-11 7-277 16,-10 8-316-16</inkml:trace>
  <inkml:trace contextRef="#ctx0" brushRef="#br0" timeOffset="117422.13">10601 12837 1068 0,'0'0'253'0,"0"0"-102"15,0 0-80-15,0 0-21 0,0 0-34 16,-94 56-2-16,57-2 1 15,0 25 12 1,2 28 59-16,12 7 68 0,10-4-12 16,12-12-40-1,1-13 29-15,6 0 11 0,10 6-26 16,0-1-46-16,5-2-4 16,-1-7 17-16,0-2-43 15,-3-3-20-15,-3 7-13 0,-9-5-5 16,-5 3 10-1,-1-13-6-15,-11-14-5 0,2-14 0 16,-3-10 1 0,-1-3-2-16,3-4 0 0,-3-5 0 15,6-11 31-15,0-7 27 16,-3 0-6 0,3-13-22-16,0-5-28 0,0 1 7 0,5 2-9 15,3 7-7 1,0 2 6-16,0 6-7 0,4 0 7 15,13 6 0 1,4 17 0-16,8 23 0 0,8 32 1 16,3 34 0-16,-3 13 6 15,-9 6 19 1,-9-9 9-16,-6-8-1 16,-5 5 20-16,0 6-1 15,-5 3-14-15,-3 2 2 0,0 3-19 16,0-5 13-1,0 3-23-15,0-1 11 0,0 1 1 16,0-1-11 0,3-5 9-16,0-2-8 15,0-2 8-15,1-7-12 0,0-7-8 16,4-13 1-16,-1-19 19 16,-1-19-5-16,2-10 4 15,-1-2-2-15,0 6-6 16,4 8 1-16,0 5-5 15,-2 1 1-15,-1-4 1 16,1-1-10-16,-2-4-1 16,-2-6 1-16,0-9 0 0,-4-12 1 15,0-7 1 1,0-10 4-16,1-1-6 0,-2-10 1 16,4 0 1-16,-1 0 10 15,0-10-11-15,5-6 5 16,-1-4-6-16,3-4 0 15,0 2 0-15,0-5-14 16,2 0-25-16,-3 2-28 16,1-2-68-16,-5-16-169 0,-1 6-172 15,-4 4-360-15</inkml:trace>
  <inkml:trace contextRef="#ctx0" brushRef="#br0" timeOffset="117619.21">10825 17762 2850 0,'0'0'502'0,"0"0"-436"0,0 0-27 0,0 0-28 0,0 0-2 16,0 0-9-1,0 0-73-15,-46-45-305 16,37 42-417-16</inkml:trace>
  <inkml:trace contextRef="#ctx0" brushRef="#br0" timeOffset="121672.5">11157 13782 394 0,'0'0'367'0,"0"0"-116"0,0 0 5 0,0 0-54 16,0 0-3-1,2-78 3-15,-2 65-27 0,0 2-30 16,-8 1-17 0,-2 6-25-16,-3 2-42 0,-5 2-26 15,-2 1-20-15,-6 16-9 16,-3 8-5-16,-1 12-1 15,0 10 1-15,6 3 5 16,10 4 5-16,7-1 34 16,7-3 7-16,5-4-9 15,18-4-7-15,3-2-4 0,3-2-13 16,-1-4-7 0,-4 1-11-16,-2 0 0 15,-5-2 5-15,-9 1-5 16,-5 3 1-16,-3 1-1 0,0 2 7 15,-11-3-7 1,-6-2-1-16,-2 0 1 0,-3-6-1 16,-1-9 1-1,1-3-1-15,1-8 0 0,3-5 0 16,3-4 1-16,3 0 0 0,3-4 7 16,3-5-1-1,3 4 5-15,3 1 0 16,0 2 5-16,0 2-16 15,13 0-1-15,5 10 1 16,8 11 0-16,1 11 6 16,-1 13 20-16,1 19 63 0,-6 19 7 15,-6-6-2 1,-4-3-23-16,-8-10-8 0,-3-3 5 16,0 1-5-16,0 12-2 15,-3-6-19-15,-2-9-5 16,0 5-4-16,4-7 7 15,0-5-4-15,1-9-7 16,0-8-9-16,0-7-4 16,5-4-5-16,3-8-2 15,-1-4-2-15,1-2 1 16,1-3 1-16,1-5 1 0,0-2-2 16,2 0 6-1,0 0 0-15,3-1-6 0,-3-7 1 16,1-2-8-1,-4 4-1-15,-2 0 1 16,-1 2-2-16,-1 2 0 16,-2 2-14-16,-3-2-29 0,0 0-49 15,0-2-37-15,-15-13-136 16,0 0-354-16,-7-5-380 0</inkml:trace>
  <inkml:trace contextRef="#ctx0" brushRef="#br0" timeOffset="124053.59">15646 13257 1235 0,'0'0'379'0,"0"0"-36"16,0 0-83-16,0 0 15 16,0 0-7-16,0 0-61 0,0 0-39 15,67-32-21-15,-25 17-19 16,7 0-45 0,5-2-23-16,1-3-32 0,0 2 2 15,-3-2-4-15,-3 3-11 16,-7 0-14-16,-5 3-1 15,-6 3 1-15,-7 1-1 16,-6 2 0-16,-4 4-13 16,-7 1-28-16,-3 3-34 0,-4 0-69 15,0 0-142 1,-25 10-187-16,3 2-69 0,-8 3-481 0</inkml:trace>
  <inkml:trace contextRef="#ctx0" brushRef="#br0" timeOffset="124389.22">15764 13389 1465 0,'0'0'405'15,"0"0"-51"-15,0 0-89 16,0 0-15-16,0 0 28 15,0 0-46-15,0 0-40 16,46 2-56-16,-13-7-50 16,1-7-20-16,7-1-26 0,0-5-8 15,0-2-23-15,1 1-2 16,-3-2 10 0,3-3-1-16,1 2-14 15,-3 3 4-15,-3-2-5 0,-5 4-1 16,-7 2 0-16,-8 5-6 15,-7 5-18-15,-10 5-12 16,-15 8-99-16,-16 12-351 16,-15 3-783-16</inkml:trace>
  <inkml:trace contextRef="#ctx0" brushRef="#br0" timeOffset="127854.19">14222 13202 330 0,'0'0'1075'0,"0"0"-841"0,0 0-20 0,0 0-35 15,0 0 17-15,0 0-20 0,-1 3-53 16,1-3-25 0,1 0 1-16,12 0 26 15,4 0-8-15,6 0-7 16,4 0-18-16,5-1-16 0,3-6-11 15,-2 0-4 1,3-3-7-16,-3 0-18 16,-3 0-20-16,-5 2 4 15,-3 0-10-15,-4 1-2 16,-6 3-7-16,-1 1-1 16,-7 1 0-16,1 2-56 0,2 0-70 15,5 0-125-15,30 0-48 16,-4 0-272-16,7 0-429 0</inkml:trace>
  <inkml:trace contextRef="#ctx0" brushRef="#br0" timeOffset="134258.29">11919 14233 1726 0,'0'0'358'0,"0"0"-105"0,0 0-17 0,0 0-19 0,0 0-61 15,0 0-65-15,0 0-9 16,0 0-1-16,10 0-18 15,10 0 7-15,8-1 11 16,7-5-27-16,3 1-15 16,0-1-12-16,1 0-3 0,-3 1-6 15,-3-1-6 1,-1 1-12-16,-3-1 8 0,-6 1-8 16,0-1 2-16,-5-1-1 0,-3 4-1 15,-5 1-1 1,-1-3-24-16,-6 5-49 0,0 0-59 15,-2 0-98 1,-1 0-110-16,0 0-194 0,0 0-143 16</inkml:trace>
  <inkml:trace contextRef="#ctx0" brushRef="#br0" timeOffset="134688.2">11998 14393 1386 0,'0'0'344'15,"0"0"-72"-15,0 0 33 16,0 0 48-1,0 0-211-15,0 0 3 16,0 0-11-16,11 0-3 16,6 0-6-16,10 0-18 15,3-4-31-15,3-4-20 16,3-1-8-16,-3-2-3 16,0 0-8-16,-3-2-17 15,-2 1-4-15,-2 2 1 0,-3-2-16 16,-5 4 12-16,-5 0-11 15,-5 6-1-15,0-2 1 16,-5 2-1-16,-3 2-1 16,1 0 0-16,-1 0-39 15,0 0-44-15,0 0-55 16,-9 0-145-16,-6 2-270 16,-3 3-589-16</inkml:trace>
  <inkml:trace contextRef="#ctx0" brushRef="#br0" timeOffset="137671.56">12358 15766 1503 0,'0'0'524'0,"0"0"-294"0,0 0-21 0,0 0-8 15,0 0 11-15,0 0-39 0,-1-12-53 16,5 6-66-1,13-5-25-15,3-2 2 16,9-4-8-16,2 0-13 16,1-1-10-16,2 1-1 0,-3 2-83 15,-1 2-109-15,6 4-110 16,-14 2-246-16,-3 3-140 0</inkml:trace>
  <inkml:trace contextRef="#ctx0" brushRef="#br0" timeOffset="137872.38">12486 15936 1685 0,'0'0'302'16,"0"0"-147"-16,0 0-94 15,81-72-8-15,-2 12-18 0,-7 8-35 16,-7 4-306-16</inkml:trace>
  <inkml:trace contextRef="#ctx0" brushRef="#br0" timeOffset="142654.43">17300 13764 328 0,'0'0'108'0,"0"0"-96"16,0 0 47-16,0 0 48 16,0 0 33-16,0 0-6 15,-71-1-15-15,68 1 27 16,0 0 22-16,1 0-8 0,1 0-19 15,1 0 29 1,0 0-3-16,0 5 18 0,8 0 62 16,6 3-39-16,11-1-5 15,4-2-19-15,11-2-21 16,3-3-45 0,6 0-33-16,8-3-17 15,-1-8-31-15,-2-2-5 16,-2-1-13-16,-11 2-8 15,-6 1-10-15,-10 2 6 16,-10 3-7-16,-10 3-6 0,0 1-62 16,-5 2-62-16,-22 0-175 15,-6 0-311-15,-9 0-274 0</inkml:trace>
  <inkml:trace contextRef="#ctx0" brushRef="#br0" timeOffset="143170.07">17292 13607 1458 0,'0'0'370'0,"0"0"-262"0,0 0 49 0,0 0 127 15,0 0-70-15,0 0-31 16,0 0-41-16,0-67-54 16,0 67-3-16,-1 0-17 0,-6 0-35 15,-8 15-24 1,-4 8-2-16,-10 13 2 16,-5 9 11-16,0 5-7 0,1 5 10 15,5-4-4-15,6-5 5 16,3-9 7-16,11-2-13 15,3-7-1-15,5-4-2 16,0-1 9-16,17-1 10 16,5 0 1-16,6-2 17 0,13-2 7 15,0-1-2 1,6-6-5-16,-1-3-10 16,2-8 5-16,0 0-11 15,-3 0-18-15,-6-2 1 0,-6-6-17 16,-7 0 9-1,-7 6-10-15,-9-4 5 16,-4 6-6-16,-6 0-27 16,0 0-78-16,-13 4-64 15,-9 10-352-15,-8 2-412 0</inkml:trace>
  <inkml:trace contextRef="#ctx0" brushRef="#br0" timeOffset="144488.24">17383 15118 1375 0,'0'0'545'0,"0"0"-277"0,0 0 0 0,0 0-13 16,0 0 3-16,0 0-56 15,0 0-74-15,38 0-27 16,-4-5-6-16,1 0-25 16,12-2-19-16,-3 0-6 15,-1-3-12-15,-2 0-10 0,-5 2-11 16,-6 1-6 0,-7 0-5-16,-9 3 1 15,-2 2-2-15,-10 1-29 16,-2 1-52-16,0 0-67 15,-19 0-135-15,-5 0-383 16,-7 0-419-16</inkml:trace>
  <inkml:trace contextRef="#ctx0" brushRef="#br0" timeOffset="144988.03">17333 14939 1504 0,'0'0'356'16,"0"0"-5"-16,0 0-108 16,0 0-24-1,18-74-36-15,-15 61-57 0,-2 8-19 16,0 1 0-16,-1 4-29 15,0 0-33-15,0 4-17 16,-5 14-18-16,-5 13 4 16,-8 11 20-16,-3 8 10 15,-1 6-7-15,-2 0-7 16,2-4-1-16,2-2-4 16,7-5-1-16,4-5-1 15,6-8-8-15,3-4 1 16,3-6 11-16,16-3 8 15,6-6 16-15,8-3 10 0,11-8 4 16,1-2-8 0,8 0-11-16,4-11-11 0,-2-3-17 15,-1-3 1-15,-5 1-7 16,-7 2-6-16,-14 2-5 16,-7 3 0-16,-5 5-1 15,-10 0-9-15,-4 4-58 16,-2 0-61-16,-27 14-80 0,-6 4-341 15,-10 6-558-15</inkml:trace>
  <inkml:trace contextRef="#ctx0" brushRef="#br0" timeOffset="147617.93">15279 16074 786 0,'0'0'836'0,"0"0"-474"0,0 0 5 0,0 0-88 0,0 0-43 16,0 0-67-1,0 0-75-15,-21-19-53 0,24 46-14 16,5 6 40 0,2 4-14-16,2 3-18 0,-2-2-15 15,-1 1-14-15,-5-3-5 16,-3 1-1 0,-1-3 0-16,0-2-16 0,-1-5-57 15,-7-4-59-15,-2-8-56 16,-1-7 10-16,-5-6-8 15,0-2-40-15,-3-4-9 16,-1-10 34 0,0-3 54-16,2 1 90 0,0 0 57 15,3 8 68-15,7 2 87 16,2 2 51-16,5 2-1 16,1 2-53-16,0 0-54 15,0 0-34-15,10 8 25 16,8 4 34-16,6 5-8 15,2 1-24-15,2-3-11 16,-1 0-20-16,0-3-20 16,-2 0-16-16,-5-3-13 0,1-1-10 15,-2-5 1-15,-6-3-1 16,1 0-1-16,-4 0-1 16,2-11-19-16,-6-10-23 15,1-2-32-15,0-5-9 16,-6-2 12-16,1 6 39 0,-2 4 18 15,0 7 14 1,0 6 1-16,0 5 5 0,0 2-5 16,-8 2 0-1,2 15-1-15,-7 8 1 0,1 7 1 16,-2 4-1 0,2 1 2-16,0 2-2 0,-2-1 0 15,6-3 0-15,0 2-9 16,-2 2-161-16,3-9-217 15,0-10-548-15</inkml:trace>
  <inkml:trace contextRef="#ctx0" brushRef="#br0" timeOffset="147768.15">15608 16443 1719 0,'0'0'215'0,"0"0"-189"0,-99 61-26 16,42-36-534-16</inkml:trace>
  <inkml:trace contextRef="#ctx0" brushRef="#br0" timeOffset="151172.22">19932 11626 1153 0,'0'0'389'0,"0"0"97"0,0 0-234 0,0 0-27 16,0 0-7-16,0 0-53 15,0-6-64-15,0 26-39 0,0 9 25 16,0 13 15 0,0 3-16-16,0 3-13 0,0-1-25 15,0-1-18-15,4-4-14 16,2-4-8-16,3-4-7 15,-3-4 0 1,-2-6 1-16,-2-6-2 0,-2-4-1 16,0-6-36-1,0-1-31-15,-6-5-12 0,-9-2-15 16,-1 0-31-16,-7-13-1 0,-1-9 32 16,0-5 32-1,2-4 39-15,0 0 17 16,4 3 7-16,6 5 27 15,4 7 53-15,3 7 33 0,3 5 17 16,2 4-37 0,0 0-45-16,0 4-26 0,12 14 4 15,4 7 38-15,6 3 3 16,4 6-19-16,-3-2-9 16,4-4-10-16,-4-3-11 15,2-4-11-15,-4-4-6 16,0-5 0-16,0-2 0 15,-4-6-1-15,-2-4-1 16,-1 0-26-16,1-4-14 16,-3-12-22-16,-2-6 2 0,0-1 4 15,-1 0 20 1,-6 1 17-16,-3 8 13 16,0 2 6-16,0 9 0 15,-8 3 0-15,-3 0-5 0,-4 5-2 16,0 13 8-1,-5 6 6-15,2 3-5 16,2 1 0-16,-1 1 0 0,7-3 1 16,-2-2-2-16,4-3-1 15,3-4-131-15,-3 0-152 16,4-7-283-16,-1-5-482 0</inkml:trace>
  <inkml:trace contextRef="#ctx0" brushRef="#br0" timeOffset="151388.26">20164 12042 1991 0,'0'0'626'0,"0"0"-300"0,0 0-109 0,0 0-76 0,0 0-46 16,0 0-56-16,0 0-34 15,0 2-5-15,0 11-83 16,0-2-276-16,-1 1-498 0</inkml:trace>
  <inkml:trace contextRef="#ctx0" brushRef="#br0" timeOffset="153837.93">20011 16298 905 0,'0'0'565'0,"0"0"-294"0,0 0-21 0,0 0 19 16,-12-78 7 0,9 65-60-16,3 5-58 0,-2 4-5 15,2 3-60-15,0 1-33 16,0 0-26-16,0 12-28 16,0 11 0-1,6 4 3-15,5 10-1 0,-2 0-7 16,-2-2 0-16,-1-4 1 15,-3 1-2-15,-2-5-1 16,-1-3-68-16,0-6-39 16,-1-4-13-16,-8-3 15 15,-3-8 28-15,-3-3 17 16,-3 0 5-16,-1-14 14 16,-2 0 27-16,5-3 15 15,2 3 0-15,2 3 21 16,7 4 15-16,2 2 34 15,1 4 0-15,2 1-19 0,0 0-11 16,2 0-10-16,14 3-5 16,2 11 25-16,10 0-10 15,0 2-16-15,2-3-14 16,0-1 2-16,1-4-10 16,-4-3-1-16,-2-5-1 15,-3 0-30-15,-5-2-34 16,-5-12-2-16,2-4-4 0,-9-5 1 15,1-4 18 1,-6 0 24-16,0 4 13 0,0 2 14 16,0 9 1-1,-10 7 23-15,-1 5 9 0,-3 7-21 16,-4 17 1-16,-4 15-4 16,-5 19-1-16,-10 24-8 15,-16 22-10-15,10-13-216 16,-2-18-735-16</inkml:trace>
  <inkml:trace contextRef="#ctx0" brushRef="#br0" timeOffset="155498.22">23514 11864 945 0,'0'0'319'0,"0"0"-86"0,0 0 29 0,0 0-7 0,-27-91-26 16,18 66-4-16,0 0-80 16,-1 3-7-16,2 5-2 15,2 4-15-15,5 7-19 16,-2 6-39-16,3 4-32 0,0 18-17 16,0 11-5-1,0 13 6-15,1 6 7 16,2 5-10-16,3-3-3 15,1-2-7-15,-5-8-1 0,6-5 0 16,-5-10-1 0,-1-8-8-16,-2-7-34 0,0-6-18 15,0-7 12-15,0-1 30 16,-2-2 5-16,-11-15-87 16,-3-5 29-1,-2-5 34-15,0-1 24 0,3 2 11 16,2 2 2-16,4 9 0 0,4 7 13 15,3 5 3 1,2 3-10-16,0 1-5 16,2 14-1-16,12 7 12 15,2 2 11-15,7 3 2 16,1-3-7-16,3-3-3 0,-1-3-6 16,1-5-8-1,0-6 7-15,-2-4-8 0,1-3 2 16,-5 0 5-16,-1-13-5 15,-1-6-2-15,-6 0-1 16,1-3 0-16,-8 0 1 16,-1 2 0-16,-5 3 1 15,0 8 8-15,0 3 3 0,0 6 0 16,-7 0-6 0,-8 7-5-16,-2 13 0 15,-4 8 0-15,-4 5-1 16,1 3 0-16,-1-1-1 15,0 2-8-15,4 0-27 16,-6 11-96-16,6-8-166 16,1-7-398-16</inkml:trace>
  <inkml:trace contextRef="#ctx0" brushRef="#br0" timeOffset="159054.5">23218 16483 814 0,'0'0'366'0,"0"0"-102"0,0 0-15 0,0 0-29 16,0 0-48-1,0 0-56-15,0 0-37 0,7 4 57 16,11 8-4 0,3 3-46-16,2 0-38 0,2 0-14 15,2-3-14-15,-1-1-19 0,-1-5 8 16,-3-2-9-1,-2-4-11-15,-4 0-39 0,-1-4-65 16,-3-8-95 0,-2-7-42-16,-1-1-54 0,-6-3 8 15,0 3-27-15,-3 1 71 16,0 2 144-16,0 7 110 16,0 2 52-16,-3 5 153 15,0 3 31-15,-1 0-79 16,-2 3-49-16,-5 8-28 15,3 8 19-15,-6 5 5 16,4 2-43-16,-4 3-34 16,4-2-19-1,-1 1-8-15,1-1-118 0,6-9-267 16,1-5-461-16</inkml:trace>
  <inkml:trace contextRef="#ctx0" brushRef="#br0" timeOffset="159200.28">23578 16495 1366 0,'0'0'183'0,"0"0"-170"0,0 0-13 0,0 0-667 0</inkml:trace>
  <inkml:trace contextRef="#ctx0" brushRef="#br0" timeOffset="169318.21">17168 16440 368 0,'0'0'910'0,"0"0"-649"0,0 0-1 0,0 0 0 16,0 0-9-16,-15-2-46 16,15 0-55-16,0 1-26 15,0-1-17-15,0 0-5 16,4-4-12-16,14-4-21 16,8-3-11-16,7-3-5 0,2-4-10 15,11-3-4 1,-1 0-11-16,1-1-8 0,4 1-7 15,-6 1-11 1,-3 0-1-16,-5 4 5 0,-6 2-6 16,-5 2-1-1,-5 3-11-15,-7 3-36 0,-6 5-62 16,-5 3-93-16,-2 0-125 16,-9 10-225-16,-5 0-358 0</inkml:trace>
  <inkml:trace contextRef="#ctx0" brushRef="#br0" timeOffset="169889.62">17154 16165 882 0,'0'0'318'0,"0"0"-86"0,0 0 11 0,0 0 9 0,0 0-18 0,-18-79-9 16,17 74-47-1,-2 3-33-15,3 2-35 16,0 0-48-16,-2 18-34 16,2 10 9-16,-2 9 77 15,-3 8-11-15,-4 4-20 0,-4 1-25 16,2 2-4 0,-2-4-8-16,1-2-8 0,-2-7-11 15,6-3-5-15,-1-7 1 16,7-4-1-16,-1-5 4 15,3-2-10-15,0-3 2 16,0-5 6-16,0-3 6 16,5-2 5-16,6-2 20 15,4-3 1-15,3 0 1 0,8 0-2 16,2-6-13 0,6-6-13-16,2-2-11 0,3-2-8 15,0 1-9-15,0-2 0 16,-2 3-1-16,-7 0 0 15,-1 0-11-15,-11 9-40 16,-4 2-61-16,-12 11-80 16,-2 16-189-16,-8-1-465 0</inkml:trace>
  <inkml:trace contextRef="#ctx0" brushRef="#br0" timeOffset="172804.15">5044 13316 1450 0,'0'0'294'0,"0"0"-70"0,0 0 43 0,0 0-76 16,0 0-59 0,0 0-20-16,5 0-48 0,16 20 45 15,2 7 39-15,7 1-57 16,-2 0-4-16,-1-2-18 15,0-5-7-15,-2-5-10 16,2-8 2-16,3-5 9 16,1-3 9-16,2-10-6 0,4-15-15 15,4-12-8 1,6-10-17-16,5-20-20 16,8-17-6-16,4-16 0 0,-9 6-8 15,-10 20-11-15,-12 25-19 16,-10 15 7-1,0-1 11-15,6 1-5 0,-4 1-2 16,-6 9 9-16,-5 10-5 16,-9 7-2-16,-2 7-8 15,-3 11-17-15,-11 49-23 16,-8-4-276-16,-3 3-397 0</inkml:trace>
  <inkml:trace contextRef="#ctx0" brushRef="#br0" timeOffset="175388.26">2663 13085 1142 0,'0'0'339'0,"0"0"-39"0,0 0-32 16,0 0-23-16,-82-53-21 15,49 53-74-15,-3 0-29 16,-6 21-31-16,-1 6 17 0,1 8-13 16,3 3-32-1,8 1-7-15,11-2-16 0,6-2-21 16,3-5-7-16,11-5-10 16,0-5 0-16,14-8 1 15,2-6-1-15,6-6 5 16,1-3-4-16,1-17 5 15,-3-9-1-15,3-7-4 16,-6-4-1-16,-6-2 1 16,1-1-1-16,-7 7 7 15,-2 6-7-15,-1 9 11 0,-1 10 21 16,-2 11-2 0,4 0-14-16,4 15-17 0,2 16 1 15,13 27 11 1,-4 0 26-16,2 6-1 0,0 1 2 15,-5-13-4 1,1 4-8-16,-5-11-11 0,-4-10-8 16,-2-10-7-1,-4-9 0-15,4-8 1 0,-6-6 4 16,0-2 1-16,0-1 8 16,0-16 14-16,-3-11-23 15,-5-9-6-15,2-10-8 0,2-5-19 16,4 1-30-1,0 9-22-15,0 10-32 0,7 11-97 16,10 17-159 0,-2 4-187-16,-3 0-180 0</inkml:trace>
  <inkml:trace contextRef="#ctx0" brushRef="#br0" timeOffset="175570.15">2824 13287 1692 0,'0'0'526'0,"0"0"-234"0,0 0-130 0,0 0-72 0,0 0-40 0,0 0-50 16,0 0-112-16,0 4-476 15</inkml:trace>
  <inkml:trace contextRef="#ctx0" brushRef="#br0" timeOffset="176821.15">2934 14605 1293 0,'0'0'382'0,"0"0"-32"0,0 0-76 0,0 0-52 0,0 0-16 16,0 0-55-16,0 0-54 15,14-4-17-15,7-6 6 16,7 0-26-16,2-3-23 15,0-1-13-15,4-1-13 16,-3-2-5-16,-6 2-6 16,3 2-5-16,-6 3-54 15,-7 2-86-15,-7 4-102 16,-4 4-54-16,-4 0-225 0,0 0-186 0</inkml:trace>
  <inkml:trace contextRef="#ctx0" brushRef="#br0" timeOffset="177038.03">2947 14747 1318 0,'0'0'280'0,"0"0"-46"16,0 0-60-1,0 0 82-15,0 0 1 16,0 0-92-16,0 0-61 15,98-29-42-15,-64 12-25 0,2-1-25 16,-4 3-12-16,8 0-60 16,-3 3-159-16,-14 7-455 0</inkml:trace>
  <inkml:trace contextRef="#ctx0" brushRef="#br0" timeOffset="178368.12">4667 14605 444 0,'0'0'304'0,"0"0"24"0,0 0-3 0,0 0-49 0,0 0-22 15,0 0-51-15,0 0-21 16,-15-6-16-16,15 1-38 16,0-3-9-16,10 0-18 15,4-2-23-15,5-1-21 16,2-2-15-16,6 1-18 16,1-1-7-16,0 1-8 0,0 1-8 15,-1 4-1 1,-4 2-25-16,-3 1-98 0,-5 4-111 15,-3 0-247-15,-6 2-145 16,-6 5-807-16</inkml:trace>
  <inkml:trace contextRef="#ctx0" brushRef="#br0" timeOffset="178548.02">4659 14751 1538 0,'0'0'324'16,"0"0"-107"-16,0 0-92 0,0 0 56 16,0 0-58-16,0 0-83 0,101-44-40 15,-36 24-22 1,-10 6-214-16,-5 2-464 0</inkml:trace>
  <inkml:trace contextRef="#ctx0" brushRef="#br0" timeOffset="179138.05">6170 14574 1298 0,'0'0'497'0,"0"0"-159"0,0 0-8 0,0 0-63 16,0 0-7-1,0 0-66-15,0 0-72 0,-13 0-34 16,15 0-24-16,16-2-22 16,4-4-22-16,0-3 1 15,10-1-14-15,-2 0-7 16,0 2-8-16,-5-1-15 15,-4 3-91-15,-8 4-131 16,-6 2-131-16,-7 0-266 16,0 0-333-16</inkml:trace>
  <inkml:trace contextRef="#ctx0" brushRef="#br0" timeOffset="179338.22">5994 14886 1655 0,'0'0'570'0,"0"0"-406"16,0 0-11-16,0 0 45 0,0 0 17 0,79-68-91 15,-37 38-62 1,6-1-37-16,1 1-14 0,-5 4-11 16,-4 3-26-1,-13 7-132-15,-12 8-226 16,-15 2-878-16</inkml:trace>
  <inkml:trace contextRef="#ctx0" brushRef="#br0" timeOffset="184500.46">7588 13008 1692 0,'0'0'302'0,"0"0"7"0,0 0-66 0,0 0-11 16,0 0-22-16,0 0-77 15,-30-57-81-15,30 72-44 0,8 16-2 16,14 14 3 0,3 8 6-16,2 9 0 0,0 1-14 15,-2-4 5-15,-9-2-6 16,1-6-33-1,-10-9-115-15,-7-5-79 0,-4-9-147 16,-19-11-303-16,0-10-477 0</inkml:trace>
  <inkml:trace contextRef="#ctx0" brushRef="#br0" timeOffset="184938.02">7397 13115 1263 0,'0'0'180'0,"0"0"-100"0,0 0-13 16,113-57 20 0,-65 43 15-16,2 0 9 0,-2 3-37 15,-3-1-13-15,-11 3 14 16,-8 4-4-16,-10 1-8 16,-8 2 24-16,-7 2 34 15,-1 0 6-15,0 0-16 16,0 4-19-16,-9 9-58 0,0 7-17 15,-1 10-2 1,2 1 10-16,4 2 14 16,4 1-11-16,0-4-5 15,9-5-11-15,7-6-5 16,-1-8 2-16,6-1 6 0,-3-10 3 16,1 0 9-16,2-7-6 15,-6-13-8-15,1-8-4 16,-6-7-9-16,-3-4-10 15,-7-6-33-15,0 4-26 16,-9 2-3 0,-6 10-1-16,-7 12 0 0,-2 9 12 15,1 8-42-15,4 6-79 0,5 13 8 16,14 10-84 0,6-6-135-16,13-5-489 0</inkml:trace>
  <inkml:trace contextRef="#ctx0" brushRef="#br0" timeOffset="185404.15">8067 12934 1548 0,'0'0'501'0,"0"0"-155"0,0 0-187 0,0 0-44 0,0 0 47 0,-10 74-18 0,18-36-26 0,9 5-25 16,-1 0-24-1,4 2-27-15,1 0-14 16,-4-2-12-16,-1-1-10 16,-3-5 5-16,-4-7-10 15,-5-10-1-15,-3-10 0 16,-1-10-9-16,-1 0 8 16,-17-23-16-16,-3-15-29 15,-10-22 1-15,7-1 18 16,-3-7-4-16,2 0 13 15,13 14 16-15,5-3 2 16,7 11 1-16,0 4 12 16,10 10-5-16,10 5-7 0,2 6 0 15,3 7 0-15,1 7-1 16,-1 7-1-16,-6 3-11 16,0 16 11-16,-8 7-1 15,-3 4 2-15,-8 2 0 16,0 3 0-16,-16-1 0 15,-6-1 0-15,3-1-1 16,-2-5-17-16,3-6-121 16,11-9-87-16,2-4-264 15,5-8-364-15</inkml:trace>
  <inkml:trace contextRef="#ctx0" brushRef="#br0" timeOffset="185620.21">8380 13092 218 0,'0'0'1621'0,"0"0"-1232"0,0 0-99 0,0 0-108 0,0 0 7 15,0 0-109-15,0 0-56 16,41-24-24-16,-17 13-21 15,13-7-145 1,-6 2-163-16,-4 0-406 0</inkml:trace>
  <inkml:trace contextRef="#ctx0" brushRef="#br0" timeOffset="186038">8693 12735 1736 0,'0'0'376'0,"0"0"-24"0,0 0-146 16,0 0-32-1,35-72-42-15,-12 57-50 16,4 2-30-16,-3 6-14 16,-1 2 1-16,-6 5-3 0,-2 0-11 15,-7 13-7 1,-7 9-6-16,-1 6 2 15,0 8 7-15,-9 7 16 0,-8 0 12 16,0 1-2-16,-1-3-5 16,1-5-6-16,7-6-2 15,4-6-2-15,5-4 1 16,1-10 6-16,0 0 9 16,12-9 16-16,10-1 11 15,9 0 2-15,7-11-14 16,10-9-29-16,1-7-17 15,1 0-10-15,-9 2-7 16,1 2-9-16,-13 4-39 0,-4 8-48 16,-10 4-90-1,3 2-97-15,-5 3-435 0,-5 2-482 0</inkml:trace>
  <inkml:trace contextRef="#ctx0" brushRef="#br0" timeOffset="186237.95">9430 12897 2249 0,'0'0'499'0,"0"0"-178"0,0 0-146 0,0 0-36 0,0 0-56 15,0 0-56-15,0 0-27 16,-8 7-149-16,-8 3-436 15,-11-1-1368-15</inkml:trace>
  <inkml:trace contextRef="#ctx0" brushRef="#br0" timeOffset="188804.5">3776 13515 890 0,'0'0'240'0,"0"0"-2"0,0 0-70 0,0 0 11 0,-74-5 7 15,46 5-41 1,-8 0-36-16,-4 0-4 0,-1 7-6 16,-9 1 3-16,-1 2-18 15,-2-1-16-15,-1-1 1 16,1 0-5-16,-2 2-2 0,-3 0-27 16,1 4-1-1,-1 0-3-15,4 3-16 16,3 0 5-16,8-1-10 15,3-1-4-15,2 2-5 16,8 0 0-16,-4 0 0 16,6 2-1-16,-1 2 0 15,-1 4 0-15,-4 5-1 0,-3 6 0 16,-1-3 1-16,0 4 0 16,2-4 0-16,4-1 0 15,1-6 1 1,10 2 6-16,2-2-5 0,1 1-1 15,6 2 5 1,-2 2-4-16,3 2 10 0,0 0 3 16,0 0 0-16,5 1 3 15,-1-3 7-15,4 5-3 16,0-3-1-16,0 2-1 0,3 0 4 31,0 4 6-31,6 2-9 0,7 0-9 16,2 3-2-16,3-1 1 15,4 0 2-15,3 1 1 16,5-4 2-16,2-1 1 16,3-3 7-16,7-2-1 15,1-4 3-15,1-2-10 16,6-4-4-16,-4-4-3 0,4-7 2 16,0-3-1-16,1-2-4 15,0-4-5-15,4-3-1 16,0-1 0-16,0 0 1 15,3 0 1-15,1-6 4 16,-1-6-5-16,3-4 0 16,-1-1 6-16,0-2-6 15,-3-1 5-15,-2 4-6 16,2 2 6-16,-4 1-6 16,-2 4 1-16,-2 0 1 0,0 2-1 15,-3-1 0-15,0-1 0 16,0 1 5-1,2-4-6-15,1 2 0 0,2-5 1 16,4 0 0 0,2-1-1-16,4 0 2 0,-4-2 4 15,-2 1-6-15,-3 2 0 0,-6 1 1 32,-4 1 0-32,-5 2 5 0,-5-1-4 15,-2 2 4-15,3 0-5 16,-4 0 0-16,-3-1 5 15,1 0-5-15,3 0 5 16,-6-2 3-16,4 0-3 0,-1-1 5 16,0-1-5-16,-2 0 0 15,0 0 1-15,1 0 4 16,-5-3-4 0,1 1 1-16,-2-1 1 0,-4-1-8 15,-1-3 8-15,1 1 0 16,-1-7 0-16,-2-3 3 15,-3-4-3-15,2-5-1 16,-4-1-7-16,-1-2 0 16,0 1 5-16,-2 2-5 15,-4 3 7-15,-1 2-7 16,0 0 8-16,-9 0-3 16,-2-2 2-16,-3 0-2 15,-5-5-5-15,-1-1 7 16,-4 1 1-16,2 0-9 0,-4 3-2 15,-2 3-7 1,1 4-1-16,-6 5-4 0,-2 3 1 16,-3 0-7-16,-3 5-2 15,-5-1 10-15,-3 2 11 16,-4 3 0-16,-4 0 0 16,2 3-19-16,-3 2 13 15,-1 0-1-15,-1 3 1 0,3 0-1 16,3 3 2-1,3 0 5-15,5-1-13 16,3 0 14-16,4 3-1 16,5 1-9-16,0-1 9 15,1 2 0-15,-3 0-10 0,2 0 5 16,-8 5-3 0,-2 7-1-16,-7 2-8 15,-1 4 12-15,-1 2-5 0,2-1 10 16,3 2 0-16,6-3-5 15,4-1 0 1,5-3-2-16,2 2 7 0,0-2-6 16,-5 4-7-1,-2 2-2-15,-8 8 1 0,-18 14-6 16,-42 43-5-16,11-9-249 16,-11-1-636-16</inkml:trace>
  <inkml:trace contextRef="#ctx0" brushRef="#br0" timeOffset="199137.93">14610 3593 864 0,'0'0'350'0,"0"0"-86"0,0 0 23 0,0 0-40 16,0 0-17-16,0 0-54 16,0 0-78-16,-44-46-40 15,44 46-28-15,3 10-17 16,8 10 3-16,6 5 26 16,3 4 36-16,0 1-14 15,3-4-13-15,0-3-4 16,1-10-2-16,1-6 12 0,7-7 37 15,1-9 17 1,19-32-12-16,14-28-11 0,14-36-26 16,2-13-20-16,-5-2-17 15,-15 10-11-15,-9 22-2 16,-8 16-3 0,-10 16 6-16,-9 14-2 0,-3 8 1 15,-3-3-13-15,-1 7 5 0,-4 4-6 16,-7 12-1-1,-6 9-53-15,-2 5-99 0,-2 10-228 16,-12 5-537-16</inkml:trace>
  <inkml:trace contextRef="#ctx0" brushRef="#br0" timeOffset="-211692.97">18921 13293 920 0,'0'0'337'0,"0"0"-95"0,0 0-7 0,0 0 15 0,0 0-10 16,0 0-58-16,-30-46-51 16,8 39-12-16,-11 1-15 15,-10 5-11-15,-10 1-14 16,-4 0 5-16,-8 8-35 15,0 9-22-15,-4 4-3 16,2 5-5-16,3 6 4 16,3 5-4-16,3 4 1 15,4 5 4-15,12 3-6 0,1 5 6 16,8 2 6 0,11 3-2-16,8 1 3 0,3-1-13 15,11-2 0-15,0-3 15 16,17-3 6-16,8-4 0 15,7-5-9-15,8-5 2 16,8-4-2-16,3-2 1 16,2-5 4-16,2-7-16 0,-2-3-8 15,0-5-4 1,2-5 4-16,-4-5 13 16,3-1 4-16,0-3-5 15,-5-10-10-15,2-6-5 0,-7-3-8 16,-1-5 9-1,-2-2-2-15,0-1-6 0,-6-2 5 16,0-2-6 0,-5 1 2-16,-4-3-2 0,-6-2 0 15,1-4 1-15,-8-2-2 16,0-2-7-16,-7-3 0 16,-5-3-7-16,-1-3-12 0,0 0-16 15,-10 0-20 1,-7 1 21-16,-3 4 18 15,-7 3 9-15,-2 8-18 16,-9 3-12-16,-6 6-39 0,-24 12-2 16,-39 14-12-1,-44 15-46-15,-33 40 30 16,34 1 8-16,17 0 12 0</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48:01.125"/>
    </inkml:context>
    <inkml:brush xml:id="br0">
      <inkml:brushProperty name="width" value="0.05292" units="cm"/>
      <inkml:brushProperty name="height" value="0.05292" units="cm"/>
      <inkml:brushProperty name="color" value="#FF0000"/>
    </inkml:brush>
  </inkml:definitions>
  <inkml:trace contextRef="#ctx0" brushRef="#br0">17957 4764 923 0,'0'0'347'0,"0"0"-55"0,0 0-12 0,0 0-49 0,0 0-37 15,0 0 10-15,0-12-61 16,0 12-91-16,0 0-40 15,0 0 3-15,0 0-15 16,6 14 6-16,15 6 4 16,2 5 17-16,4 2 37 15,0 1-1-15,1-4-9 0,1-4-6 16,-2-8 9 0,1-4 2-16,3-8 1 0,2 0-4 15,6-17-23-15,17-23 9 16,17-27-14-16,18-26-4 15,1-17-9-15,-9 5-14 16,-16-1-1-16,-11 16-25 16,-8 18-50-16,-16 20-12 0,-5 19 21 15,-9 11-24 1,-6 6 9-16,0 2 54 16,-4 4 16-16,-6 6-3 15,-2 3-10-15,0 1-13 16,0 3-35-16,-26 53-14 15,0 0-103-15,-9 7 84 0</inkml:trace>
  <inkml:trace contextRef="#ctx0" brushRef="#br0" timeOffset="17228.23">14595 2376 925 0,'0'0'273'0,"0"0"32"0,0 0-18 0,0 0-37 15,-84 10 25-15,71-4-38 16,4-5-19-16,4 2-12 16,4-3-33-16,1 3-51 0,0-3-21 15,0 0-47 1,0 0-38-16,6 0-15 15,12 0 9-15,12 0 5 16,9 0 9-16,13-5-9 16,6-6-2-16,3-1 1 0,3-4 1 15,0 0-9-15,-6 3-5 16,-8 1-1 0,-11 2-5-16,-13 5-13 0,-9 0-107 15,-7 5-140-15,-20 0-44 16,-9 0-236-16,-12 7-365 0</inkml:trace>
  <inkml:trace contextRef="#ctx0" brushRef="#br0" timeOffset="17477.91">14337 2729 1842 0,'0'0'308'0,"0"0"-150"0,0 0 50 15,0 0 42-15,0 0-14 16,0 0-26-16,110 20-65 16,-58-20-55-16,7-2-26 0,8-12-17 15,12-7-29 1,14-7-3-16,-9 1-9 16,-13 4 6-16,-16 5-12 15,-23 7-16-15,-7 6-85 0,-25 5-225 16,-22 14-457-1,-30 6-1123-15</inkml:trace>
  <inkml:trace contextRef="#ctx0" brushRef="#br0" timeOffset="19528.96">6167 2170 1210 0,'0'0'348'0,"0"0"24"0,0 0-118 16,0 0-116-16,0 0-62 0,0 0-23 15,-3 0-10 1,3 0-7-16,0 0-2 16,0 1-7-16,0-1 2 15,0 0-6-15,0 0 2 16,0 0-1-16,0 2-3 0,0-2-6 16,0 0-3-16,0 0-11 15,0 0 1-15,0 1-2 16,0-1-13-16,0 0-36 15,2 3-21-15,9 5-34 16,5-1-222-16,-5 0-751 16</inkml:trace>
  <inkml:trace contextRef="#ctx0" brushRef="#br0" timeOffset="20098.37">10072 2359 1185 0,'0'0'247'0,"0"0"-102"0,0 0-24 0,0 0 19 0,0 0-27 15,0 0-45 1,0 0-37-16,0 0-17 16,0 0-14-16,0 0-28 0,0 0-118 0,0 0-123 15,1 0-395-15</inkml:trace>
  <inkml:trace contextRef="#ctx0" brushRef="#br0" timeOffset="24618.16">12921 17890 928 0,'0'0'311'0,"0"0"-134"0,0 0-46 0,0 0-66 0,0 0-24 15,0 0 60 1,49 16 44-16,8-7-19 0,22 1-29 16,21 0-21-1,3 4-9-15,-3-3 11 0,-6-2 1 16,-6-2-24-16,2-4-21 16,5-3-7-1,1 0-2-15,-2 0-9 0,-1 0-1 16,3 0-3-1,-3-12-10-15,1-7 4 0,-1-4 8 16,0-9 4-16,-1-2 0 16,1-3 2-16,1 1 0 15,4 2-9-15,-5 2-11 16,-2 6 8-16,-16 6-8 16,-17 3 1-16,-11 5-1 15,-3 3 0-15,3-4 1 16,6 2-1-16,7-2 1 15,-6 2 1-15,-4-3 4 16,-1 5 4-16,-2-1-1 16,-7 0 3-16,0-4 7 15,-6 2-1-15,-3-2 8 16,-1-5 5-16,-3 1 6 0,-1-6-2 16,-5-3-8-16,-1-4 3 15,-3-3 0-15,-4-4 5 16,-1-2-2-16,-2-2-4 15,-4 0 1-15,1-2-8 16,-6 2 1-16,2 1-5 16,-3 2 0-16,0 2-2 15,-5 4-1-15,-12-2 0 16,-8 7 5-16,-5-1-4 16,-10 3-2-16,-23-2-3 15,-22 5-9-15,-26 1 4 16,-15 7-5-16,-8 11 0 15,0 4 5-15,2 0-5 16,-8 4 5-16,-5 10-5 0,1-1 1 16,-1 4-2-16,-1 1 0 15,-1 4-1-15,0 0 0 16,-4 2 0-16,5 3-5 16,-3-1 5-16,4 2-12 15,-1 6-17-15,7-4-3 16,1 3 2-16,5 6-7 15,4 2-10-15,2 3-18 16,15 0 27-16,2-1 23 16,15-6-42-16,8-3 17 0,1 2 23 15,0 3 9-15,16-7-22 16,10-2 1-16,17-6 17 16,10-4 4-16,-3 6-15 15,-3 0 6-15,1 4 8 16,8 0 8-16,4 0 1 15,7-1-5-15,7 5 5 16,3 4 0-16,6 6 0 16,3 5 1-16,0 4-1 0,17 5 1 15,5 0 5-15,9-2 7 16,8-6 28 0,9-3 17-16,16-5 6 0,27-13-2 15,23-15 9-15,10-14-7 16,4-4-12-1,-6-25-15-15,1-6-9 16,-1-9-7-16,-2 0-2 16,-1-2 6-16,-13 1-23 15,-8 5 0-15,-19 6 5 0,-18 8-4 16,-18 5-2-16,-10 2 1 16,5-2 1-16,-1-3-1 15,0 6-1-15,-12 3-14 16,-9 5-74-16,-7 7-101 15,-9 3-56-15,-1 12-276 16,-13 8-534-16</inkml:trace>
  <inkml:trace contextRef="#ctx0" brushRef="#br0" timeOffset="30834.01">19094 10419 1662 0,'0'0'257'0,"0"0"-77"0,0 0 20 0,83-5-10 16,-36-3-7-16,8-2-27 15,5 0-45-15,16-4-47 16,-9 0-31-16,3 0-14 16,-2-2-11-16,-14 0-7 15,3 2-1-15,-7 1-14 16,-16 3-97-16,-13 2-90 16,-21 1-134-16,-15 1-263 15,-12 1-355-15</inkml:trace>
  <inkml:trace contextRef="#ctx0" brushRef="#br0" timeOffset="31229.44">19197 10077 1617 0,'0'0'494'15,"0"0"-194"-15,0 0-28 16,0 0-39-16,0 0-73 16,0 0-63-16,0 0-47 15,-39 4-31-15,15 36-11 0,-4 10 22 16,-5 7 9 0,0 5-4-16,3-2 9 15,9 0-16-15,7-4-2 0,4-5-2 16,10-7-15-16,0-4 9 15,10-8-9-15,7-3 3 16,6-4-3-16,0-8 1 16,5-1 4-16,0-6-4 15,1-2-9-15,1-4 5 16,1-4-5-16,2 0 0 0,-2-2-1 16,3-11-17-1,-4-3-81-15,3-6-110 0,13-20-252 16,-9 5-180-1,-6 0-793-15</inkml:trace>
  <inkml:trace contextRef="#ctx0" brushRef="#br0" timeOffset="37697.94">1201 16333 520 0,'0'0'374'0,"0"0"-108"0,0 0-104 16,0 0-14-16,0 0 16 16,0 0 32-16,-3 5-33 15,3-5-8-15,-3 0 36 0,-3-15-25 16,2-10-63-16,-5-7 16 0,-2-14 12 16,-2-20-7-1,-4-26-12-15,-3-30-13 16,-5-21-21-16,-3-9-25 15,-6-5-16-15,4 6 18 16,-5-11-29-16,0-5-26 16,-1 2-23-16,3 5-72 15,5 21-84-15,4 25-88 16,6 32 110-16,2 21-38 16,5 19 30-16,-1 4 30 0,-1-4 13 15,-3-4-11-15,2 1-1 16,-3 11 32-16,7 6 32 15,-2 8 25-15,6 8 0 16,2 3 26-16,1 5 12 16,1 2 6-16,-1 2 0 15,3 0-20-15,-7 0-10 16,3 13-23-16,-4 11-2 16,-4 11 37-16,-1 10 19 15,2 2 65-15,-1 3-14 0,3 0 10 16,3-4 3-1,0-6 18-15,1-12-15 0,2-3-22 16,2-10-2 0,1-8-19-16,0-6 6 0,0-1 2 15,0-4 15-15,-2-15 7 0,0-16-54 16,0-7-31 0,2-8-114-16,0 2 9 0,0 5 12 15,6 9 30 1,6 7 1-16,1 8 23 0,4 8 31 15,-1 6-13 1,6 3 9-16,0 2 32 16,6 2 11-16,-1 11 1 0,3 9 6 15,-3 5 18 1,1 6 17-16,-4 16 14 0,0-9-56 16,-12-7-81-16</inkml:trace>
  <inkml:trace contextRef="#ctx0" brushRef="#br0" timeOffset="37848">1098 13971 1484 0,'0'0'228'0,"0"0"-113"0,0 0-29 15,0 0-52-15,0 0-34 16,0 0-218-16,0 0-373 0</inkml:trace>
  <inkml:trace contextRef="#ctx0" brushRef="#br0" timeOffset="46583.79">14215 6989 2167 0,'0'0'323'0,"0"0"-173"0,0 0-79 0,0 133 85 15,0-61 39 1,2-2-63-16,6-11-54 0,-3-17-39 15,4-2-18 1,-5-5-9-16,0-10-6 16,-3-13-6-16,-1-9 1 15,0-3 8-15,-4-17 54 16,-17-33-10-16,-4-37-34 16,-1-50-17-16,7-22 4 15,13 2-5-15,6 34 13 16,6 50-14-16,6 31-2 15,4 16-7-15,0 5-10 0,2 7 4 16,3 7-15 0,-4 7 10-16,3 21 8 0,-2 15 6 15,-7 14 6-15,-6 8 0 16,-5 4 1-16,0 2-1 16,-10-4 0-16,-8-6-1 15,3-12-7-15,1-11 8 16,7-11 1-16,3-10-1 0,2-6 1 15,2-3-1 1,0 1 0-16,11 2-14 0,12 4 13 16,5 2 1-1,7 3 0-15,5 6 0 0,-3 4 0 16,1 4 1-16,-7 2-1 16,-4 2 2-16,-6 4 4 15,-9 0-5-15,-10 0 5 16,-2-1 1-16,-10-1-6 15,-12-4 5-15,-8-5-4 16,-4-6-1-16,-3-7 1 16,-3-11-1-16,-2 0-1 15,6-13-42-15,7-11-85 16,10-4-123-16,19-14 11 16,0 5-148-16,7 4-254 0</inkml:trace>
  <inkml:trace contextRef="#ctx0" brushRef="#br0" timeOffset="46827.96">14665 6866 1940 0,'0'0'525'0,"0"0"-212"0,0 0-156 0,0 0-51 15,0 0 36-15,-27 113-16 0,27-61-36 16,0 3-35-1,0-1-8-15,16-5-31 0,1-9-7 16,4-4-3 0,3-9-6-16,6-10-1 15,-2-10-41-15,5-7-98 16,4-21-189-16,-6-9-285 0,-11-6-689 16</inkml:trace>
  <inkml:trace contextRef="#ctx0" brushRef="#br0" timeOffset="46999.78">14746 7110 1351 0,'0'0'666'0,"0"0"-416"16,0 0-124-16,0 0-79 16,0 0 79-16,0 0-20 15,83-40-58-15,-51 15-29 16,-7 0-19-16,-5-14-49 15,-7 7-220-15,-10 2-356 0</inkml:trace>
  <inkml:trace contextRef="#ctx0" brushRef="#br0" timeOffset="47148.17">14524 6861 1438 0,'0'0'217'0,"0"0"-29"15,0 0-129-15,0 0-39 16,114-51-15-16,-48 25-5 0,24-6-149 16,-16 7-44-16,-9 0-354 0</inkml:trace>
  <inkml:trace contextRef="#ctx0" brushRef="#br0" timeOffset="47800.31">15048 6674 1059 0,'0'0'514'0,"0"0"-149"16,0 0-84-16,-9 83-25 15,7-41-76-15,2 5-25 16,0 6-17-16,10 5-23 16,5-1-15-16,-2 1-50 15,4-1-26-15,-4-4-15 0,4-7-8 16,-8-10-1 0,-2-11-15-16,-4-13-74 0,-3-12-5 15,0-6 57 1,-12-25-74-16,-12-27-3 0,1-29 56 15,-1-1 33 1,5 8 14-16,8 14 11 0,11 17 2 16,0 6 19-1,6-1-6-15,8 10-3 0,8 9-2 16,0 9-8-16,5 6 5 0,0 8-5 16,0 2 7-1,0 0-2-15,-5 14 2 0,-3 5 3 16,-2 4 0-1,-8 3 1-15,-7 2 1 16,-2 2-1-16,0-3-4 16,0 2-7-16,0-4-2 15,-2-2 1-15,2-4-1 16,2-6-8-16,17-6-5 16,8-7-4-16,7 0 7 15,3-16-33-15,4-7-19 16,-6-8-14-16,-6-8-10 0,-5 2 38 15,-8-6 32-15,-5 2 16 16,-8 4 38-16,1 5 57 16,-4 8 50-16,0 7 1 15,0 7 38-15,0 4-16 16,0 6-49-16,0 0-62 16,0 3-34-16,3 19-17 15,4 8 0-15,7 8 10 16,-1 5 10-16,3 1-8 15,0 0-8-15,-5-5-9 16,-1-2 0-16,-3-7-1 16,-3-2-17-16,-4-6-86 0,-2-10-165 15,-14-7-218-15,2-5-387 16</inkml:trace>
  <inkml:trace contextRef="#ctx0" brushRef="#br0" timeOffset="47978.16">15360 6720 2038 0,'0'0'323'0,"0"0"-121"0,0 0-122 16,0 0 25-16,0 0 16 16,92-28-41-16,-53 10-50 15,1 0-30-15,-2-11-97 16,-8 4-378-1,-13 0-647-15</inkml:trace>
  <inkml:trace contextRef="#ctx0" brushRef="#br0" timeOffset="49963.73">8393 2393 1506 0,'0'0'258'0,"0"0"-147"0,0 0-42 16,0 0-47-1,0 0 44-15,0 0 97 0,0 0-22 16,50 51 3 0,-23-39-45-16,4 1-12 0,6-2-17 15,8-1-11-15,14-2 0 0,22-3 18 16,26-3 16 0,13-2-20-16,3-2-23 15,-5-11-5 1,-9-1-26-16,-2 0 10 0,2-2-17 0,7-3 6 15,14-5-9 1,23-6 22-16,15-2 50 16,11 4-39-16,-3-2-27 15,-4 4-2-15,-9 1-10 0,-6 0-3 16,-10 5-1 0,-3-1 1-16,-9 5 0 0,0-1 0 15,-3 5 0 1,-5-3 1-16,-1 4 7 15,-11 2-8-15,-3 5-1 0,-11 2 0 16,-3 2 1-16,-9-2 1 16,-2 2-1-16,-2-2 0 15,-2-1 2-15,-1-4 13 16,1 1-3-16,0-4 16 16,1 0-14-16,-2 0 11 15,-5 0 13-15,-6 2-5 16,-19 1-2-16,-11 3 16 15,-6-3-5-15,4 4-9 16,3-4 4-16,4 0 4 16,-13 0-2-16,-4 1-3 0,-10 1-12 15,-6 0-8-15,-4 2-7 16,-9-2-1-16,0 3-8 16,-19 1-15-16,-34 1-87 15,-87 48-117-15,8 4-348 16,-15 11-474-16</inkml:trace>
  <inkml:trace contextRef="#ctx0" brushRef="#br0" timeOffset="51108.13">5916 7350 1572 0,'0'0'566'0,"0"0"-234"16,0 0-102-16,0 0-77 16,0 0-55-16,0 0-48 0,-3 79 35 15,3-31 5-15,0 2-30 16,0-1-38 0,0-5-8-16,2-6-8 15,1-10-5-15,-1-8-1 0,1-12-2 16,-3-8-23-16,0-1-10 15,0-26 13-15,-5-13-85 16,-7-22 51-16,-6-27 29 16,1-29 12-16,3-3-2 15,6 19-5-15,8 34 11 16,0 32 10-16,14 14 0 16,2 4-8-16,4 4-1 15,4 6-1-15,0 8 10 16,-5 8-8-16,1 21 7 0,-7 9-5 15,-6 8 0 1,-7 7 5-16,0 3-7 0,-7-3 9 16,-5-5-7-16,-3-9 6 0,4-9 0 15,4-10 1 1,0-8 1-16,6-9 9 16,1-1 11-16,0-2 1 15,0 0-5-15,1 0-16 0,12 0 1 16,11 0-1-1,3 2-1-15,5 6 2 16,6 4 4-16,-5 1-5 16,-5 8 9-16,-3 2 4 0,-10 2-1 15,-3 4-1-15,-9 2 3 16,-3 0 2-16,-3 0-8 16,-17-3-8-1,-5 0 11-15,-4-5-12 0,-3-10 0 16,-2-6-58-16,-8-15-88 15,14-12-172-15,3-8-388 16</inkml:trace>
  <inkml:trace contextRef="#ctx0" brushRef="#br0" timeOffset="51398.07">6390 7196 1852 0,'0'0'368'0,"0"0"-89"0,0 0-130 0,0 0 64 15,-3 89-5-15,-3-53-54 0,6 4-46 16,0 2-27 0,0-2-8-16,0-3-32 15,11-3-22-15,2-6-11 16,3-1-8-16,-1-6 1 15,4-5-1-15,3-8-11 16,-3-8-103-16,11-12-118 16,-5-11-142-16,-2-8-339 0</inkml:trace>
  <inkml:trace contextRef="#ctx0" brushRef="#br0" timeOffset="51566.05">6526 7357 1041 0,'0'0'941'0,"0"0"-624"0,0 0-83 16,0 0-104-16,0 0-47 16,0 0-52-16,0 0-13 15,31 3-3-15,-6-7-13 16,2-6-2-16,0-11-54 16,-7 4-175-16,-8-2-407 0</inkml:trace>
  <inkml:trace contextRef="#ctx0" brushRef="#br0" timeOffset="51765.24">6327 7184 1592 0,'0'0'355'0,"0"0"-194"16,0 0-76-1,0 0-45-15,90-24-27 16,-41 6-7-16,5 3-6 15,4-2-62-15,5-4-122 0,-13 6-300 16,-13 1-373-16</inkml:trace>
  <inkml:trace contextRef="#ctx0" brushRef="#br0" timeOffset="51930.21">6763 7048 27 0,'0'0'1271'0,"0"0"-744"16,0 0-238-16,-13 81-57 15,11-42-5-15,2 8-56 16,0 1-19-16,8 0-17 15,5-1-59 1,2-4-34-16,3-4-21 0,-3-2-9 16,0-8-12-16,-7-6-96 15,0-7-171-15,-8-16-198 16,0-9-17-16,0-10-358 0</inkml:trace>
  <inkml:trace contextRef="#ctx0" brushRef="#br0" timeOffset="52411.74">6796 7072 1053 0,'0'0'499'16,"0"0"-202"-16,0 0-121 16,14-72-64-16,0 60-33 0,7 6-37 15,4 6-20-15,2 0-1 16,-2 8 19-16,-3 12 15 16,-6 5 40-16,-2 5 10 15,-9 2-24-15,-5 5-19 16,0-1-14-16,-13 0-26 15,-1-6-10-15,0-5-10 16,1-7-2-16,6-6 1 16,3-5 5-16,1-6 8 15,3 1-8-15,0-2-5 0,4 0 1 16,13-2-2 0,11-9 1-16,16-4 0 0,3-6 0 15,3-5 8-15,-1-2-9 16,-6 0 0-16,-8-2-27 15,-10 0 12-15,-10 0 6 16,-5 4 9-16,-9 0 18 16,-1 5 44-16,0 7 76 15,0 4 36-15,0 6-31 16,-1 3-42-16,1 1-50 16,0 0-33-16,0 17-17 15,2 10 0-15,9 15 5 16,7 4 0-16,-1 8 0 0,3-3 8 15,1-2-8 1,-8-7-6-16,1-8 0 0,-9-7-12 16,-3-9-106-16,-8-8-138 15,-15-7-211-15,-6-3-526 0</inkml:trace>
  <inkml:trace contextRef="#ctx0" brushRef="#br0" timeOffset="52598.12">6887 7055 2046 0,'0'0'317'0,"0"0"-132"0,0 0-89 16,0 0 4-16,120-34-39 16,-41 8-31-16,25-14-19 15,5-8-11-15,-24 7-240 16,-22 2-2064-16</inkml:trace>
  <inkml:trace contextRef="#ctx0" brushRef="#br0" timeOffset="67065.78">15572 6738 910 0,'0'0'363'0,"0"0"-100"16,0 0-26-16,0 0-24 15,0 0-50-15,0 0 21 16,-10 0-23-16,10 0-19 0,0-2-64 16,-3 2-36-16,3 0-10 15,0 0-12-15,0 0-5 16,0 6-10-16,0 11-4 16,6 8 0-16,5 9 29 15,2 1 23-15,0 3-3 16,1-1-16-16,-3-2-13 15,-2-5-9-15,1-2-6 16,-3-4-6-16,-3-6 0 16,-2-4-1-16,-2-5-76 0,0-3-80 15,0-4-53-15,-13-4-122 16,-6-11-299 0,3-3-458-16</inkml:trace>
  <inkml:trace contextRef="#ctx0" brushRef="#br0" timeOffset="67410.25">15409 6764 1236 0,'0'0'346'0,"0"0"-1"16,0 0-121-1,0 0-11-15,0 0-114 0,0 0-44 16,0 0-10 0,16-4 0-16,5-9 5 0,6 0-11 15,1-4-12-15,4-2-5 16,-1-1-5-16,1-1 6 16,1 2-11-16,0-1 20 0,-2 1-22 15,-3 2-8 1,-4 0-1-16,-5 5 0 0,-3 2 0 15,-9 3-1 1,0 4-1-16,-6 1-23 0,-1 2-14 16,-8 0-30-16,-11 8-255 15,-4 3-634-15</inkml:trace>
  <inkml:trace contextRef="#ctx0" brushRef="#br0" timeOffset="74383.08">10045 7380 497 0,'0'0'193'16,"0"0"-49"-16,0 0 5 0,0 0-14 16,0 0 2-16,0 0-9 15,0 0-11-15,-7-5 1 0,7 5 8 16,0 0 18-1,-1 0-19-15,1 0-19 0,0 0-18 16,-1 0-5 0,1 0-21-16,0 0-20 0,0 0-10 15,0 0-17-15,0 0-13 16,0 0 14-16,0 6-3 16,8 3 42-16,-1 1 8 15,2 1-26-15,-3 0-12 16,6 0 11-16,-2 1 4 15,1 0-2-15,-2-2 0 16,0 0-9-16,3 2-7 16,-3-2 1-16,0-1 0 15,1 0 3-15,1-2-16 16,-1 0 7-16,2-2-7 0,0 5 13 16,3-2 5-16,0-3-7 15,0 2 3-15,1-1-9 16,0-2 0-16,-2 2 3 15,1-2-9-15,0 2-9 16,-2-1 9-16,4 0-9 16,-3 0 1-16,3 0 6 15,-5 0 2-15,1-1 6 16,-2 1-14-16,1-2 5 16,-1 0-5-16,-1 1 0 15,4-1 8-15,-1 0 2 16,2 1 1-16,0-2 0 0,0-1 4 15,-2 1-1 1,4-1-1-16,-3 1-4 0,-2-2-2 16,-1 0 2-16,2 0-8 0,-1 0 8 15,2 0-8 1,-1 0 7-16,2 0-2 16,0 0-6-16,2 0 7 15,0-2-8-15,-1-1 1 0,2 2 0 16,-2-1-1-1,2 0 7-15,-1-1-7 0,-4 0 1 16,5 1-1 0,-4 0 1-16,0-1 0 0,2 1 0 15,1 0 5-15,0 1-4 16,-2-3 4-16,3 2-5 16,0 0 11-1,1-2-3-15,2 1 0 16,-1 0-1-16,0-1-1 0,1 2 5 15,-3-3-4-15,-1 2-1 16,1-1 2-16,0 0-1 16,-2 0 2-16,1-1-4 15,1 0 0-15,2 2 0 16,-1-3-4-16,-2 2 10 16,1-1-11-16,0 0-1 15,-2-2 1-15,3 4 0 16,0-4 0-16,-1 2 7 15,2-2-7-15,-1 0 0 16,-3 1 11-16,1-1-5 16,0 2-7-16,-1-3 0 0,1 2 11 15,-4 2-11-15,2-3 6 16,-2 2-4-16,1-1 4 16,-4 0 1-16,4 0-6 0,-3 0 0 15,-1 3-1 1,1-2 2-16,-1 1-1 0,-1 0 0 15,0 0 1 1,0 0-1-16,0 0 7 0,2 1-7 16,-3-2-1-1,3 3 1-15,-1-3 1 0,-1 2-1 16,2 1-1-16,0-1 2 16,1 0-1-16,2 1 0 15,-2-2 7-15,1 1-7 16,-2 0 5-1,1 1 0-15,-1-3 0 16,1 2 3-16,1-1-2 0,-1 0 5 16,1 0-10-16,-1 0 10 15,2-2-3-15,-2 2-2 16,1-2 4-16,-2 2-11 16,-3 0 6-16,1 0-5 0,2-1 8 15,-2 0-7 1,1 0 5-16,0-5 2 15,4 3-8-15,-2-3 11 16,-2 1-1-16,1-1-1 16,1-3-1-16,0 5 3 15,-3-3 0-15,1-2 0 0,1 2-1 16,-3-1-2-16,1-2 3 16,0 2-5-16,0-4-6 15,-1 3 5-15,-1 0 0 16,1 3 4-16,-3-2-9 15,0-1-1-15,0 2 6 16,1-3-4-16,-2 0 5 16,0-1-5-16,-1-2-1 0,-1 2 0 15,-1 0 5 1,2-1-5-16,-3-1-1 0,2 1 0 16,-2 2 1-16,0-2-1 15,0 0 0-15,0 2 0 16,0 0 0-16,0 1 0 15,-3-3 0-15,-1 4 0 16,0-2 0 0,-3-2 0-16,-2 1-6 0,2 0 5 0,-2-4-10 15,-3 2 2 1,2-1 8-16,-4 0-7 16,3 0 7-16,0 1-7 15,-3 0 2-15,4 1-3 16,-4 0 0-16,1 0 3 15,2 2 0-15,1 1-7 0,-3 1-1 16,-1-1-2 0,2-1 7-16,-3 1-5 0,1-1 5 15,-1 0 9 1,-2 0 0-16,1 0 0 0,-3-2-1 16,0 2 1-16,0-2-1 0,-3 1-5 15,-1 0-7 1,-1 0-8-16,-2-2 7 0,1 2 4 15,-2 1-2 1,1 0-2-16,0 0 4 16,-2 2-1-16,1 0 10 15,-6 1-5-15,0-2-2 16,1 1-1-16,-1 0-1 16,3 0 2-16,-3 1 1 15,1 0-1-15,1 0-2 0,0 1 1 16,1 1 1-1,2 1 1-15,1 1 1 0,1 1 5 16,1 1-6 0,0-1 5-16,-1 2-7 0,-1 0-3 15,0-2 2-15,-1 5-1 16,0-1 4-16,0-1-2 16,0 3 1-16,-3 0-1 15,1 0-3-15,2 0 6 16,-1 0 5-16,2 0 1 0,-1 0-1 15,-2 0 1 1,2 3 0-16,-2 3 1 0,1-1-1 16,1 1 1-1,0-3-1-15,1 4-2 0,0-2 1 16,1 1-7-16,1-1 8 16,0 1-8-16,2 1 8 15,-3-2-1-15,0 3 0 16,1-1 0-16,-2 0 0 15,3-1 1-15,-1 1-1 16,-1 0 1-16,-1 1-1 16,1 1 0-16,-2-1-1 15,1 2 1-15,1 0-13 0,-1-1 1 16,2 1 5 0,0-2 8-16,3 0-1 0,2 0 1 15,-2 0 0 1,8-3 0-16,-1 0-1 0,6-4-7 15,2 6 6 1,-3-5 1-16,3 0 1 0,-3 4 0 16,-3-2 0-1,0 2-2-15,0-1 1 0,1 3 1 16,-3 2-1-16,1 0 1 0,-2 0-1 16,-2 2 1-1,2 2 0-15,-3 0 0 0,-1 2 6 16,5-2-6-1,0 0 0-15,2-1-1 16,2-2 0-16,0-3 0 16,6 2 1-16,-1-2-1 15,1 0 1-15,-1 3 1 16,0 3-1-16,0 3-1 16,-1 2 1-16,-1 5 1 15,1 0 0-15,1 0-1 16,-2 0 7-16,2 0-1 0,0 2 6 15,3-2-3-15,-1 0-7 16,1-4 5-16,2 3-6 16,-1 1 0-16,2 1 17 15,0 2-7-15,0 3 1 16,0 0 10-16,0 2 4 16,3 0-2-16,4 1 1 15,-1-3-4-15,5 2-10 16,-2-4-1-16,3 2 4 15,1 0 1-15,0-1 0 0,3 0 1 16,0-1-1 0,0-3-6-16,1-1-1 0,-1-4-7 15,3 0 6-15,1 2 11 16,0-2-1-16,2 0 2 16,3 0 4-16,1-1 4 15,-2-2-3-15,1-2-6 16,-1 1-8-16,0-4 1 15,-5 0 7-15,3-3-6 16,-2 0-5-16,-4-3 1 0,3-1 2 16,1-2 1-16,-2-1-2 15,2-2 0-15,2 0 1 16,0 0-2 0,-4 0-2-16,3 0 2 0,-1 0-7 15,0 0-1-15,-2-2 2 16,2-4-1-16,1 2 5 15,-4-2-4-15,2 1-1 16,-8 2 0-16,-2 0 0 16,-3 0 0-16,-2 3 0 15,-2-1 0-15,0 1-1 0,-2-1 1 16,1 1-1 0,-1 0 0-16,0 0 0 0,0 0-1 15,0-2-8 1,0 2 1-16,2 0-2 15,-2-2-14-15,0 0-14 16,0-8-97-16,-3 2-141 0,-4-4-525 0</inkml:trace>
  <inkml:trace contextRef="#ctx0" brushRef="#br0" timeOffset="87547.96">1749 7425 1091 0,'0'0'243'0,"0"0"-70"0,0 0-16 0,0 0 15 16,0 0-21 0,-2 0-45-16,2 0-52 0,0 0-26 15,0 3-16-15,9 2 10 16,4 2 25-16,6 4 24 16,-3 3-5-16,8 1-4 15,2 4 3-15,1-1-19 16,-2 0-5-16,2 1 2 0,0-3-13 15,2 0 14 1,-1-2-12-16,2-2-3 0,-2 0-2 16,1-4 5-16,1-1 7 15,-1 0-14-15,-4-2-9 16,5 0-5-16,-3 0 10 16,-2-2-5-16,0-1 7 15,-2 0-8-15,-2 1-3 16,-2-3-3-16,1 1-3 15,-1-1 0-15,-1 0-5 16,2 0 6-16,1 0-1 16,-1 0-5-16,-2 0-1 0,2 0 7 15,1 0-6-15,-2 0 0 16,3 0 0-16,1 0 1 16,-4 0-1-1,2 0 7-15,-3 0 1 0,3-4 3 16,0 1 1-16,-5-4 5 15,4 1-1 1,0 0-5-16,-2-2-2 0,-1 2-2 16,2 0-1-16,-3-2 2 15,1 0-2-15,0 0-6 16,2-2 6-16,-1 0 9 16,3 0-10-16,-4 0 11 15,6-3-16-15,-5 0 13 0,3 4-7 16,-1-2 4-1,3-1 4-15,-2-2-14 0,0 4 11 16,1-1-2 0,4-4 3-16,-3 4-2 15,-3-1 8-15,-5-1-1 16,3-2 17-16,-5 0 4 16,1 0-11-16,-4-5-1 15,2-4 9-15,-4-3-18 0,-1-4 6 16,4-1-6-16,-4-1-9 15,0-3 14-15,-1 6-7 16,-1-1 5-16,1 2-7 16,0 3-13-16,-3 2 22 15,-2 1-8-15,-1-1 12 16,0 2-6-16,0-4-6 16,-10 2 3-16,-1-1-6 15,-3-2 4-15,-5-1-7 16,-1-4-9-16,-3-1 0 15,1-1-14-15,-3-1 13 0,-5 2-6 16,5-3 6 0,-3 5-16-16,-3 1-1 0,-4-1 8 15,3 4-7-15,-3-1 2 16,-2 3 0-16,0 0 0 16,2 5 3-16,3 2 2 0,-1 2-2 15,0 3 0 1,-5 1-3-16,3-1 6 0,-4 6-11 15,0-1 7 1,-3 1 1-16,0 4-2 16,2 0-4-16,-2 0 0 0,2 3 0 15,-2 0-1-15,5 0-4 16,3 0 1-16,-2 0 7 16,2 0-5-16,-1 3 19 15,2 2-10-15,2-1 10 16,1 0-3-16,2 0 4 15,5 2 0-15,-2-2 0 16,-2 2 0-16,3-1 0 16,-3 3 0-16,-4 2-12 15,4 2-8-15,-1 1 1 16,1-1-2-16,0 3 2 16,2-1 5-16,2 0-5 15,-1-2 11-15,-3 3-4 16,5-1 3-16,-2-1-7 15,6 1 4-15,-3 0 4 16,3 0-10-16,2 0 8 16,-2 1 9-16,3 3-9 0,-3 2 1 15,5 4 9-15,-3 4 0 16,3 2-1-16,-1 7-3 16,1 3 4-16,1 1 6 15,4 2-5-15,0 1 28 16,2 0-16-16,2 1-1 15,4 0-4-15,0-1-7 16,0 1 7-16,4 1 13 16,8-3 18-16,-2 1-1 15,7-1 0-15,-2 0-14 0,3-4-2 16,4 0 2 0,-1-3 2-16,0 0 1 0,4 1 4 15,-1-4-7-15,1-2-3 16,-2-3 0-16,4-2-3 15,-3-2 0 1,-3-4-3-16,6-2-3 0,-4-3-1 16,4-3-5-16,-2 0 12 0,0-1 1 15,2-6-2 1,-5 1-8-16,3-3 9 16,-2-3-17-16,-4 0 10 15,2 0-2-15,-3 0-2 16,-2-3-5-16,-1-3-1 15,0 1 11-15,-3 0-12 0,-4 1-1 16,-4-1 0 0,0 3-1-16,0 0-59 15,0-16-47-15,-1 2-114 0,-3-9-460 0</inkml:trace>
  <inkml:trace contextRef="#ctx0" brushRef="#br0" timeOffset="88415.18">2409 5467 1228 0,'0'0'296'0,"0"0"37"0,0 0-90 0,0 0-79 0,0 0-86 0,0 0-30 16,0 0-28 0,-36 10-12-16,36 22 1 0,0 13 10 15,1 8 43-15,10 6 4 16,4 0 14-16,-2-4-4 15,1-5 3-15,-1-5-16 16,-2-6-21-16,-6-8-18 16,-1-7-18-16,-1-9 1 15,-3-5-6-15,0-5 5 16,-3-5-5-16,-12 0 5 16,0-5-5-16,-7-12-1 15,-1-6 0-15,0-4-6 16,6-3-13-16,0 3-11 0,7 6-1 15,4 7 8 1,0 5 10-16,6 6 7 0,0 3-3 16,0 0 1-16,0 3-10 15,12 14 8-15,9 6 10 16,2 3 10-16,2 6 34 16,6-4-3-16,0-1-8 15,-1-5-9-15,-2-4-12 0,-1-4-11 16,-7-8 1-1,2-2 8-15,-4-4-8 16,-6 0 4-16,0-8 0 16,-1-8-5-16,-4-4-1 0,-4 0 1 15,-3-3 7 1,0 2-7-16,0 6 0 0,0 2 10 16,0 5-5-16,-3 6 6 15,0 0-6-15,-1 2 5 16,-2 0-11-16,-3 12-1 0,-6 8-6 15,-2 6 6 1,1 2 1-16,1 0-57 0,2 0-52 16,-6 6-59-1,7-9-203-15,-1-5-552 0</inkml:trace>
  <inkml:trace contextRef="#ctx0" brushRef="#br0" timeOffset="88610.51">2707 5925 1957 0,'0'0'548'0,"0"0"-282"0,0 0-66 0,0 0-64 0,0 0-70 15,0 0-47-15,0 0-19 16,-4 41-21-16,-4-18-223 0,-6 2-456 0</inkml:trace>
  <inkml:trace contextRef="#ctx0" brushRef="#br0" timeOffset="92380.16">7660 4856 1505 0,'0'0'326'0,"0"0"-145"0,0 0-20 0,0 0-17 0,0 0 47 15,0 0-12-15,75-25-35 0,-34 5-47 16,0-5-22 0,6-2-43-16,-3-2-10 0,-1 5-21 15,-2 0 0-15,-8 5-1 16,-6 5-81-16,-8 4-80 15,-7 3-90 1,-12 6-216-16,-1 1-31 0,-16 0-1017 0</inkml:trace>
  <inkml:trace contextRef="#ctx0" brushRef="#br0" timeOffset="92731.78">7653 4647 1543 0,'0'0'336'0,"0"0"-50"0,0 0-78 15,0 0-28-15,0 0-58 16,0 0-19-16,0 0-57 16,-48 31-17-16,28-6-16 15,-4 7 26-15,-4 9 15 16,-1 1 4-16,6 1-22 0,4-4-3 15,6-1-20 1,5-9 5-16,8-4-17 0,5-5-1 16,14-7 12-1,20-3-1-15,18-5 28 16,25-5 10-16,15-15-23 0,9-7-13 16,-11 3-13-1,-23 8-59-15,-17 11-146 16,-17 2-297-16,-24 10-739 0</inkml:trace>
  <inkml:trace contextRef="#ctx0" brushRef="#br0" timeOffset="95078.1">18400 6945 1197 0,'0'0'975'0,"0"0"-710"0,0 0-82 0,0 0-56 15,0 0 4-15,0 0 69 0,43 105-42 16,-29-56-54-1,3 1-53-15,-7-1-12 0,4-5-7 16,-6-3-13 0,0-6-10-16,-3-7-3 0,1-7-6 15,-4-7-22-15,-2-4-60 16,0-6-77-16,0-4-64 16,-5-28-65-16,-7-4-305 15,-2-10-243-15</inkml:trace>
  <inkml:trace contextRef="#ctx0" brushRef="#br0" timeOffset="95368.99">18374 6925 1394 0,'0'0'379'0,"0"0"-100"15,0 0-57-15,0 0-21 16,0 0-22 0,0 0-38-16,0 0-42 15,-79 56-39-15,74-47 1 0,-2-3-10 16,3-3-9-1,1-3-9-15,1 0 3 16,-1-10 22-16,0-12-16 16,3-7-19-16,0-2-10 15,0 2 5-15,11 3-2 0,0 9-5 16,4 7-4-16,2 9-7 16,6 1-6-16,4 7 5 15,0 14-8-15,-4 5-11 16,2 3-72-16,-10 2-109 0,7 4-90 15,-5-7-331 1,-6-8-642-16</inkml:trace>
  <inkml:trace contextRef="#ctx0" brushRef="#br0" timeOffset="95548.21">18755 6868 2503 0,'0'0'388'0,"0"0"-132"0,0 0-180 16,0 0-43 0,0 0-33-16,0 0-46 15,0 0-419-15,-52 57-1274 0</inkml:trace>
  <inkml:trace contextRef="#ctx0" brushRef="#br0" timeOffset="159578.07">13243 4702 1580 0,'0'0'276'0,"0"0"-67"15,0 0 7-15,0 0-95 16,0 0-54-16,0 0-58 16,-41 33-9-16,41 45-7 15,4 29 7-15,7 3 66 16,-2-6 5-16,-1-15 1 0,-6-28-35 16,-2-7-16-1,0-13-20-15,0-7 7 16,0 5-8-16,-10-6-22 15,1 3-39-15,-2-15-9 16,-1-12 40-16,-1-9 29 16,-6 0 1-16,-6-20 6 0,3-10 10 15,0-7-2-15,4 0 9 16,4 6-3-16,7 8 14 16,4 10 6-16,3 6-7 15,0 7-24-15,18 0-9 16,7 5 0-16,10 7 0 15,3 6-5-15,5 1 5 16,-2 1 5-16,0-2-5 0,-4-6 0 16,-3 3 0-16,-6-8-20 15,-2-5-45-15,-7-2 26 16,-6 0 18-16,-3-12 15 16,-5-11 2-16,-2-2 4 15,-3-3 1-15,0 0 5 16,0 9-4-16,0 7 17 15,0 8 5-15,-4 4-5 16,-6 15-18-16,-10 15 5 16,-3 18-6-16,-7 6 0 15,-6 8-28-15,-2 3-60 0,-12 23-130 16,8-18-146 0,7-12-375-16</inkml:trace>
  <inkml:trace contextRef="#ctx0" brushRef="#br0" timeOffset="159715.85">13733 5390 1326 0,'0'0'247'0,"0"0"-12"0,0 0-84 0,-77 17-151 0,17 14-13 15,-14 8-338-15</inkml:trace>
  <inkml:trace contextRef="#ctx0" brushRef="#br0" timeOffset="190197.85">3165 17064 693 0,'0'0'1117'0,"0"0"-851"0,0 0 28 15,0 0-66-15,0 0-18 16,0 0-23-16,-23-58-38 16,23 58-80-1,0 0-30-15,0 0-3 0,0 0-28 16,5 11-2-16,10 9-5 15,3 12 0-15,1 2 5 16,-4 5-5-16,3-4 0 16,-5 0 2-16,-1-5-3 15,-2-4-62-15,-2 0-76 16,-5-6-67-16,-1-3-41 16,-2-7-113-16,-11-2-208 15,-1-5-224-15</inkml:trace>
  <inkml:trace contextRef="#ctx0" brushRef="#br0" timeOffset="190677.83">2978 16993 767 0,'0'0'200'0,"0"0"-122"15,0 0-32 1,0 0-5-16,0 0-12 0,0 0-9 15,0 0-14 1,65-16-6-16,-57 16-22 16,1-3-11-16,-3 1 8 15,-4-2 25-15,1 3 3 0,-1-2 56 16,-2 3 77 0,0 0 72-16,0 0 56 0,0 0-81 15,-2 8-54-15,-6 7-23 16,-1 4 0-1,0 6 29-15,2 0-37 0,-4-2-29 16,5-4-26 0,1-4-13-16,3-5-18 0,-1 0-2 15,3-10 2-15,0 0-5 16,0 0 10-16,0-10 35 16,0-14-15-16,0-4-8 15,0 0-23-15,5 1 6 16,5 8-11-16,0 1-1 15,0 7-1-15,7 2-6 16,0 8-4-16,4 1-8 0,3 0-17 16,-2 0-33-16,3 6-32 15,5 7-128-15,-3-1-105 16,-6-2-273-16</inkml:trace>
  <inkml:trace contextRef="#ctx0" brushRef="#br0" timeOffset="190847.79">3507 16800 1044 0,'0'0'916'0,"0"0"-784"0,0 0-60 0,0 0-72 15,0 0-100-15,0 0-791 16</inkml:trace>
  <inkml:trace contextRef="#ctx0" brushRef="#br0" timeOffset="200798.2">1588 7192 10 0,'0'0'58'16,"-3"82"-28"-16,0-33-13 0,1 5-1 0,2-2-2 16,0-1-8-16,0 0-5 15,14 17 0-15,-1-15-1 16,4-5-12-16</inkml:trace>
  <inkml:trace contextRef="#ctx0" brushRef="#br0" timeOffset="206828.23">795 11289 1308 0,'0'0'321'0,"0"0"-45"0,0 0-74 0,0 0-48 0,0 0-45 15,0 0-46-15,36-79-35 16,-15 65-21-16,4-6-6 16,2 4-1-16,3 0-19 15,-3 7-102-15,-2 4-90 0,-8 5-134 16,-6 0-211-16</inkml:trace>
  <inkml:trace contextRef="#ctx0" brushRef="#br0" timeOffset="206978.22">844 11430 837 0,'0'0'145'15,"0"0"-8"1,0 0 72-16,0 0-66 16,88-37-57-16,-49 10-54 15,4-3-32-15,5-18-32 16,-5 8-167-16,-13 2-386 0</inkml:trace>
  <inkml:trace contextRef="#ctx0" brushRef="#br0" timeOffset="207213.01">1010 10933 1165 0,'0'0'230'15,"0"0"41"-15,0 0 27 16,0 0-126-16,0 0-82 15,0 0-58-15,0 0-20 16,65 0 7-16,-27 16 29 16,4 4 17-16,-5 6-4 0,-4 6-15 15,-11 4-7 1,-5 4-22-16,-17 24-5 16,-24 18-6-16,-42 31-6 15,-25 8-116-15,12-24-124 16,9-23-523-16</inkml:trace>
  <inkml:trace contextRef="#ctx0" brushRef="#br0" timeOffset="209081.83">496 9032 386 0,'0'0'773'0,"0"0"-514"0,0 0 45 0,0 0 15 0,0 0-95 15,0 0-80 1,0 0-64-16,30 21-12 0,-3 9 65 16,6 9 19-1,1 4-25-15,-1-3-33 0,-4-1-40 16,-1-8-1 0,-3-7-2-16,1-7-14 15,-4-10-2-15,2-7-2 0,0 0-2 16,1-22 18-1,6-15 2-15,10-26-21 16,0-27-18-16,5-35-12 0,-7-17-12 16,-8 9-49-16,-11 26-26 15,-5 41-10-15,-5 28-26 16,-5 16-30-16,3 8-14 16,1 6 49-16,6 30-22 15,-2 13-338-15,-5 12-727 0</inkml:trace>
  <inkml:trace contextRef="#ctx0" brushRef="#br0" timeOffset="-207528.66">19184 10019 1510 0,'0'0'329'0,"0"0"-176"0,0 0 4 0,0 0 5 0,0 0-23 16,0 0-57-1,-17-33-39-15,17 30-13 16,0 0-15-16,0 2-14 15,3 0 14-15,0 1-15 16,-1 0 8-16,0 0-7 0,-2 12 7 16,0 9-7-16,0 7 0 15,-4 7 6-15,-9 6-6 16,-3 2-1-16,-3 2 1 16,0-1-2-16,1-1 0 15,0 2 1-15,8-3 1 16,-3-3 0-16,7-5-1 0,5-5 0 15,1-3 0 1,3-6 0-16,17-2 11 0,7-2 29 16,6-4 11-16,9-5-13 15,6-5-2-15,3-2-10 16,6 0-11-16,-4-9-7 16,6-3-8-16,-4-4-61 15,17-10-97-15,-12 1-303 16,-11 2-395-16</inkml:trace>
  <inkml:trace contextRef="#ctx0" brushRef="#br0" timeOffset="-198838.65">19007 9147 1508 0,'0'0'338'0,"0"0"-164"0,0 0-53 16,0 0 2-16,0 0 16 15,0 0-50-15,34-41-46 16,-13 31-22-16,4-6-11 15,5 4-2-15,5-4-7 16,4-1-1-16,-1 0-1 16,2-3-39-16,12-5-102 15,-7 1-113-15,-15 5-378 0</inkml:trace>
  <inkml:trace contextRef="#ctx0" brushRef="#br0" timeOffset="-198468.59">18983 8807 1416 0,'0'0'313'0,"0"0"-107"0,0 0-18 15,0 0-17-15,0 0-28 16,0 0-59-16,0 0-24 0,-3 1-10 16,-7 31 25-1,-12 29-44-15,-2 6-16 16,0-2-1-16,1-1 9 16,15-14-2-16,2 4-7 15,6 3-5-15,9-8-9 0,35-5-1 16,40-15-11-16,41-23 10 15,23-6 2-15,5-23-33 16,-39-4-172-16,-34 4-445 0</inkml:trace>
  <inkml:trace contextRef="#ctx0" brushRef="#br0" timeOffset="-179866.72">15962 16469 1252 0,'0'0'276'0,"0"0"-43"0,0 0-50 0,-29-83-25 15,23 59 31-15,-3 2-33 16,4 2-24-16,-1 6-8 16,0 6-14-1,5 4 1-15,-2 3-26 0,1 1-36 16,-2 5-29-16,1 20-8 15,1 10-6-15,-1 11 0 16,0 2 0-16,3-1-6 16,0-2 6-16,0-8-5 15,0-7-1-15,0-7 0 16,0-10-6-16,0-9-2 0,0-4 1 16,-1-13-4-1,-6-18-41-15,-7-11 3 0,-1-24 20 16,-5-21 10-1,3 5 8-15,2 6 3 16,6 16 8-16,3 21 1 16,1 7 0-16,2 4 1 15,3 17-1-15,0 11-1 0,3 0-1 16,11 13 0-16,1 12 1 16,6 4 0-16,-5 1 0 15,0 5 1-15,1 0-1 16,-1-2-1-16,4-2-45 15,16 2-205-15,-2-7-303 16,-2-8-452-16</inkml:trace>
  <inkml:trace contextRef="#ctx0" brushRef="#br0" timeOffset="-172000.09">18859 7840 1424 0,'0'0'332'0,"0"0"-14"0,0 0-45 16,0 0-107 0,0 0-106-16,-38 87-20 15,36 2 27-15,0 1 6 0,2-13-24 16,0-25-23-16,0-15-13 16,0 1-13-16,0-1 7 15,0-6-7-15,0-13-5 16,0-14 5-16,0-4 0 15,0-21 0-15,0-29-7 16,-6-26-29-16,3-28 27 16,3-13 9-16,1 7 1 15,11 21 0-15,6 27 0 16,-5 21 1-16,7 10-2 16,1 0 0-16,2 7 0 15,3 4-1-15,-6 12 0 0,-2 8-16 16,-3 5 15-1,-6 18 1-15,-6 7 1 0,-3 9 1 16,-4 6-1 0,-16 2 0-16,-2 1-1 0,-2-6 1 15,3-7-1-15,5-8 0 16,6-10 1-16,3-7 0 16,6-6-6-16,1-1 6 15,0 2-21-15,15 3 20 16,4 7 1-16,7 2 1 0,2 5-1 15,3 1 0 1,-1 4 0-16,-4 1 0 0,-10 1-1 16,-2-1 1-1,-11 0 1-15,-3-2-1 0,-10 0 1 16,-8-6 8 0,-8 0-8-16,-3-4 1 0,-3-4-1 15,0-4-1-15,4-8-50 16,4 0-136-1,5-10-58-15,8-7-123 0,9-2-349 0</inkml:trace>
  <inkml:trace contextRef="#ctx0" brushRef="#br0" timeOffset="-171768.51">19191 7930 1642 0,'0'0'342'0,"0"0"-111"0,0 0-129 0,0 0 34 0,0 0-23 15,-10 108-32-15,10-68-17 16,0 3-43-16,8-6-9 16,5-2-2-16,0-4-10 15,1-8 0-15,-1-7-82 16,6-14-193-16,-2-2-209 15,-4-5-187-15</inkml:trace>
  <inkml:trace contextRef="#ctx0" brushRef="#br0" timeOffset="-171566.52">19193 8070 910 0,'0'0'612'15,"0"0"-459"-15,0 0-40 16,0 0-25-16,0 0 56 16,0 0-74-16,82-22-42 0,-48 6-28 15,2-10 0 1,-8 4-233-16,-6-1-350 0</inkml:trace>
  <inkml:trace contextRef="#ctx0" brushRef="#br0" timeOffset="-169898.54">16051 7127 1501 0,'0'0'324'0,"0"0"-24"0,0 0-57 0,0 0-138 0,0 0-65 16,0 0-25-16,0 0-6 15,-39-62-9-15,38 86 0 16,1 14-9 0,0 12 9-16,0 8-1 0,0 2 2 15,0-4 11-15,0-4 6 16,-3-8-5-16,-5-9-12 15,3-1-1-15,-4-10-12 16,-3-8-50-16,-3-6-14 16,0-7-4-16,-1-3 3 15,-5-6 20-15,2-11 15 16,4-3 32-16,-1-6 8 16,7 3 2-16,1 0 6 0,4 7 2 15,4 3 11 1,0 8 9-16,0 5-7 0,9 0-5 15,4 11-1 1,8 7 2-16,1 4 3 0,4 6-3 16,-1-1-3-16,0-4-5 0,2-3-8 15,0-3 8 1,-6-7-8-16,3-6 0 16,-1-4 2-16,-5 0-2 15,-4-10 5-15,3-8-6 0,-7-6-8 16,1-2 6-1,-4 1 1-15,-2 3 1 16,-5 1 0-16,2 12 9 16,-2 3 3-16,0 6-6 0,-2 0 2 15,-9 12-8 1,-2 14 0-16,-3 3 0 16,-2 1 0-16,3 4-1 0,1-2-11 15,-1 8-82-15,5-8-149 16,0-7-368-16</inkml:trace>
  <inkml:trace contextRef="#ctx0" brushRef="#br0" timeOffset="-169736.72">16212 7566 1168 0,'0'0'286'0,"0"0"-240"0,0 0-46 16,0 0-1222-16</inkml:trace>
  <inkml:trace contextRef="#ctx0" brushRef="#br0" timeOffset="-165499.02">12515 16740 966 0,'0'0'332'0,"0"0"-115"0,0 0 8 0,0 0 13 0,0 0-35 16,0 0-14 0,0 0-42-16,-49-44-66 15,49 44-34-15,0 20-21 16,2 8-4-16,6 11 3 0,5 2-1 16,1 5-13-1,0-6-5-15,0-1-5 16,2-5 0-16,-5-2-1 15,-1-6-1-15,-3-4-32 0,-4-6-55 16,-1-6-17-16,-2-5-23 16,0-5 30-16,-10 0-38 15,-5-15-2-15,-3-10 9 16,-3-6 72-16,0-9 38 16,0 4 18-16,4 2 1 15,3 9 25-15,4 7 47 16,4 10 17-16,3 3 11 15,3 5-43-15,0 0-36 0,3 7 0 16,8 9 23 0,6 4-1-16,4 2 7 0,1 0-4 15,6-4-10-15,1-3-17 16,0-1-7-16,0-6 0 16,0-3-11-16,-4-5 0 15,-2 0-1-15,-5-1-1 16,-7-13-44-16,-2-3-25 15,-6-6 5-15,-3 0 27 16,0-3 4-16,0 3 22 16,0 4 11-16,-4 6 0 0,-1 6 1 15,1 7 7 1,1 0 0-16,-4 9-7 16,1 12-1-16,-4 6 1 15,6 2-1-15,1 1 0 0,0-1 0 16,3-3 0-1,0 2-101-15,2-6-192 0,4-7-358 0</inkml:trace>
  <inkml:trace contextRef="#ctx0" brushRef="#br0" timeOffset="-165338.6">12842 16843 1446 0,'0'0'243'0,"0"0"-161"0,0 0-51 16,0 0-28-16,0 0-3 15,0 0-208-15,0 0-443 0</inkml:trace>
  <inkml:trace contextRef="#ctx0" brushRef="#br0" timeOffset="-153254.27">2143 5656 1315 0,'0'0'366'0,"0"0"-138"0,0 0-27 0,0 0-17 0,0 0-64 16,0 0-45-16,-9-25-23 0,21 33-20 15,8 13 20 1,8 12 50-16,5 10 4 0,3 5-15 16,-4 0-36-16,-3-1-22 15,-1-2-3-15,0-6-14 16,-6-6-14 0,0-6 4-16,-6-5-5 0,-2-6 0 15,-5-6-1 1,-5-5-44-16,1-4-116 0,-1-1-42 15,-1-18-123-15,-1-8-280 16,1-4-497-16</inkml:trace>
  <inkml:trace contextRef="#ctx0" brushRef="#br0" timeOffset="-153031.2">2603 5584 1172 0,'0'0'500'16,"0"0"-308"-16,0 0-52 0,0 0-30 16,0 0-4-16,-7 84 65 15,-7-32-45-15,1 10-41 16,-7 1-41-16,2-1-27 0,-1-2-17 16,-7 16-2-1,5-15-212-15,0-9-574 0</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53:05.855"/>
    </inkml:context>
    <inkml:brush xml:id="br0">
      <inkml:brushProperty name="width" value="0.05292" units="cm"/>
      <inkml:brushProperty name="height" value="0.05292" units="cm"/>
      <inkml:brushProperty name="color" value="#FF0000"/>
    </inkml:brush>
  </inkml:definitions>
  <inkml:trace contextRef="#ctx0" brushRef="#br0">1480 14293 1260 0,'0'0'298'0,"0"0"-176"0,0 0-49 0,0 0-15 16,0 0 26-16,0 0 17 15,48 2 57-15,-9 8-19 16,12-2-10-16,1 0-56 16,6 1-19-16,-3-1 1 15,2-3-12-15,-3 4-10 0,0-2-5 16,2 0-1-1,1 0-2-15,-2 0 0 0,3 0 2 16,-2-4 2 0,-1 0 1-16,2-3 2 0,1 0-8 15,4 0 5 1,-3 0-4-16,7-4-7 16,-2-2-9-16,-2 2-1 0,-2 2 7 15,4-2 7 1,-7 3-10-16,2-1-2 0,-1 2-8 15,-3 0-1 1,-1 0 0-16,-2 0 0 0,0 0-1 16,-2 2 9-1,-2 3-3-15,-2-1-6 0,-5 2 1 16,3-2 6-16,-3 2-6 0,2-1 5 16,0 1-5-1,2-2 5-15,-1 2-4 0,1-4-1 16,2 3 8-1,0-4-3-15,3 0 3 0,-2-1-8 16,1 0 8 0,-3 0-8-16,0 0 1 0,-1 0-2 15,-3 0 1 1,3 0-1-16,2 0 0 16,-5 0 1-16,0 0-1 15,1 0 1-15,-1 1 0 0,-5 1 1 16,2 2-1-16,-1 0-1 15,-3-2 1-15,1-2 1 16,0 3-1-16,-1-3 0 16,-3 0 0-16,4 0 0 15,1 0 1-15,0 0-1 16,4 0 0-16,0 0 1 16,4-3 4-16,2-1 0 15,5-2-5-15,3 1 4 0,4-4-5 16,5 1 0-1,-1 0 6-15,2 1-6 0,-2 1 0 16,0 3 0 0,-10 0 7-16,-2 2-5 0,-8 1 4 15,-4 0-5-15,-1 0 5 16,0 0-4-16,3 0 5 16,0 0 1-16,3 0-7 15,-2 0 6-15,8 0-1 16,-3 0-5-16,0 0 1 0,-3 0 8 15,2-1-4 1,-2-1-5-16,2 2 5 16,-2-2 0-16,-1 2-4 0,-2 0-1 15,-2 0 0-15,-5 0 0 16,2 0-1-16,-1 0 0 16,-2 0 7-1,-3 0-6-15,4 0 0 0,0 0 0 16,-3 0-1-1,1-5 0-15,-1 3 0 0,-1-1 9 16,-2-1-8-16,-2 1 0 16,-2 0 0-16,-7 0 4 15,4 1-4-15,-1-1 6 16,-1-1 1-16,-3 2-6 16,3 1-1-16,-2-1 1 15,-1 2 3-15,0-1-4 16,0 1-1-16,1 0 1 15,-4 0 5-15,1 0-4 16,-1 0-1-16,-1 0 0 0,-2 0 0 16,4 0 0-16,-2-2 1 15,-3 0-1-15,3 2 5 16,-2 0-5-16,2-2 0 16,-1 1 5-16,0-1-5 15,1-1-1-15,-3 3 7 0,2-4-6 16,-2 4 5-1,-4 0-5-15,1-1-1 16,2-1 2-16,0 1 4 16,-3 1-5-16,3-2 0 15,1 2 5-15,-3-5-5 0,3 5 0 16,-3-2 7-16,3-1-6 16,-6 1-2-16,5 0 2 15,-3-2 11-15,4 2-12 16,-4-2 9-16,2 0-10 15,-2 2 0-15,-1-3 0 16,2 2 1-16,-3 1 9 16,0-2-10-16,2 2-1 15,-3-2 1-15,0 0 5 16,3 1-4-16,-4-4-1 16,5 2 0-16,-3-3 0 15,0-1 1-15,3-1 0 16,-5-1 0-16,4 0 0 15,-2 0-1-15,4 0 0 16,-5-2 1-16,0 0-1 16,-1 0 0-16,2 1 0 0,-1-4 0 15,-1 5 1-15,1-2 0 16,-2 1 1-16,0 0-2 16,0 1 1-16,0-2-1 15,0 2 1-15,0 0 5 16,0-1-5-16,0 0 0 0,0 2 0 15,-3 0-1 1,-3-2 2-16,2 0-1 0,-3 0 0 16,2 0-1-1,0-1 1-15,-3-1 1 0,3 2-1 16,-2-2 0-16,0 0 0 16,2 2 0-16,0-2 0 15,-2 4-1-15,3-3 1 16,-1 0 0-16,3 1 0 15,-1-3-1-15,-1 3 1 16,1-3-1-16,0 0 0 16,-1 0 0-16,1 0 0 15,2 0 1-15,-2 0 0 0,1-1-1 16,1 2 1 0,-4 0-1-16,5-1 0 0,-2 4 0 15,1 1-1 1,-4 0 2-16,1 1 3 0,-2-1-3 15,2 0-2 1,-4 0 1-16,-3 0-1 0,-3 2 0 16,-3-2-7-16,-4-1 9 0,-6 2-2 15,-7-1-7 1,-6 2 7-16,-9 0-4 0,-4 0 5 16,-6 3 0-1,2 5-2-15,-1-2 1 0,2 2 1 16,1 0-2-1,0 0 2-15,-3 2-1 16,4 3 1-16,-4 1 0 16,-7 1-1-16,-5 3-12 15,-20 3 12-15,-12 0 1 16,-3 3 0-16,9-4 1 16,21-2-1-16,21-2-8 15,10-1 7-15,1-2 0 16,-12 3 1-16,-17 0 0 0,-23 3 0 15,-10 0-1-15,-3 1 1 16,11-4 0-16,8-2 7 16,8 0-7-16,-1-4 0 15,0 3-1-15,-2-1-1 16,2-1-13-16,-1 0-15 16,0 0 23-16,-2 1-1 15,0 0 7-15,3 0-10 0,0 2 2 16,3-1 2-1,0 2 1-15,-1 2 4 0,3-1-10 16,-2 2 6 0,1 2-4-16,-1-2-21 0,3 4 17 15,-1-3 13-15,1-1-12 16,2-1 12-16,7-1 1 16,8-4-10-16,-4-1-29 15,9-2 19-15,-2 1 14 16,-1-2 6-16,16 0 0 0,-7 0-14 15,-4 0-1 1,-2-3 8-16,1-3 1 0,-2-1-21 16,6 0 7-16,1 0 10 15,7 0 2-15,2 0 7 16,1 1-8-16,5 1 1 16,1-2-32-16,7 2 22 15,-3 0 12-15,9 0 5 16,-2-2-7-1,2-3 8-15,-6 2-2 0,2-4-4 16,-8 0-10-16,1-3-17 16,-3 0-5-16,-2 0 4 15,-1-1 1-15,1 0-4 0,2 3 1 16,-3 0 6 0,6 1-3-16,-1 2-1 0,-1 0 4 15,4 2 11 1,3 0 9-16,-1 1-13 0,5 2-12 15,-1-1-19 1,-3 4 14-16,3-1 4 16,-5 1 13-16,-1-3-3 0,-1 5 3 15,1-1 0-15,2 0 3 16,0 1 2-16,6 0-16 16,-2 0 13-16,2 0 8 15,0 0 0-15,5 0 4 16,-2 5-4-16,4 2 4 15,0 4 3 1,1 5 5-16,-3 2-1 0,2 8-3 16,-3 3 5-16,2 5 1 15,0 3 0-15,1 2 6 16,-1 0 12-16,4 1-5 16,1 0 8-16,3-2-3 15,1-1 15-15,5 1-9 16,0-2-10-16,2 1 10 15,10 0 21-15,2-1 3 16,2 0-18-16,3-4-2 0,3-3-6 16,-1-3-8-16,5-3 10 15,1-3 14-15,0-5-2 16,3-2-8-16,-2-3-8 16,2-5-5-16,-3-1-9 15,0-4-6-15,-5 0-1 16,-7-9-171-16,-7-6-200 15,-8 2-1165-15</inkml:trace>
  <inkml:trace contextRef="#ctx0" brushRef="#br0" timeOffset="166.3">1482 14487 1803 0,'0'0'233'0,"0"0"-194"0,0 0-33 16,0 0-6-16,0 0-107 16,85-61-206-16,-48 26-1151 0</inkml:trace>
  <inkml:trace contextRef="#ctx0" brushRef="#br0" timeOffset="1178.18">12639 14651 1458 0,'0'0'390'0,"0"0"-51"0,0 0-99 16,0 0 7 0,0 0-11-16,0 0-67 0,0 0-57 15,105-40-44 1,-69 25-29-16,0 3-11 0,-2 2-13 15,0 2-14 1,-5 0-1-16,-4 2-38 16,-8 4-123-16,-6 0-147 15,-5 2-310-15,-6-1-594 0</inkml:trace>
  <inkml:trace contextRef="#ctx0" brushRef="#br0" timeOffset="1384.27">12636 14843 1795 0,'0'0'334'16,"0"0"-198"-16,0 0 40 15,0 0 13-15,107 4-13 16,-59-18-79-16,4-4-54 16,-1-4-20-16,10-6-23 0,-17 6-79 15,-16 2-383-15</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53:33.506"/>
    </inkml:context>
    <inkml:brush xml:id="br0">
      <inkml:brushProperty name="width" value="0.05292" units="cm"/>
      <inkml:brushProperty name="height" value="0.05292" units="cm"/>
      <inkml:brushProperty name="color" value="#FF0000"/>
    </inkml:brush>
  </inkml:definitions>
  <inkml:trace contextRef="#ctx0" brushRef="#br0">9596 5114 1087 0,'0'0'310'0,"0"0"-51"0,0 0-32 15,0 0-28-15,0 0-15 16,0 0-27-16,-51 0-19 16,51 0-35-16,0 0-25 15,0 0-13-15,0 0-6 0,2 0-19 16,12 0-15-1,15 1 22-15,22 3 39 16,26-1 10-16,23-3-28 16,14 0 2-16,-4 0-3 0,-8-5-10 15,-8-3-9-15,-1-2-9 0,2-2-7 16,-2 0-5 0,-5 1-2-16,-5 0 7 15,-2 3-11-15,-12-2-2 16,-13 0-2-16,-11 5 2 15,-9 0-4-15,3-1-6 16,-3 0-1-16,-1 1-7 16,-8 2 0-16,-7 0 0 15,-8 0 14-15,0 2-14 16,-4 0 5-16,-4-2-5 16,0 3 0-16,2 0 0 0,-5-2 0 15,2 1-1 1,-1 1 1-16,0-3-1 0,1 3 0 15,-2 0 1-15,1-1 11 16,0-1-11-16,-1 2 1 16,0 0 5-16,-1-2 2 15,0 2-7-15,3 0 17 16,-3 0-4-16,1 0-14 16,-1 0 14-16,0 0-13 15,2 0-1-15,-2 0 5 16,0 0-6-16,3-2 0 15,-2 2-40-15,7-4-95 16,-1 3-158-16,1-9-641 0</inkml:trace>
  <inkml:trace contextRef="#ctx0" brushRef="#br0" timeOffset="1430.29">15034 5089 425 0,'0'0'308'0,"0"0"-110"0,0 0-2 0,0 0-20 16,0 0-28-16,0 0-18 0,-46 0 9 31,43 0 23-31,0 0 11 0,2 0 20 16,1 0-24-16,-1 0-27 15,1 0-34-15,0 0-7 16,0 0-23-16,0 0-1 15,0 0-20-15,0 0-10 16,12 0-3-16,12 0 45 16,10 0-14-16,21 0 23 15,22 0-24-15,20-10-17 16,7 1-6-16,-2-2 1 16,-11 5-13-16,-11-2 2 0,-3 2-4 15,2-3-5 1,-3-2-7-16,3-1 2 0,-1-3 0 15,3 1-1-15,-13 2 4 16,-14-1-11-16,-13 3-1 16,-8 2-7-16,1-2 2 15,4 1 14-15,-2-3-7 16,-7 6-8-16,-8-2-2 0,-4 2-4 16,-3 0 6-1,-4 1-3-15,-2 0-1 16,-2 3-2-16,-2-1-5 15,-2 1-1-15,0 1 7 0,-2 1-7 16,0-4 1 0,0 4 0-16,0 0-1 0,3 0-1 15,-1 0-27-15,4 0-113 0,15 0-149 16,0 10-536 0,5-8-952-16</inkml:trace>
  <inkml:trace contextRef="#ctx0" brushRef="#br0" timeOffset="20397.4">4148 6810 1859 0,'0'0'340'0,"0"0"-202"0,0 0-54 0,0 0-7 16,0 0 47-16,118 0-18 15,-34-7-27-15,21-2-21 0,1-3-19 16,-19 0-12-1,-27 2-26-15,-22 4 5 0,-1-2-6 16,2 0-12 0,19-10-179-16,-6 3-175 0,-11 2-405 0</inkml:trace>
  <inkml:trace contextRef="#ctx0" brushRef="#br0" timeOffset="21648.56">8607 6759 951 0,'0'0'497'0,"0"0"-315"0,0 0 52 0,0 0-7 16,0 0-61-16,0 0-62 15,0 0-33-15,26 11-16 16,10-4 77-16,26 0 0 15,18-2-20-15,22-1-9 16,3-3-5-16,-2-1-2 16,-7 0-24-16,-9 0-9 15,-1 0-20-15,1 0 2 16,3-1 2-16,6-3-7 0,3 2-19 16,3-1-1-1,3-2-4-15,-1 0 5 0,-2-2-3 16,2 0 0-1,3 1 0-15,-1-1 2 0,-5 2-5 16,3-1 0 0,-3 0 1-16,0 0-10 0,1-1 2 15,-2-2-7 1,-5 1 13-16,-1 0-2 0,-7-2 6 16,-2 4-2-16,-2-2 1 0,-3 4-2 15,-3-3 6 1,-2 0 4-16,0 2-5 0,-12 0 5 15,-12 3-8 1,-11-1-2-16,-3 2-2 0,5-5 4 16,10 5 7-1,6-6 4-15,1 1-1 0,0-1 0 16,-2-2-6-16,-5 1-6 16,-6 3-1-16,-11 1-8 15,-10 0 0-15,-8 1-6 16,-6 1 0-16,-6 1 0 15,-1 0 0-15,-4-1 0 16,0-1-24-16,-14-6-122 16,-7-1-163-16,0-5-762 0</inkml:trace>
  <inkml:trace contextRef="#ctx0" brushRef="#br0" timeOffset="23778.86">15089 6909 1206 0,'0'0'387'0,"0"0"-78"0,0 0-52 16,0 0-43-16,0 0-12 16,0 0-80-16,26-20-62 0,18 6 12 15,29-8 43-15,23 0-21 16,11-5-15-16,0 5-23 16,-12 1-11-16,-19 7-21 15,-18 3-14-15,-12 4-8 16,-13 3-1-16,2-1-1 15,-2 0-10-15,-7 2-158 16,-13 3-145-16,-11 0-306 16,-2 0-258-16</inkml:trace>
  <inkml:trace contextRef="#ctx0" brushRef="#br0" timeOffset="23976.79">15226 7090 1694 0,'0'0'255'16,"0"0"-87"-16,0 0 86 0,0 0-11 15,139 4 1-15,-19-26-9 16,18-5-96-16,3-5-67 16,-14 2-33-16,-23 5-20 0,-21 6-2 15,-20 7-17 1,-23 3 0-16,-9 0-205 0,-8 6-340 15,-15-2-755-15</inkml:trace>
  <inkml:trace contextRef="#ctx0" brushRef="#br0" timeOffset="28898.71">3311 8679 1140 0,'0'0'247'0,"0"0"-80"0,0 0 78 16,0 0 2-16,0 0-61 15,0 0-63-15,-33 0-36 0,33 0-26 16,0-1-19-1,6 1-11-15,12 0-6 0,12 0 24 16,10 0 35 0,9 0 2-16,8 0 5 15,6 0-8-15,4 1-16 16,12 1-9-16,12 2-10 0,10 0 2 16,-9-1-11-16,-18 1-5 15,-20-3-2-15,-1-1-7 16,18 0-12-16,1 0 5 15,1 0 12-15,-14 0-18 16,-12 0 5-16,8 0-16 16,5 0 8-16,0 0 4 15,-1 0-4-15,-2 0-1 0,3 0-8 16,-5-2 6 0,2-1 7-16,-2-1-2 0,-1-1-3 15,-4 3-7-15,1-2 4 16,-4 2-5-16,-4-1 7 15,-1 3-6-15,-2-2-1 16,0 2 9-16,0 0-3 16,-2-2 2-16,3 2-2 15,-6-3 7-15,10 1 1 0,-4 0 2 16,-1 0-10 0,5-1 6-16,-3 0 0 0,-4 1 6 15,-3-2-1 1,7 4-5-16,-4-4 9 0,1 1 4 15,-3-1-1 1,-2-2-7-16,-5 1-5 0,-4 3 7 16,-4-1-8-16,-2 1 2 15,-7-2 5-15,-3 3-16 16,-3 0 5-16,-4-1 2 0,-1 2-3 16,1 0 0-1,-2 0-4-15,0 0 5 16,0 0-1-16,0 0-6 15,0 0-1-15,0 0-11 16,0-4-22-16,-2 4-79 16,-20-9-77-16,1 4-350 15,4-4-327-15</inkml:trace>
  <inkml:trace contextRef="#ctx0" brushRef="#br0" timeOffset="47357.13">14767 8659 826 0,'0'0'199'0,"0"0"-35"15,0 0 95-15,0 0 37 0,0 0-18 16,0 0-37-16,0 0-61 16,-52 0-50-16,52 0 1 15,0 0-20-15,7 0-26 16,14 0 14-16,25 0 26 0,30 0-15 15,32 0-20 1,20-12-13-16,7-5-36 0,-11-1-13 16,-20 0-11-1,-19 7-8-15,-26 3-2 0,-14 3-6 16,-14 0 0 0,-2 4-1-16,-3-2 0 15,-5 3-85-15,-14 0-90 16,-7 0-117-16,-26 3 2 0,-9 5-262 15,-7 3-224-15</inkml:trace>
  <inkml:trace contextRef="#ctx0" brushRef="#br0" timeOffset="47646.84">14834 8851 723 0,'0'0'767'0,"0"0"-552"0,0 0 22 15,0 0-20 1,0 0 72-16,0 0-17 0,97 13-1 16,-16-13-56-1,29 0-76-15,6-8-49 0,-3-6-22 16,-13-2-19-16,-15 1-14 0,-17 1-10 16,-13 2-5-1,-12 4-5-15,-6 0-15 0,0-1 1 16,4-1 1-1,-8 0-2-15,-6 5-37 0,-16 2-83 16,-29 3-197 0,-18 0-380-16,-16 8-858 0</inkml:trace>
  <inkml:trace contextRef="#ctx0" brushRef="#br0" timeOffset="51397.25">15159 7411 1247 0,'0'0'213'0,"0"0"79"0,0 0-78 0,0 0 2 16,0 0 13 0,-4-80-62-16,3 74-39 0,-1 2-24 15,0 4-50 1,2 0-15-16,0 7-31 0,0 12-8 15,0 9 0 1,0 8 6-16,5 2-5 0,-2 0 7 16,-2-3-8-1,4-1 0-15,-5-6 0 0,0-2-6 16,0-5-71-16,0-6-71 0,-5-3-78 16,-5-5-19-1,-7-4-44-15,3-3-14 0,-4 0-5 16,0-9 116-1,1-8 125-15,4-1 67 0,3-2 107 16,0 2 70 0,1 2 9-16,6 5 34 15,1 2-55-15,0 5 14 16,1 3-65-16,1 1-42 16,0 0-41-16,0 11-1 0,7 5 23 15,7 6 11 1,2 2-27-16,5 0-6 0,1-1-13 15,1 0-2-15,0-5-15 16,0-3 0-16,0-4 0 16,-3-3-1-16,-5-6 0 15,4-2-15-15,-5 0-27 16,-5-4 16-16,3-9 8 0,0-1 12 16,-4 0 6-1,-3 1 0-15,-3 3 8 0,-1 4 1 16,-1 4 4-1,0 2-1-15,-3 0-12 16,-10 16-5-16,-14 10-6 16,-12 13 10-16,-27 29-8 15,2-8-218-15,0-5-371 0</inkml:trace>
  <inkml:trace contextRef="#ctx0" brushRef="#br0" timeOffset="53347.26">11577 8659 488 0,'0'0'176'0,"0"0"45"0,0 0 30 16,0 0 1-16,0 0-49 15,0 0-5-15,0 0-47 16,-6-9-38-16,9 2-4 0,8-3-29 16,7 0 4-1,4-3-20-15,5-3-12 0,6 5-30 16,2 0-10-16,1 0-11 16,0 6-1-16,-5 2-14 15,-3 3-152-15,-5 0-127 16,-10 8-302-16,-8 1-583 15</inkml:trace>
  <inkml:trace contextRef="#ctx0" brushRef="#br0" timeOffset="53526.78">11637 8825 1341 0,'0'0'311'0,"0"0"-228"0,0 0-55 15,0 0-9 1,83-31 34-16,-38 11-18 0,24-4-35 16,-11 3-9-16,-7 5-502 0</inkml:trace>
  <inkml:trace contextRef="#ctx0" brushRef="#br0" timeOffset="72431.39">16340 8237 1652 0,'0'0'361'0,"0"0"-59"0,0 0-130 0,0 0-41 16,0 0-31-16,0 0-29 15,4 28-26-15,5-1 31 16,7 4 22-16,-1 5-16 16,7 1-7-16,-1-5-17 15,5-4-7-15,2-8-3 16,7-8 19-16,14-10 10 0,11-6 2 16,27-37-10-16,27-33-6 15,13-24-21-15,-3-15-10 16,-9-5-11-16,-11 8-2 15,-3 7-11-15,-24 19-8 16,-14 28-9-16,-26 23-18 16,-14 15-25-16,-1 4-28 15,-9 4-25-15,-1 6-100 16,-12 6-306-16,-14 15-295 16,-9 5-747-16</inkml:trace>
  <inkml:trace contextRef="#ctx0" brushRef="#br0" timeOffset="79907.14">3821 10581 1275 0,'0'0'199'0,"0"0"-105"0,0 0 53 16,0 0-50-16,0 0 1 16,0 0 3-16,3-6-20 0,19 11 4 15,5 5 19-15,4 1-5 16,0 3-4-16,8-4-9 16,0 0-4-16,4-1-14 15,0-2-12-15,2-1 17 16,3-4-8-16,1 1-15 15,3-2-8-15,1-1 1 16,1 0 5-16,0 0-18 16,-2 0 0-16,1 0-8 15,-2-1-4-15,1-2-3 16,2 3 0-16,0 0-1 0,-2 0-5 16,1 0 6-1,-1 0-15-15,0 0 14 0,2 0-14 16,-1 0 1-16,1 0 0 15,4 0 11-15,-2 0-10 16,4 0-2-16,-1 0 1 16,2 0 7-16,-1 0-7 15,1-2 5-15,-4-2-5 16,-2-1 1-16,-1 1 4 0,3-3-5 16,-1 3 0-1,-2-2 7-15,4-2-7 0,-5-1 1 16,5 4 5-1,-3-4 3-15,0-1-10 0,-1 4 0 16,1-1-4 0,2 0 4-16,2 0 0 0,0-1 1 15,0 2 0 1,1 0-1-16,-1 0 0 0,-2 1 0 16,-2 0 1-16,0-1 0 0,-1 0-1 15,-1 2 1 1,2 0 1-16,0 1-1 0,3-1 9 15,0 0-10 1,0-4 0-16,0 3 8 0,1-2-8 16,-1 0-1-16,2-1 1 15,-4 0 0-15,4 1 0 16,-5 1 1-16,3-2-1 16,-4 0 0-1,-1 2 1-15,1-1 1 0,-7 0-1 16,4-1 1-1,-5 0-1-15,4 2 5 16,1-2-4-16,1 0-1 0,1 0 5 16,-2 0-5-1,2 0 0-15,0 2 1 0,-1 2-1 16,0 2 5-16,1 0-6 16,-1-2-1-16,0 4 0 15,1-1 0-15,-1-1 1 16,-6 2 0-16,6 0 0 15,-5 0 0-15,-3 0 1 16,6 0 0-16,-2 0 7 0,4 0 1 16,-3 0-3-1,2 0 1-15,1 0 4 0,2 0-2 16,-1 0-2-16,-1 0 1 16,2 0-1-16,-4 0 4 15,-1 0-10-15,-4 0 7 16,3 0-7-16,-2 0 8 15,2 0-1-15,2 0 2 16,2 2 2-16,1-1-4 16,1 5 4-16,0-2-2 15,1 2-4-15,0 0 5 16,-3-1 1-16,-2-2 6 16,-1 1 0-16,2 0 0 15,-2-2 6-15,3 0 1 16,-2-2 1-16,0 0-7 15,0 0 1-15,-7 0 1 16,-3 0-5-16,-6 0 8 0,-2 0 2 16,-1-4-1-16,-4 2-2 15,-3-4-5-15,1 4-2 16,-3-2-4 0,-3 2-1-16,-1-2-2 0,-3 2-8 15,-3-2 8-15,-3 4-9 16,0-2 0-16,-6 0 1 15,-1 2 5-15,-2 0-5 0,0 0-1 16,0 0 0 0,0 0-12-16,-14 0-26 0,-32 0-89 15,-71 0-112 1,3 2-405-16,-12 3-620 0</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55:45.235"/>
    </inkml:context>
    <inkml:brush xml:id="br0">
      <inkml:brushProperty name="width" value="0.05292" units="cm"/>
      <inkml:brushProperty name="height" value="0.05292" units="cm"/>
      <inkml:brushProperty name="color" value="#FF0000"/>
    </inkml:brush>
  </inkml:definitions>
  <inkml:trace contextRef="#ctx0" brushRef="#br0">18674 4755 1527 0,'0'0'519'0,"0"0"-286"0,0 0-6 16,0 0-25 0,0 0 22-16,0 0-26 0,-26-66-68 15,26 66-51-15,0 0-40 16,0 8-16-16,17 16-16 16,5 11 29-16,5 12 26 15,2 6-7-15,1 1-4 16,-5-4-1-16,2-4-4 15,0-7 1-15,3-5-10 16,3-11-7-16,1-8 12 16,3-13 6-16,8-2-1 15,19-40 5-15,30-41 33 0,26-43-85 16,13-25 0 0,-6-10 0-16,-5 7 0 0,-12 20 0 15,-8 8 0-15,-5 9 0 16,-23 30 0-16,-19 19 0 15,-18 22 0-15,-8 10 0 16,2-1 0-16,-3-1 0 16,-1 6 0-16,-7 8 0 15,-10 9 0-15,-6 8 0 16,-2 3-29-16,-2 2-112 16,0 9-81-16,-36 59-108 0,0-3-201 15,-11 11-151-15</inkml:trace>
  <inkml:trace contextRef="#ctx0" brushRef="#br0" timeOffset="6878.22">16225 4173 1242 0,'0'0'274'0,"0"0"-82"0,0 0-12 0,0 0-25 0,0 0-9 15,0 0-28-15,-13-5-19 16,13 4 1-16,0 1-23 16,0-4-4-16,0 4-15 15,0 0-10-15,0 0-14 16,0 0-11-16,0 0-8 15,0 0-15-15,0 0 0 16,9 7 0-16,12 6 2 0,3 3 14 16,0 4 14-1,6-2 6-15,-6 1 3 16,1-2-5-16,-3-2 19 16,-2-1-6-16,-1-3-5 15,-4-1-3-15,-1-1-3 16,-4-3-3-16,-1-2 0 15,-1-2-6-15,-4 2 3 16,3-3 1-16,-1-1 5 16,-1 0 2-16,2 0 1 0,-3 0-12 15,4 0 0-15,0 0-9 16,-2-1-2-16,-1-3-8 16,0 2-7-1,-2 2 7-15,0-1-7 0,-2 1 5 16,2 0-6-16,-3-2 6 15,0 2-5-15,4 0 0 16,-3 0-1-16,-1-1 2 16,2 1-1-16,-2 0 5 15,0 0-5-15,2 0 0 0,-1 0 1 16,3 0-1 0,0 0 5-16,2 0-5 0,0-6 8 15,1 5 2-15,3-7 13 16,7-6 3-16,1-10 9 15,11-11-3-15,11-23-3 16,14-29-9-16,18-29-8 16,-1-3 10-16,-11 19-11 15,-15 28 1-15,-18 31-1 16,-7 9-3-16,3-1 2 16,-6 1 7-16,5-1 4 0,-10 8-7 15,-1 3 2 1,-3 6-1-16,-2-1-7 0,2 2-3 15,-2 0 0 1,1 4 0-16,-4 1-5 0,2 3 1 16,-2 2-1-16,-3 1 4 0,3 2-5 15,-3 1 0 1,0 1 0-16,0 0 0 16,0 0-6-16,0 0-11 15,0 0-37-15,0 0-33 16,0 0-67-16,-14 25-89 15,-4 2-422-15,-6 3-654 0</inkml:trace>
  <inkml:trace contextRef="#ctx0" brushRef="#br0" timeOffset="16118.02">11767 6444 1706 0,'0'0'275'0,"0"0"-142"0,0 0-56 16,0 0-42-16,0 0-23 16,0 0 0-16,0 0 7 15,70 67 29-15,-42-43 29 0,-1-2-9 16,0-1-27 0,-3-2 22-16,2-6-4 0,-4 1-3 15,0-10-1 1,0 0 13-16,2-4 12 0,5-14 42 15,7-16 13 1,3-13-50-16,5-14-29 0,1-5-22 16,0 0-9-1,-3 2-10-15,-5 6-4 0,-4 8-10 16,-8 10 10 0,-4 7-11-16,-7 10-1 0,-5 8-26 15,-4 11-87-15,-5 22-197 0,-14 13-321 16,-12 9-473-16</inkml:trace>
  <inkml:trace contextRef="#ctx0" brushRef="#br0" timeOffset="20835.57">2221 5111 79 0,'0'0'147'0,"0"0"-147"0,0 0 136 0,0 0-66 15,0 0 25-15,0 0 18 16,-33-12-41-16,31 12-11 16,-3-2 21-16,2 2-1 15,-2 0 3-15,-1 0 8 0,0 0-29 16,1 0-8-16,0 0 4 16,0 0 9-16,-2 2 0 15,2 0 1-15,2 1-21 16,-1 0-3-16,1-1-3 15,0 1 2-15,-2 0-17 16,0 0-8-16,1-2-4 16,1 4 20-16,1-1-16 15,-3 3-18-15,2 3 0 0,-3 2-1 16,-2 12-64-16,3-2-152 16,1-5-152-16</inkml:trace>
  <inkml:trace contextRef="#ctx0" brushRef="#br0" timeOffset="23001.15">1845 5393 1130 0,'0'0'255'0,"0"0"-35"0,0 0-117 16,0 0-30-16,0 0 5 0,0 0 5 0,0 0-12 31,109 11-3-31,-63-1-9 0,8-1-6 16,4-3 11-16,4 4-9 15,-6-4 5-15,4 1-5 0,-4-3-9 16,-2 2-6-1,3-2 0-15,3-1-2 16,-2 3 0-16,3-2-2 16,0-2-5-16,0 2-16 15,4-4 11-15,-1 0 15 16,13 0-5-16,13-8-19 16,14-5-5-16,3-5-5 15,-12 4 1-15,-11 2-1 0,-20 2 5 16,-10 3-6-16,10 0-4 15,-12-1 5-15,2 2-1 16,6-1-5-16,-9 5 10 16,4-1-10-16,6 3 0 15,-5-2-1-15,-1 2-1 16,-1 0 1-16,-2 0-1 16,3 0 1-16,-1 0 0 15,-1 0 0-15,-2 0 1 0,0 0-1 16,-2 2 1-1,-2-2 0-15,-3 0 0 0,1 0 0 16,-3 0-1 0,2 0 1-16,3 0 8 15,-1 3-9-15,0-3 1 0,4 0 0 0,-1 0 0 16,0 0-1 0,-3 0 1-16,3 0-1 0,-2 0 0 15,0 0-1 1,-1 0 0-16,0 0 0 0,-6 2 0 15,4-2 1 1,-3 7 0-16,1-3 0 0,-2 2 0 16,-5 0 0-16,2-1 0 15,-9-1 1-15,-1 0-1 16,-3-1 0 0,-3 0 0-16,5 1 1 0,-4-1 6 15,4 0-6-15,-3-1-1 16,0 3 0-16,-2-4 0 15,7 2 1-15,-2 0 5 16,0 0-4-16,3-2 11 0,-2 0-5 16,-2 2-2-1,1-3 1-15,-1 0-1 16,0 0 0-16,-2 0 3 16,-3 0-7-16,0 0 8 15,-4-3-4-15,-3 1 3 16,1-1-9-16,-2 0 2 15,-2 0 5-15,0-3 5 16,-2 4-3-16,3-2-3 0,-3-2 1 16,0 0 2-16,1-2-1 15,2-3-1-15,1-1 2 16,1-3-1 0,-1 2-7-16,2 1 7 0,-3-2-7 15,-3 4 0-15,6 0 0 16,-8 2-1-16,2 0 2 15,1 2-2-15,-1 3 0 16,-4 0 1-16,5-4 0 16,-4 0-1-16,5-3 1 15,-1-1 0-15,6-4-1 16,-5-2 1-16,1-3 0 16,-1-8 0-16,-1-7 7 0,-1-9-7 15,-2-10 0 1,-6-16 5-16,0-17-5 0,-20-15 7 15,-4-2-2 1,-3 17 4-16,7 24-8 0,2 20 3 16,0 3-4-16,-6 2-1 0,1-6 2 15,-7-2 7 1,2 7 10-16,-3 4 2 16,3 6 5-16,-1 1-4 15,1 8-7-15,-1 2-9 0,2 2-5 16,2 4 0-1,1 1 0-15,-3 2-1 16,2 1 0-16,-5 2-1 16,-6 1-10-16,-4 3 5 0,-8 2 5 15,-16 0-1 1,-24 5 1-16,-23 13-1 16,-11 1-7-16,7 1-3 0,11-2 11 15,15-3 0-15,0-3 0 16,1-2-3-16,-1-2 2 15,0 1-4-15,1-2 0 16,3-1-4-16,-8-1-8 16,-9 2 0-16,-5-2 4 0,-2 2-5 15,-2 4-28 1,-2 2 34-16,5 4 2 0,-5-1-22 16,-1 2-10-1,3 0 0-15,-6 2 25 16,-3 0-24-16,2 0 2 15,5 2 4-15,12-7 15 16,8-3 0-16,9-4-7 16,14-7 11-16,14-1 2 0,13 0-18 15,0-1 7-15,-7-9-1 16,-4-1 1-16,-4-1-39 16,1 0-3-16,5 0 8 15,-2 2 5-15,4 2 12 16,1 0 8-16,9 0-7 15,2 2-5-15,4-2 21 16,9 5 8-16,3-2-7 16,-1 1-3-16,7 4 6 0,-2-1 0 15,2 1-11-15,-5 0-22 16,-3 0 2-16,-2 0 22 16,1 1-34-16,-3 9 40 15,-1-2 13-15,-1 2 2 16,0 0-18-16,-1 0 13 15,7-1 14-15,3 0 1 16,2 1-1-16,2 0 0 16,6 0-8-16,-6 1-23 15,5 2 16-15,-1 3 3 16,1 0 4-16,0 3-2 16,5 6 9-16,4 4 1 0,1-1 1 15,2 12 1 1,0 4 13-16,12 7 8 0,6 15 28 15,6 16 34 1,9 20 28-16,-5-11-11 16,-4-17-9-16,-5-18-12 0,-4-19 22 0,3 6 7 31,7 7-30-31,2 2-24 0,0-4 2 16,3-5 14-16,-3-4-16 15,3-5-10-15,0-6-9 0,-2-4-8 16,2-9 8-1,-3-1-2-15,1-6-1 16,1-6-4-16,-2-2-4 16,6 0 1-16,2-14-5 15,1-7-2-15,6-5-6 16,-2-4-5-16,-1-2-8 16,-2 2 2-16,-4 4-2 0,-5 4-12 15,-2 2-18-15,-6 6-13 16,-1 6-99-16,-2 2-216 15,-12 2-458-15</inkml:trace>
  <inkml:trace contextRef="#ctx0" brushRef="#br0" timeOffset="41330.21">18785 9353 50 0,'0'0'103'0,"0"0"-59"0,0 0-12 15,-24 82 3-15,18-65-6 16,0-7 27-16,-3-4 7 16,2-2-11-16,-4 0-13 0,0-2-16 15,-2-2-15 1,0 0-8-16,-5 0 0 0,1 0-95 16,4 0-64-16</inkml:trace>
  <inkml:trace contextRef="#ctx0" brushRef="#br0" timeOffset="42378.08">18374 9579 606 0,'0'0'0'0,"0"0"169"0,0 0 22 15,0 0 77-15,0 0-45 16,0 0-93-16,0 0 68 15,102 64-6-15,-52-53-34 16,4-4 9-16,19 1-41 16,16-4-35-16,14-3-3 15,5 2-8-15,-8-1-25 16,-6-2-13-16,-9 0 0 0,-3 0-6 16,2-8 7-1,0-6-1-15,1-7 1 16,0-1-14-16,-1-7 2 15,-14 2 0-15,-13 5-4 0,-15 1-3 16,-5 0 2 0,5-7-10-16,7-3 1 0,3-6 1 15,-2 0 1-15,-5-3-2 16,3 0-2-16,-4-2-5 16,-5 0 1-16,-6 0 2 15,-1 1 4-15,-6-1 2 16,-6 1-4-16,-8-4-2 15,-1 5 4-15,-7-3-16 16,-4-4 19-16,0 2-10 0,-10-1 5 16,-7-2-4-1,-6 3-4-15,-6 2-5 0,-2 4 5 16,-7 2-1-16,-5 4 2 16,-6 3-7-1,-7 8 5-15,-1-1-5 16,-7 4 1-16,-15 4 4 15,8 0-5-15,0 2 0 16,5 2 7-16,12 7-7 0,-1-2 1 16,4 2-2-1,6 1 6-15,5 0-5 0,-1 3-1 16,3 0 0-16,-2 0 1 16,0 6 0-16,-4 4-1 15,-2 0-2-15,-5 2-5 16,-1 2 5-16,-3 0-7 0,-5 0 8 15,2-1-16 1,-4 3 16-16,-9 2-8 0,5-3 2 16,-3 1 5-1,2 0-8-15,10-4 1 0,-4 4 8 16,4 1-5 0,9-2-10-16,4 1 10 0,6 2-3 15,3-2 0-15,3 7-6 0,5-1 6 16,0 9 8-1,2 6 0-15,1 5 0 0,1 7 0 16,-1 4 1 0,5 3 7-16,1 1 4 15,1-1-10-15,7-1 8 16,3 2-7-16,7 0 7 16,0-5-2-16,7-2 4 0,15-1-2 15,2-3 1-15,10-6-1 16,0-3 0-16,5-6-1 15,-2-6-2-15,9-4 1 16,1-2 4 0,-1-6-5-16,5-6 1 0,-1-2-6 0,-7-4 8 15,0-1-8 1,-1 0 0-16,-4-2-1 16,-3-6 1-16,-6-2 0 15,-5 0-1-15,-4 0-31 16,-8 5-66-16,-9 1-161 15,-3 3-268-15,0 1-444 0</inkml:trace>
  <inkml:trace contextRef="#ctx0" brushRef="#br0" timeOffset="42568.28">19242 9532 2916 0,'0'0'146'0,"-100"46"-146"0,64-42-209 16,3 1-140-16,10-5-136 0</inkml:trace>
  <inkml:trace contextRef="#ctx0" brushRef="#br0" timeOffset="52450.67">8636 2659 1092 0,'0'0'262'0,"0"0"-18"16,0 0-42-16,0 0-40 16,0 0-9-16,0 0-59 0,0 0-14 15,43-2 30-15,-16 46 1 16,4 8-16-16,2 3-26 16,-3-3-11-16,3-7 6 0,0-10 20 15,2-8 28 1,9-10 9-16,2-9 3 15,5-8-19-15,19-20-9 16,16-34-18-16,18-29-15 0,1-18-29 16,-7-9-7-1,-15 9-3-15,-16 10-24 0,-3 3 1 16,-5 5-2 0,-5 4 1-16,-6 15-14 0,-13 12-4 15,-9 14 5-15,-7 8-2 16,0 1-5-16,0-2 11 15,3 2-6-15,-9 7 0 16,-1 9 3-16,-6 4-1 16,-4 6-2-16,0 3-8 15,-2 0-22-15,0 15-113 16,-25 31-127-16,-2 0-271 16,-7-5-458-16</inkml:trace>
  <inkml:trace contextRef="#ctx0" brushRef="#br0" timeOffset="64667.93">23057 3193 769 0,'0'0'360'0,"0"0"-86"0,0 0-21 0,0 0 10 16,0 0-69-16,0 0 24 15,-76-52-62 1,56 42-19-16,-5 0-46 15,-4 3 6-15,-6 0-6 0,-2 4-3 16,-7 3-25-16,-5 0-8 16,-5 0-13-16,-2 16-1 15,-5 5-16-15,2 7 10 16,0 10-8-16,1 11-6 16,-3 19-2-16,-3 22 8 15,0 25 3-15,10 5 13 16,18-2-22-16,17-8-1 15,11-11-2-15,8-4-9 16,3-3-2-16,17-3 8 16,9-2-3-16,9-7-1 0,3-11-1 15,-1-18 2 1,-1-10-1-16,14 4 7 0,23 9-6 16,27 6 0-16,14 1 13 15,-5-18 10-15,-12-20-13 16,-14-15-4-16,0-8 0 15,-3-11 5-15,-11-9 1 16,-14-5 3-16,4-11 4 16,-9 0-11-16,-1 0-5 0,9-14 3 15,-4-7-6 1,15-25 0-16,7-23-2 16,-6-2 1-16,-13 3-1 15,-15 12 1-15,-13 3-1 0,-6-3 8 16,-5-3 3-1,-10-1-3-15,-7 10-1 0,-4 2-8 16,-4 3 7 0,-10 5 2-16,-5 9-7 0,1 12-11 15,3 12-20-15,-7 5-11 16,-3-4-8-16,-6-2-26 16,-5-4 23-16,-6 8 5 0,0 5 14 15,-4 5-23 1,-2 3-13-16,-1 6 7 0,-2 2 5 15,-2 3 20 1,-1 8-4-16,-1 5 22 0,-2 3-8 16,0 3-1-16,-4 14 11 15,-2 3-1 1,3 6 2-16,3 2 1 0,2 0 5 16,7 2 6-16,5 4-1 15,6-4-5-15,6 1-6 16,5-3 5-1,7 0 0-15,2-2-5 0,9 2-2 16,1 0-46-16,2-2-30 16,5 8-381-16,0-9-208 15,0-6-522-15</inkml:trace>
  <inkml:trace contextRef="#ctx0" brushRef="#br0" timeOffset="65128.31">22712 3625 1145 0,'0'0'657'0,"0"0"-471"0,0 0-29 16,0 0-33-16,0 0-13 15,0 0-30-15,0 0-5 16,0 8 10-16,0-3 16 15,0 0 1-15,-5 0-32 16,-1-3-24-16,2-1-19 16,0-1-7-16,-2 0 3 15,2-3 3-15,-1-9-27 16,2-1-2-16,3 2-4 16,0 1 6-16,0 4-1 15,0 3-8-15,0 2-8 0,10 1-73 16,5 0-41-1,22 0-151-15,-7 0-263 0,5 0-573 0</inkml:trace>
  <inkml:trace contextRef="#ctx0" brushRef="#br0" timeOffset="65467.88">23275 3549 1811 0,'0'0'527'16,"0"0"-301"-16,0 0-98 0,0 0-47 16,0 0-19-1,0 0 2-15,0 0 31 0,-6 21 41 16,1-16-31 0,1 0-38-16,3-3-30 0,1-2-14 15,0 0 22-15,0 0 7 16,0-4-4-16,0-7-24 15,0-2-12-15,0 4-11 16,0 1 0-16,0 5-1 16,0 3-8-16,7 0-19 15,1 0-55-15,0 11-84 16,-5 22-168-16,-1 1-265 16,-2 0-461-16</inkml:trace>
  <inkml:trace contextRef="#ctx0" brushRef="#br0" timeOffset="65797.94">22979 4257 1471 0,'0'0'649'0,"0"0"-382"15,0 0-45-15,0 0-24 16,0 0 11-16,0 0-62 15,0 0-48-15,39 11-23 16,-36-8-10-16,0 0-20 16,-1-3-11-16,-2 0-14 0,0 0-6 15,0 0-2 1,0 0-1-16,0 0-3 0,-2 0-1 16,-4 0-2-16,-6-7-6 15,8-3 1-15,-1 3-1 16,2 2 0-16,1 2-1 15,2 0-9-15,0 3-19 16,0 0-29-16,0 0-62 16,0 0-114-16,-1 8-92 15,-5 2-279-15,-3 0-354 0</inkml:trace>
  <inkml:trace contextRef="#ctx0" brushRef="#br0" timeOffset="66148.12">22470 4100 879 0,'0'0'1061'0,"0"0"-801"16,0 0-14-16,0 0-106 0,0 0-45 15,0 0-37 1,0 0 72-16,-6 25 51 0,0-10-57 15,-3-2-40 1,2 2-21-16,-5-2-26 0,3-2-16 16,3-4-10-1,0-4-2-15,4-2 3 16,1-1 10-16,1 0 4 16,0 0-16-16,0-3-10 15,0-4 0-15,0 1-6 16,6 0-1-16,4-2-25 0,7 2-43 15,2-1-79-15,6-2-93 16,19-4-69-16,-5 0-372 16,-4 3-807-16</inkml:trace>
  <inkml:trace contextRef="#ctx0" brushRef="#br0" timeOffset="66499.97">22840 3845 1702 0,'0'0'554'0,"0"0"-304"16,0 0-101-16,0 0-56 15,0 0-28-15,0 0-29 16,0 0-3 0,-3-3 18-16,3 3 24 0,-1 0 13 15,1 0-33-15,0 0-17 16,0 0-16-16,0 0-8 15,0 0-1-15,0-1 5 16,0-3 2-16,0-3-1 16,0-3-5-16,3 0-14 15,3 0 0-15,4 1-8 0,-1 3-31 16,5 1-72 0,0 5-64-16,16 0-71 0,-3 5-263 15,-2 5-323-15</inkml:trace>
  <inkml:trace contextRef="#ctx0" brushRef="#br0" timeOffset="66818.02">23255 4038 1972 0,'0'0'586'16,"0"0"-365"-1,0 0-61-15,0 0-60 0,0 0-40 16,0 0-27 0,0 0 16-16,4 14 38 15,1-9-5-15,0 0-28 0,-2 0-24 16,-3-2-12-16,2-2-7 16,-1 3-5-16,-1-4-5 15,2 0 7-15,-2 0-7 16,1 0 11-16,0 0-11 15,2-9 0-15,0-5-1 16,5 0-5-16,-4 6-27 16,1 1-40-16,-2 5-95 0,1 2-133 15,-3 7-249 1,-1 3-248-16</inkml:trace>
  <inkml:trace contextRef="#ctx0" brushRef="#br0" timeOffset="67201.95">22993 4619 1448 0,'0'0'643'0,"0"0"-422"15,0 0 11-15,0 0-48 16,0 0-17-16,0 0-30 15,0 0-36-15,25 0-9 16,-19 1-14-16,-3 6-16 0,-1 1-3 16,-2 2-14-16,0 4-9 15,0-1-9-15,-5 2-11 16,-3-2-8-16,-2-4-7 16,5-5 5-16,-2-4-5 15,4 0 12-15,0-10-12 16,-1-4 1-16,2-2-1 15,2 5-1-15,0 1 1 16,0 3-1-16,3 3-6 16,5 0 4-16,2 2-37 15,-2 2-79-15,-4 2-191 16,-4 10-335-16,0-1-986 0</inkml:trace>
  <inkml:trace contextRef="#ctx0" brushRef="#br0" timeOffset="72618.08">23383 1469 1001 0,'0'0'324'0,"0"0"-74"0,0 0-3 0,0 0-34 15,0 0-63-15,0 0-64 16,0 0-25-16,-69 4-24 15,35 6-15-15,-7 2-9 16,-8 4 7-16,-8 3 26 16,-4 2-12-16,-2 1-18 15,0 3 10-15,1 3-9 16,0-2 19-16,1 2-24 16,1-2 0-16,3 1 4 15,1 2 5-15,-2 0-7 16,0 1 8-16,-1 0-1 15,0 1-2-15,-1 3 8 16,-1 1 1-16,5 2-11 16,-1 1 1-16,2 0-6 0,2 1 9 15,-3 3 3 1,3-2-4-16,0 2-2 0,3 0 0 16,-3 5 2-16,4 0 25 15,0 0 19-15,5 1-30 16,1-1-13-16,3 2-1 15,-2 1-2-15,5 0 31 16,-2 3-20-16,3 4 4 16,2 0-14-16,0 0 10 0,2 1-3 15,-1 0-5-15,3-2 8 16,-1 1 5-16,2-1-8 16,0 2-7-16,2 2-5 15,3-3-2-15,1 1-5 16,3-2 2-1,0-1-1-15,2 1-7 0,2 0-1 16,0 2 1-16,0 3 0 16,0 1 0-16,0 4 0 15,1 0 8-15,-1-4-8 0,4 2 1 16,-2-5-1 0,5 2 5-16,1-2 0 0,0 0-4 15,4 3 5 1,3-4 1-16,1 0-2 0,0-1-5 15,0-3 8 1,10 2-8-16,1-5 0 0,7-2 0 16,-1-1 0-16,7 1-1 15,5-5 1-15,1 2 1 16,5-3-1-16,2 1 0 0,0-4-1 16,5-3 1-1,-1-5 0-15,3-4-1 16,-4-6 1-16,8-2 0 15,-2-3 0-15,0-4 0 16,1-1 5-16,-1-4-5 16,0 2 7-16,3 0-8 15,0-1-1-15,3-4-1 16,0 1-4-16,3 0 6 16,0 0 0-16,5-1 0 15,-1 0 0-15,0 2 0 0,-1 0 0 16,-1-1 1-16,0 3-1 15,-4 1 1 1,-3-2 0-16,4 1 5 0,-3-1-5 16,4-3 5-16,0-1 2 15,2-3 2-15,3-1 2 16,2 0 3-16,5 0-4 16,8-1-5-16,16-10 1 15,8-4 5-15,1-2-1 0,-9-1-1 16,-7-2-1-1,-12 3-1-15,-7 2 2 0,-13 2-1 16,-9 3 3 0,-1-1 5-16,6-5-4 0,5 3-1 15,6-9 8 1,1-2-2-16,-4-1-5 0,2-5 4 16,1-3-5-16,-1-4 3 15,-2-3-5-15,-2 1 2 16,0-4-1-16,-4-1 2 15,-3-4 2-15,-1-6 3 16,-2-4-3-16,-2-5 2 16,-3-3-2-16,1-13-6 0,2-8 0 15,-2-12 3 1,-4-3-2-16,-5 3-1 0,-10 2 0 16,-2 0-9-1,-8-6 0-15,1-1 0 0,-5 3 0 16,-4 2 0-1,-3 6 0-15,0 6 0 0,0 2 0 16,-7 3 0 0,-5 5 0-16,-4-4 0 0,-1-1-24 15,1-6-11-15,-3-1-31 16,1 2-46-16,4 15-4 16,-1 17 59-16,3 15 50 15,-1 1 6-15,-4-2 0 16,-2-10-14-16,-4-3 3 15,2 0 11-15,-4 3 1 16,0-1-2-16,-2 4-67 16,-3-1-9-16,0 4 14 0,-6 3 29 15,0 3 10-15,-5 1 2 16,-4 1 2-16,-5 2-16 16,-2 1 6-16,-3 0-7 15,-6 2 10-15,-3 0-5 16,-5 2-14-16,2 3 11 15,-5 2 23-15,5 6 5 16,0 1-47-16,4 3 18 16,4 2 14-16,0 1 10 15,6 6-10-15,0 0 8 16,2 4 9-16,3 2 6 16,4 0-1-16,0 0 0 15,9 0-7-15,2 0 6 16,3 2-8-16,6 5 4 0,1 2-6 15,-1-1 4 1,4 2 8-16,-4 2-1 0,1-1 1 16,0 4 0-16,-2-3 0 15,5 4-1-15,-1 0-14 16,3-1-9-16,1 0-1 0,6 1 4 16,1 1-11-1,0 3-12-15,-2 6-28 0,2-2-39 16,-3-8-1017-16</inkml:trace>
  <inkml:trace contextRef="#ctx0" brushRef="#br0" timeOffset="73529.38">22912 2003 1057 0,'0'0'289'0,"0"0"-3"0,0 0-29 16,0 0-3-16,0 0-73 15,-73-67-14-15,50 62-84 16,-5 1-49-16,-2 4-18 16,-3 0-10-16,1 10 5 15,-5 7-11-15,-3 9 9 0,1 7-8 16,-1 12 22 0,1 20 9-16,5 24 21 15,15 22 23-15,14 8-2 16,10-3 39-16,35-10-12 0,23-17-5 15,17-10-15 1,17-16-6-16,12-14-12 0,4-19-11 16,-2-19-16-16,-4-11-16 0,-6-7-7 15,-10-29-12 1,-15-8 7-16,-1-31 1 0,-8-12-2 16,-15-15 2-1,-5-18 3-15,-23 7 2 0,-11-5-7 16,-13 1-7-1,-11 5-41-15,-17 11-19 0,-2 23-18 16,-1 22-6 0,2 18-27-16,-2 9 14 0,-6 0 41 15,-6 2-23-15,-10 6-11 16,-1 14 25-16,-12 7 24 16,-17 34 5-16,6 3-2 15,9 9 18-15,10 3 19 16,20-4 0-16,-2 9 1 15,0 7 0-15,10 3 0 16,6 11-2-16,9-14-254 16,3-16-557-16</inkml:trace>
  <inkml:trace contextRef="#ctx0" brushRef="#br0" timeOffset="73851.67">22851 2377 1581 0,'0'0'495'0,"0"0"-344"0,0 0-51 0,0 0 46 0,0 0 8 15,0 0-43-15,0 0-32 16,0 22-2-16,0-20 0 15,0-2-23-15,0 0-19 16,0 0-6-16,0-10 10 16,0-10-31-16,7-7-8 15,2-3-38-15,3 3-18 16,1 3-3-16,2 10 5 0,0 4 4 16,1 6-61-1,12 3-161-15,-3-1-287 0,-5 1-565 0</inkml:trace>
  <inkml:trace contextRef="#ctx0" brushRef="#br0" timeOffset="74151.72">23297 2252 1815 0,'0'0'506'15,"0"0"-264"1,0 0-93-16,0 0-27 0,0 0 28 15,0 0-56 1,0 0-42-16,13 37-14 0,-11-30-7 16,-2-2-5-16,0-2-8 15,0-1-6-15,2-2-5 16,-1 0 1 0,3 0 1-16,1-7 1 0,0-11-10 15,3-2-7-15,3-2-38 16,0 2 4-16,-1 6 14 15,2 7-22-15,-2 6-7 16,-7 8-127-16,-1 11-285 16,-2 5-264-16</inkml:trace>
  <inkml:trace contextRef="#ctx0" brushRef="#br0" timeOffset="74498.14">23098 2729 1568 0,'0'0'659'16,"0"0"-367"-16,0 0-78 15,0 0-39-15,0 0-39 16,0 0-49-16,0 0-32 16,-4 2 1-16,3 3 16 15,-1 0-8-15,-1 3-22 16,-1 0-14-16,-4 1-10 15,-4-1-7-15,2-3-10 0,-2-1 5 16,-1-4-6 0,2 0 0-16,2-9-11 0,3-1-11 15,4-1-19-15,2 1-11 16,0 0-36-16,2 1-59 16,7 1-28-16,6-1-3 15,9-3-117-15,-5 2-278 16,-2-1-493-16</inkml:trace>
  <inkml:trace contextRef="#ctx0" brushRef="#br0" timeOffset="74799.95">23204 2463 1315 0,'0'0'804'16,"0"0"-533"-16,0 0-83 15,0 0-45-15,0 0-22 16,0 0 59-16,0 0-7 16,-7 27-84-16,1-17-39 15,-1-2-12-15,1 0-13 0,1-4-13 16,2-4-3 0,2 0 2-16,1 0-1 0,0-6 3 15,0-8-13 1,0-1-10-16,0-2-11 15,1 2-8-15,7 6 10 16,4 5-5-16,-4 4-18 16,-6 15-208-16,-2 8-459 0,-3 5-1224 0</inkml:trace>
  <inkml:trace contextRef="#ctx0" brushRef="#br0" timeOffset="87817.8">24084 1081 414 0,'0'0'72'0,"0"0"-26"15,0 0 78-15,0 0 93 16,0 0 10-16,0 0 22 0,33-53-111 16,-33 49-54-16,-9 0-26 15,-12 0 14-15,-8 1-30 16,-10 0-26-16,-20 2-8 16,-20-1-1-16,-25 0-7 15,-9-1-3-15,1-2-4 0,5 4-3 16,16 1-24-1,-1 0 23-15,0 0 11 0,3 0 0 16,-3 9-1 0,-2 3 0-16,1 6-17 15,-8 6-17-15,-4 1 18 16,-3 7 17-16,-3 0-5 0,4 6 14 16,6 4-15-16,6 3 18 15,6 2-2-15,2 3 1 16,0 1-10-16,2 3 23 15,3 1-12-15,-4-2-1 16,0 0 10-16,2-1 1 16,0-5 26-16,7 1-19 0,12-7-8 15,11-8-10 1,11-5 10-16,3 1 17 16,-6 8-6-16,-7 6-8 15,-6 9 2-15,4 4 16 0,2 2-12 16,3 4 15-1,3 2 28-15,-2 3-35 0,2-1 17 16,4 1-5-16,-11 9-4 0,-4 10 3 16,-5 15-13-1,8-9 17-15,16-18-5 0,13-22-29 16,1 1 6 0,-4 19 1-16,-2 25 21 15,-4 14-9-15,6-5-13 16,7-6 38-16,1-10 0 15,6 1-8-15,0 2-9 16,5 3 13-16,-1-4-10 0,6 0 0 16,2-2-5-1,3 2-13-15,0 4 1 0,13 0-7 16,12 7-8 0,6-3-4-16,9 2 2 15,7 3-15-15,7 0 0 0,2-1 0 16,5-8 0-16,1-5 0 15,1-6 0-15,4 0 6 16,0-3-6-16,-7-13 0 16,-8-14 0-16,11-1 1 15,13-2 1-15,12 4 3 16,11 4-5-16,-8-16 0 16,-11-11 0-16,1-6 0 0,6-3 1 15,1-4 7 1,6 0-2-16,2-7 3 15,-1-5 4-15,5 0-5 16,2-6 1-16,0 2-2 0,-2-2 4 16,2 4 4-16,-9-2 6 15,4 0-3-15,-4-2-6 16,-3-2 3-16,0 0-2 16,-5-2 2-16,0-8-3 15,-1-2-4-15,-2-4-7 16,0-4 1-16,0-2 5 15,0-4-5-15,3-4 7 0,-1-4-2 16,7-3-1 0,1-1 2-16,1-4-1 0,-1 0 4 15,-3-4-2 1,-1-2-9-16,3-2 6 0,-7-3-6 16,-14 6-1-16,-11 4 1 15,-15 12 0-15,-2-4 12 16,7-2 0-16,5-8 4 15,2-6 5-15,1 0 0 16,-4 1 2-16,-4-2 7 16,-2-5-8-16,-2-2 4 0,4-14-2 15,0-14-17 1,7-17 5-16,-4-6 3 0,-7 6-9 16,-9 8 3-1,-8 10-8-15,-5 0 8 0,-3-3 7 16,-4-6-2-1,-5-9 2-15,-9-5 2 0,-2-10 0 16,0 0-7 0,-4-3-2-16,-14-1 4 15,0-1-5-15,-6-2-8 16,1 1 0-16,-3-6 0 0,0-7 0 16,1-1-62-16,1 2 28 15,2 9 33-15,-2 16-31 16,0 15-28-16,-1 9-21 15,1 20 27-15,3 13 54 16,3 13-12-16,0 0 2 16,-7-8-97-16,-3-10-7 0,-5-7 53 15,-1 0 7-15,-3 1-3 16,4 2-12-16,0 6-7 16,1 3 4-16,2 6-1 15,0 6 16-15,1 3 2 16,-2 4 4-16,1 0 2 15,-1 6 1-15,-2-3-3 16,-1 7 10-16,-2 0 2 16,-2 0 8-16,1 3 20 15,-2 2-57-15,1 1-11 16,-6 1 18-16,3 2 21 16,-6 3 17-16,2 2-39 15,-3 2 13-15,1 1 6 16,0 4 20-16,0 0 8 0,0 3-6 15,-2-1 1 1,1 3-16-16,-4 0 21 0,-2 0 14 16,-1 0 1-16,-6 7-114 15,-12 10-3-15,-36 18 9 16,15-2-7-16,3-5-80 16</inkml:trace>
  <inkml:trace contextRef="#ctx0" brushRef="#br0" timeOffset="93781.81">2512 13130 1713 0,'0'0'235'0,"0"0"-131"0,0 0-61 0,0 0-11 0,0 0 43 16,0 0 6-16,23-60-39 15,8 29-20-15,6-7-14 16,5-2-7-1,6 3-1-15,-8 4-6 0,-3 7-90 16,-7 10-151-16,-10 9-240 16,-13 7-172-16</inkml:trace>
  <inkml:trace contextRef="#ctx0" brushRef="#br0" timeOffset="93967.83">2557 13254 1213 0,'0'0'203'0,"0"0"-133"0,0 0-53 16,0 0 5 0,0 0 41-16,0 0 31 0,100-14-28 15,-47-24-40-15,2-10-26 16,21-28-172-16,-18 11-118 16,-10 11-755-16</inkml:trace>
  <inkml:trace contextRef="#ctx0" brushRef="#br0" timeOffset="94198.18">2713 12698 1670 0,'0'0'208'15,"0"0"-173"-15,0 0-26 16,96-62 35-16,-43 51 23 15,6 4 39 1,1 7-10-16,-5 0-6 0,-10 12-31 16,-9 14-22-16,-17 10-12 15,-17 17-7-15,-14 24-12 16,-41 30-6-16,-4-13-195 16,-2-15-630-16</inkml:trace>
  <inkml:trace contextRef="#ctx0" brushRef="#br0" timeOffset="101748.06">4226 11620 759 0,'0'0'412'0,"0"0"-187"0,0 0-94 0,0 0-32 15,0 0 35-15,0 0-11 16,-3-8-40-16,17 8 9 16,5 0 23-16,8 0-10 15,6 5 21-15,6-2-27 0,6 2-14 16,4-1-18-16,3 2-10 16,-1-2-6-1,7 0-1-15,-2 1-2 0,-3 0-3 16,4-4-9-1,-1-1 6-15,1 0-3 0,0 0 1 16,1 0-6 0,-1-6-5-16,-3 1-11 0,2 1 7 15,-5 0-10-15,-1 1-6 0,-3 0 2 16,0 2-4 0,-3-1 2-16,0-2-8 0,0 2 7 15,-1 0-1 1,1-4 1-16,-4 3-2 0,1 2 1 15,-1-2 2 1,-1 0-1-16,1 1-7 0,-1 0 5 16,3 2 0-16,-2-4 1 15,5 3-1-15,2-2 0 16,-2 0 5-16,6 1-11 16,1-1 2-16,1 0 4 15,1-1-5-15,3 0-1 16,1 2 7-16,0 0-6 15,-2-2-1-15,1 3 1 16,-4-1 0-16,4-1 0 16,-4 3 0-16,-1-2 1 15,6 0-1-15,0 2 1 16,1-3-1-16,4-2 5 16,11 1 0-16,-5 2-5 0,2-2 8 15,0-2 3 1,-13 0-12-16,8 2 0 0,-5 0 6 15,2-1 9-15,-5 0-1 16,-1 1-1-16,-3 2-1 16,-4-2 5-16,-7 0 1 15,2 2-2-15,-10 0 1 16,-1 0-1-16,-6 2-5 16,-4 0-2-16,-5 0 0 15,1 0-3-15,-2 0 1 0,-1 0 4 16,-1 0-2-1,2 0 0-15,-1-2 3 0,-1-1-2 16,0 1 5 0,0-3 2-16,-2 1-8 0,-4 3 0 15,1-4 0-15,-4 3-2 16,-3-1-1-16,0 2-4 16,-3 1 4-16,-1-2-5 15,0 2 0-15,0 0 1 16,-10 0-2-16,-31 0-80 0,7 10-163 15,-1-6-466-15</inkml:trace>
  <inkml:trace contextRef="#ctx0" brushRef="#br0" timeOffset="116827.98">11119 4185 1132 0,'0'0'336'0,"0"0"-133"15,0 0-16-15,0 0-6 16,0 0-38-16,0 0-57 16,-12 10-42-16,25 22-7 15,9 8 98-15,4 7-26 16,2 5-47-16,2-7-32 15,2-7 10-15,2-12 5 16,0-8 16 0,2-13-8-16,4-5 38 0,3-23 45 15,15-26-6-15,16-36-7 16,11-34-68-16,3-15-4 16,-8 0-33-16,-18 15-9 0,-11 19-1 15,-11 25-8 1,-10 18 0-16,-9 17-21 15,-2 6-2-15,1 1-7 16,-3-3 2-16,2 8 11 16,-6 5 7-16,-5 10-4 0,-2 6-4 15,-5 6-5 1,-1 1-6-16,-10 42-55 0,-12 6-233 16,-9 10-338-16</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3:59:04.816"/>
    </inkml:context>
    <inkml:brush xml:id="br0">
      <inkml:brushProperty name="width" value="0.05292" units="cm"/>
      <inkml:brushProperty name="height" value="0.05292" units="cm"/>
      <inkml:brushProperty name="color" value="#FF0000"/>
    </inkml:brush>
  </inkml:definitions>
  <inkml:trace contextRef="#ctx0" brushRef="#br0">14578 5203 183 0,'0'0'938'0,"0"0"-686"0,0 0-54 0,0 0 38 16,0 0-53-16,0 0-32 15,-12 0-15-15,12 0-47 16,0 0-25-16,0 0-27 16,0 0-21-16,7-2-4 0,9-5-9 15,1-3-3-15,10-1-37 16,11-5-123-16,-7 2-142 16,-8 3-184-16</inkml:trace>
  <inkml:trace contextRef="#ctx0" brushRef="#br0" timeOffset="168.28">14644 5362 794 0,'0'0'325'0,"0"0"-177"0,0 0-41 16,0 0-60-1,0 0-24-15,0 0-9 0,0 0 1 16,42-10-15-16,-18-14-10 15,-3-3-354-15</inkml:trace>
  <inkml:trace contextRef="#ctx0" brushRef="#br0" timeOffset="398.71">14732 5012 1236 0,'0'0'206'16,"0"0"-95"-16,0 0-68 16,0 0-25-16,0 0 17 15,0 0 28-15,0 0-21 0,85 1-22 16,-71 21-2-16,-8 7-1 16,-6 14-9-16,-27 38-8 15,-9-9-98-15,-9-1-176 0</inkml:trace>
  <inkml:trace contextRef="#ctx0" brushRef="#br0" timeOffset="4096.22">8685 5969 898 0,'0'0'332'0,"0"0"-103"15,0 0-7-15,0 0 37 0,0 0-39 16,0 0-27 0,0 0-20-16,-16-32-6 0,13 32-76 15,2 0-45 1,-2 0-13-16,3 0-24 0,0 10-4 16,0 17-5-16,0 15 0 15,0 8 0-15,0 5 26 16,7 2-9-16,0-8-11 15,-1-6-6-15,1-9 0 16,-5-4 0-16,0-3-11 16,-2-5-83-16,0-8-12 15,-2-4 21-15,-12-3 20 16,-4-5-2-16,-5-2-12 16,-6 0 53-16,2-17 20 15,-1-1 5-15,3-6 1 16,3 1 1-16,5 3 41 15,5 4 33-15,5 6 19 16,3 2-6-16,4 7-22 16,0 1-29-16,0 0-24 0,2 0-12 15,13 3 5-15,12 7 2 16,2 2-7-16,6 1 0 16,4 2 6-16,-1-1-6 15,1-3 1-15,-5-1 4 16,-1-3-6-16,-4-2-6 15,-6-1 6-15,-6-4-1 16,-6 0-54-16,-5 0 5 0,-2-8 23 16,1-6-5-16,-5-4 17 15,0-1 6-15,0-3 8 16,0 4 1 0,0 4 5-16,0 5-4 15,0 5-1-15,-3 2 8 0,0 2-8 16,-2 0 0-16,-2 19 0 15,-7 7 0-15,-2 8-8 16,-2 9 7-16,1 1-75 16,0-1-66-16,-3 6-114 15,10-9-276-15,-2-11-448 0</inkml:trace>
  <inkml:trace contextRef="#ctx0" brushRef="#br0" timeOffset="7548.32">10741 5139 1195 0,'0'0'307'0,"0"0"-18"0,0 0-7 0,0 0-45 16,0 0-42-16,0 0-55 16,-14-24-19-16,14 24-51 15,0 0-50-15,0 6-16 16,0 12-4-16,2 8 0 16,5 10 1-16,1 3 1 0,2-1-1 15,-3 2-1 1,1-5 0-16,-3 0-1 15,0-9-47-15,-5-6-69 16,0-9-6-16,0-10 23 0,0-1 59 16,-11 0-41-16,-8-12-27 15,-6-8 24-15,1-1 63 16,-1-2 21-16,0-2 1 16,6 5 10-16,2 1 12 15,7 7 22-15,3 2 40 16,3 9-7-16,4-1-38 15,0 2-26-15,0 0-12 16,12 9 0-16,6 7 0 16,7 4 5-16,4 2 0 0,2 0 9 15,0-4 3-15,1-2-8 16,1-2-1-16,-2-3-9 16,-2-5 1-1,-3 0 0-15,-3-6-1 0,-4 0 0 16,-4 0-10-16,-4 0-18 15,-2-6-14-15,-4 0 5 16,-3-2 22-16,-1 1 14 16,-1 2 1-16,0 0-1 0,0 1 1 15,0 3 0 1,-3 1 1-16,-4 0-1 16,-4 0-15-16,1 12-25 15,-2 5 19-15,-3 1-1 0,2 5-41 16,2-3-60-1,3 4-118-15,0-8-44 0,2-6-353 0</inkml:trace>
  <inkml:trace contextRef="#ctx0" brushRef="#br0" timeOffset="7728.43">11270 5129 1572 0,'0'0'223'0,"0"0"-144"0,0 0-79 16,-96 59-135-16,61-37-666 0</inkml:trace>
  <inkml:trace contextRef="#ctx0" brushRef="#br0" timeOffset="11666.13">12182 12032 1520 0,'0'0'312'0,"0"0"-97"0,0 0-6 0,0 0-68 16,0 0-36-1,0 0-44-15,-17-29 42 0,16 26-13 16,1 0-32-16,0 1-10 0,0 2-11 16,0-1-6-1,0 1-4-15,0-1-7 0,-1-1-1 16,1 1-1 0,0 0-3-16,-1-3-3 15,-1 2 0-15,0-1-5 16,1-2-5-16,-1 2 4 15,-1-2 3-15,1 1-9 16,1 1 0-16,-2 0 0 16,2 1-1-16,1 2-6 15,0-2-13-15,0 2-17 0,0-1-5 16,0 1-12-16,0-2 2 16,0 1-6-16,0-2 15 15,0 2 8 1,0-2 23-16,0 0 0 0,0 1 12 15,0-2 0-15,0 0 0 16,0 0-1-16,0 0 1 16,0 1 17-16,0 0 32 15,0 2 8-15,0-1 5 16,0 2-9-16,0 0-17 16,0 5-14-16,0 10-1 0,7 10 24 15,4 8 4 1,-1 4-13-16,1 2-10 0,0 0-11 15,-2 0-3 1,1-3-5-16,-2-6 3 0,-2-4-9 16,1-4 0-1,-5-5-1-15,1-5-8 0,-3-3-46 16,0-3-41-16,0-5-12 16,-3-1-32-16,-10 0 8 15,0-3-38-15,-5-7-12 16,2-4 19-16,1 0 85 15,-2 0 39-15,4 6 29 16,-1-2 9-16,5 1 0 16,1 4 34-16,1-1 38 15,1 2 17-15,6 1 3 0,-2 1-8 16,2 2-27 0,0 0-29-16,9 0-13 0,7 0 17 15,6 7 12 1,2 3-3-16,2 0-15 0,-2-2-11 15,-1 4-4 1,-1-5-5-16,2-2-5 0,-3-4-1 16,-2-1 0-16,-4 0-31 0,-3-6-24 15,-1-5-42 1,-8-3-38-16,-1-3-21 16,-2-5-24-16,0-1-54 15,0-3 85-15,-2 0 66 0,-3 3 54 16,-1 2 28-1,0 4 1-15,0 3 44 16,3 5 69-16,2 6 58 16,0 3-37-16,1 2-60 15,0 14-16-15,0 10 5 16,0 5 15-16,4 4-11 16,2-1-34-16,3 29-20 15,-6-35-13-15,-3 0-18 16,0-7-142-16,0-6-309 0</inkml:trace>
  <inkml:trace contextRef="#ctx0" brushRef="#br0" timeOffset="14016.04">10307 12422 1183 0,'0'0'302'0,"0"0"-81"0,0 0-32 15,0 0-50-15,0 0-67 0,0 0-19 16,-9 86-6 0,9-40 30-16,8 5-12 15,0 0-25-15,2-3-18 16,-3-4-11-16,1-5-5 15,-3-4-5-15,1-5 0 16,-5-6-1-16,-1-4-37 0,0-7-45 16,0-6-27-1,-3-6 14-15,-7-1 32 0,-4-6-35 16,-2-14 37 0,-2-6 17-16,5-5 32 0,-4-3 12 15,7 7 2 1,-1 4 10-16,5 6 43 0,5 7-9 15,1 9-13-15,0 1-3 16,12 0 21-16,4 10-1 16,3 1 1-16,6 1-11 15,0 1-25-15,0-3-2 16,1-4-7-16,-3 0-5 16,0-5-1-16,-1-1-1 15,-5 0 0-15,-2 0-42 16,-3-8-44-16,-3-5-27 15,-5-2-23-15,-2-2-6 16,-2 1 41-16,0-2 45 0,0 6 41 16,0 2 16-16,-2 6 28 15,-2 4 40-15,-4 4-5 16,-1 16-28-16,-1 10-8 16,-11 38-19-16,5-7-8 15,-5 1-129-15</inkml:trace>
  <inkml:trace contextRef="#ctx0" brushRef="#br0" timeOffset="17126.16">8174 11541 1303 0,'0'0'283'0,"0"0"37"0,0 0-90 0,0 0 14 0,0 0-60 16,0 0-26-16,0 0-47 15,-52 0-65 1,52 46-30-16,0 3-5 0,10 11 5 15,3 7 13-15,4-9-13 16,1 7-4-16,1-5-4 16,1-1-7-16,-4-6-1 15,-2-4 0-15,-5-8-1 16,-3-9-85-16,-5-6-51 0,-1-11 10 16,-1-6-4-1,-14-8-29-15,-6-1-11 0,-5-7 11 16,-4-14 63-1,1-8 63-15,-5-1 34 0,7-3 9 16,2 1 45 0,3 5 54-16,12 6 23 0,0 7 13 15,6 4-43 1,4 6-11-16,0 4-33 16,0 0-38-16,17 1-11 0,7 12 1 15,7 5 28-15,8 5 13 16,0 1-9-16,-1-1-3 15,0 2-11-15,-5-4-4 16,0-4-16-16,-8-2-7 16,-5-4 0-16,-1-4 0 0,-6-4-34 15,-5-3-44 1,-2 0-29-16,0-8-60 16,-3-10-90-16,1-6-78 15,-3 0 56-15,-1-5 72 16,0 3 88-16,0 0 41 15,0 4 44-15,0 5 34 16,0 4 84-16,-1 5 78 16,-3 4-2-16,1 4 21 0,1 0-41 15,-2 12-79-15,-7 18-36 16,-5 25-10-16,-30 49-15 16,7-10-34-16,-12 4-646 0</inkml:trace>
  <inkml:trace contextRef="#ctx0" brushRef="#br0" timeOffset="40918.01">21471 8418 1581 0,'0'0'487'0,"0"0"-162"0,0 0-87 0,0 0-56 15,0 0-46-15,0 0-14 16,0 0-14-16,94-33-25 15,-33 20-15-15,25 4-9 16,15 3-23-16,6-2-11 0,-21 4-10 16,-20 0-6-1,-24 2-7-15,-7 0 5 0,8-3-7 16,-3 2 0 0,0-1-13-16,-12 2-67 15,-12 1-68-15,-7 1-123 16,-9 0-27-16,-7 0-214 15,-11 0-117-15</inkml:trace>
  <inkml:trace contextRef="#ctx0" brushRef="#br0" timeOffset="41148.11">21533 8586 1518 0,'0'0'325'15,"0"0"-29"-15,0 0-1 0,0 0-37 16,106 8-22 0,-23-16-55-16,29-7-73 15,7-6-52-15,-4 1-28 16,-28 4-10-16,-30 6-8 0,-20 5-9 16,-5 2-1-1,-7 1-37-15,-9 2-197 16,-5 10-129-16,-11 4-534 0</inkml:trace>
  <inkml:trace contextRef="#ctx0" brushRef="#br0" timeOffset="45796.17">15140 9968 928 0,'0'0'262'0,"0"0"-39"0,0 0 30 15,0 0-50-15,0 0-14 0,0 0 21 16,-13-6-67 0,13 6-64-16,0 0-30 15,10 0-3-15,11 0 30 16,11 0 23-16,9 5-7 16,6-3-4-16,6 5-2 0,5-3-12 15,2 2-15-15,0 0-13 16,-1-2-2-16,0 0-1 15,-1 0-1-15,-1-4-9 16,1 0-2-16,-1 0 5 16,-2 0-3-16,0-7-6 15,-1-4-1-15,3 1-2 16,-4-4-9-16,6 3 3 0,-1 0-3 16,4-1 1-1,2 1 2-15,0 0 2 0,4 2 4 16,-3-1 0-1,3-1 4-15,3 1-1 0,-6 0-1 16,8 2-5 0,-4-1 3-16,0 5 0 0,-5-3 3 15,-2 1-2-15,-5 5-4 16,-3 0-13-16,-3-1 7 16,-6 1 9-16,1-2-2 0,-6 0 5 15,-4-1-12 1,-3 1 8-16,-6-1-2 0,-5 0 3 15,-4 0-24 1,-5 1 0-16,-2-1 0 16,-4 2 0-16,-2 1 0 0,-2 0 0 15,-2 1 0-15,-1-2 0 16,2 2 0-16,-2 0 0 16,0 0 0-16,0 0 0 15,-6 6-51-15,-9 13-132 16,-9 22-83-16,0 1-397 15,11-9-677-15</inkml:trace>
  <inkml:trace contextRef="#ctx0" brushRef="#br0" timeOffset="46516.37">20701 10006 1510 0,'0'0'339'0,"0"0"-85"0,0 0 10 0,0 0 10 16,0 0 15 0,87 31-36-16,-8-21-88 0,20-3-41 15,-6-4-26 1,-18 1-41-16,-23-4 22 15,-13 0-34-15,4 0-7 16,2 0-14-16,1 0-9 0,-10 0-8 16,-10 0-7-1,-10 0 0-15,-7 0-21 0,-9 0-67 16,0 0-16 0,-18-4-79-16,-14 1-116 0,-42 3-66 15,4 0-175 1,-3 0-69-16</inkml:trace>
  <inkml:trace contextRef="#ctx0" brushRef="#br0" timeOffset="46730.07">20757 10226 1321 0,'0'0'386'0,"0"0"-63"16,0 0-19 0,0 0-28-16,81 56-37 0,-30-51-18 15,7-5-62 1,5 0-43-16,2 0-33 0,-1-10-23 15,-3-2-26 1,-2-2-17-16,-8 2-10 0,-8-1-7 16,-10 0-1-16,-12 5-88 0,-21 1-102 15,-2 2-176 1,-20 5-302-16</inkml:trace>
  <inkml:trace contextRef="#ctx0" brushRef="#br0" timeOffset="47466.02">16353 10757 1251 0,'0'0'330'0,"0"0"-21"0,0 0-40 0,0 0-83 16,0 0-43 0,0 0-42-16,0 0-24 0,41-4 5 15,-2 4-15 1,9 0-5-16,9 0-30 0,-1 0-18 15,-2 0-1 1,-6 0-13-16,-5-3-8 0,7-1-125 16,-16-2-193-16,-8 3-383 0</inkml:trace>
  <inkml:trace contextRef="#ctx0" brushRef="#br0" timeOffset="47666.42">16508 10963 1620 0,'0'0'221'15,"0"0"-139"-15,0 0-46 0,0 0 68 16,71-9 51 0,-25-8-69-16,4-5-42 0,7-5-30 15,8-7-14 1,-13 6-218-16,-14 6-441 0</inkml:trace>
  <inkml:trace contextRef="#ctx0" brushRef="#br0" timeOffset="56681.83">18340 11722 716 0,'0'0'577'0,"0"0"-501"0,0 0 4 0,0 0 69 15,0 0 69-15,0 0-41 16,-27-4-42-16,26 2-38 16,1 0-18-16,0 2-11 0,0 0-16 15,5 0-17-15,9 0 17 16,4 0 17-16,8 0 11 16,8 0 10-16,1 0-14 15,5 0-14 1,3 0-12-16,3 4-13 0,1 0 1 15,0 0-3-15,-3 2-3 16,3 0-1-16,1-2 4 16,-7 2-2-16,2-3-5 15,0 0-5-15,2 1-2 16,1-1 4-16,0-1-2 16,1-1 2-16,3-1 0 15,0 0 2-15,-4 0 6 16,0 0 0-16,-4-6-1 15,-2-4-5-15,-5 2-9 0,-2 0-2 16,-2-1 1-16,-6 2-2 16,0 0-5-16,-5 2 1 15,-4-1-4 1,-1 2 4-16,-7 2-10 16,0 1 0-16,-6-1 7 0,0 2-8 0,-2 0-1 15,0 0-20 1,-11 0-57-16,-47 25-190 0,3 1-504 15,-16 2-1277-15</inkml:trace>
  <inkml:trace contextRef="#ctx0" brushRef="#br0" timeOffset="60498.59">20301 13791 1152 0,'0'0'599'0,"0"0"-432"0,0 0-31 0,0 0 76 0,0 0 5 16,0 0-15-16,-17-33-47 16,60 18-55-16,36-9-10 15,38-11 13-15,25-2-31 16,5-5-21-16,-12 3-10 15,-22 7-14-15,-13 3-8 16,-28 8-12-16,-15 9 2 0,-22 5-9 16,-9 3 0-16,-7 1-25 15,0 1-80-15,-12 2-134 16,-16 9-67-16,-16 8-202 16,-12 1-282-16</inkml:trace>
  <inkml:trace contextRef="#ctx0" brushRef="#br0" timeOffset="60746.52">20504 14027 1728 0,'0'0'282'0,"0"0"-178"15,0 0 69-15,136-20 90 16,-26-16-27-16,10-9-53 15,1-6-50-15,-17 1-54 16,-32 11-17-16,-14 10-16 16,-18 8-20-16,-7 4-17 0,-3 5-9 15,-8 2-11 1,-20 10-149-16,-2 7-224 0,-26 8-560 0</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4:04:20.412"/>
    </inkml:context>
    <inkml:brush xml:id="br0">
      <inkml:brushProperty name="width" value="0.05292" units="cm"/>
      <inkml:brushProperty name="height" value="0.05292" units="cm"/>
      <inkml:brushProperty name="color" value="#FF0000"/>
    </inkml:brush>
  </inkml:definitions>
  <inkml:trace contextRef="#ctx0" brushRef="#br0">14486 8232 994 0,'0'0'267'0,"0"0"-70"16,0 0-36-16,0 0 0 16,0 0-5-16,0 0-31 15,-88 0-63-15,64 23-1 16,-1 5-7-16,0 8-13 16,1 2-8-16,3 2-10 15,6 1-8-15,4-3-6 16,8-3-8-16,3-5 9 15,3-3-10-15,15-5-1 16,2 0 1-16,1-2 0 16,1-5 5-16,-2 3-5 0,0-2-1 15,-7 4 0 1,-2 0 1-16,-7 2 0 0,-4 4 0 16,0 4 0-1,-4 4 0-15,-12 4 0 0,-6-5 6 16,-1-4-6-1,-2-4-1-15,2-10-11 16,2-8 11-16,5-4 1 0,4-3 0 16,2 0 0-16,6-7 0 15,4-1-1-15,0-2-11 0,0 2 0 16,14 2-1 0,3 4 1-16,3 2 12 15,3 0-1-15,1 18-8 16,-4 6 9-16,0 8 0 15,-4 10 1-15,-6 6-1 16,-5 8 0-16,-5 5 11 16,0 2 9-16,-1 1-3 15,-11-6 0-15,0-6 4 16,-1-11 3-16,3-10-5 16,2-9-6-16,3-9-5 0,2-6-7 15,1-3 0-15,2-3 1 16,0-1-2-16,0 0 0 15,5 0-7-15,10 0-14 16,6-10-41-16,-1-1-74 16,12-17-69-16,-2 3-126 15,-10 0-371-15</inkml:trace>
  <inkml:trace contextRef="#ctx0" brushRef="#br0" timeOffset="179.71">14414 9731 1443 0,'0'0'209'0,"0"0"-209"16,0 0-23-16,0 0-35 15,0 0-5-15,0 0-99 16,0 0-99-16</inkml:trace>
  <inkml:trace contextRef="#ctx0" brushRef="#br0" timeOffset="9312.16">16317 9992 718 0,'0'0'267'0,"0"0"-135"16,0 0-34-16,0 0 37 0,0 0-12 16,0 0-11-16,-22 17-4 15,21-17-13-15,0 2-26 16,1-2-15 0,-3 3 3-16,3-3-1 0,0 0-12 15,0 0-8-15,0 0-14 16,0 0-11-1,0 0-5-15,0 0 0 0,0 0-5 16,0 0 0-16,0 0 2 16,0 0-2-16,0 0 0 15,0 0 1-15,0 0-1 16,0 0-1-16,0 0-23 16,0 5-49-16,-1 0-40 15,1 0-59-15,0 2-23 16,0 0-34-16,0-3-46 15,0 0-75-15</inkml:trace>
  <inkml:trace contextRef="#ctx0" brushRef="#br0" timeOffset="9502.16">16317 9992 349 0</inkml:trace>
  <inkml:trace contextRef="#ctx0" brushRef="#br0" timeOffset="9602.06">16317 9992 349 0,'-28'93'243'0,"28"-93"-103"0,-2 0-38 16,2 0 150-16,0 0-223 0,0 0-18 15,0 0-10 1,0 0-1-16,0 0-20 0,0 0-27 15,0 0-19 1,0 0-28-16,3 0-52 0,4 0-17 0</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4:00:27.366"/>
    </inkml:context>
    <inkml:brush xml:id="br0">
      <inkml:brushProperty name="width" value="0.05292" units="cm"/>
      <inkml:brushProperty name="height" value="0.05292" units="cm"/>
      <inkml:brushProperty name="color" value="#FF0000"/>
    </inkml:brush>
  </inkml:definitions>
  <inkml:trace contextRef="#ctx0" brushRef="#br0">14262 4323 1328 0,'0'0'198'0,"0"0"-82"0,0 0 94 0,0 0-9 0,0 0-17 16,-26-74 25-1,26 72-66-15,0 2-54 16,7 8-41-16,14 15-15 0,10 8 22 0,6 10 51 31,7 0 3-31,-4-6-13 16,2-8-15-16,-2-10-20 0,4-7-5 16,3-10 0-1,16-20-2-15,22-36-3 0,22-36-9 16,12-20-6-16,-7-10-3 15,-20 0-16-15,-21 15-4 16,-13 6-4-16,-12 9-3 16,-10 20-6-16,-9 17-14 15,-8 14-14-15,-3 5-1 16,4 1-7-16,-6 3 0 0,2 2 0 16,-8 13 18-1,-5 10-9-15,0 7-9 0,-3 0-10 16,0 24-36-1,0 47 13-15,-13-1-274 0,-7 1-601 0</inkml:trace>
  <inkml:trace contextRef="#ctx0" brushRef="#br0" timeOffset="15149.08">1086 7638 1061 0,'0'0'188'0,"0"0"-114"0,0 0 23 16,0 0 13-1,-88-17-12-15,64 17 41 16,-3 7 17-16,0 9-87 16,2 4-53-16,7 5-16 15,0 4-6-15,5 3 5 16,4 1 1-16,4 4 0 0,5-2 0 15,0-1 8 1,15-3 10-16,6 2-3 16,3-1 9-16,9 1-5 15,3 0-3-15,1 0-6 0,0 5 5 16,-4-2 3 0,-4 3 2-16,-10 3 8 0,-5 2 12 15,-9 2 9-15,-5-3 0 16,-2 6-18-16,-12-4-6 15,-8-3-3-15,-2-4-10 16,-4-3-6-16,1-10-4 16,-3-6 4-16,5-5-5 15,-2-10 5-15,4-4-4 16,0 0 0-16,6-4-1 16,0-7-1-16,8 1 0 15,3 2 0-15,2 1 0 16,2 4-1-16,2 3-6 0,0 0 1 15,3 6 5 1,11 13 1-16,2 15 1 0,3 20 6 16,3 24 3-16,0 20 10 15,-6 3 33-15,-2-6 8 16,-9-21-9-16,1-20-14 16,-4-12 2-16,0-1-6 15,5 3 3-15,-4 2-1 0,2 6-10 16,0-10-5-1,0-10-5-15,-2-8-1 0,3-9-6 16,-5-8-8 0,2-1 7-16,-2-5-2 0,0 1-6 15,-1-2 0 1,2 0-1-16,1 0-6 0,4 0 1 16,5-3 5-1,1-7-7-15,4-8-20 16,5 2-56-16,-4-3-36 0,12-7-101 15,-6 5-119-15,-6 2-431 16</inkml:trace>
  <inkml:trace contextRef="#ctx0" brushRef="#br0" timeOffset="15346.68">1086 9761 2111 0,'0'0'260'0,"0"0"-232"0,0 0-28 16,0 0-1 0,0 0 1-16,0 0 0 15,0 0-132-15,0 0-265 16,0-8-501-16</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4:01:14.132"/>
    </inkml:context>
    <inkml:brush xml:id="br0">
      <inkml:brushProperty name="width" value="0.05292" units="cm"/>
      <inkml:brushProperty name="height" value="0.05292" units="cm"/>
      <inkml:brushProperty name="color" value="#FF0000"/>
    </inkml:brush>
  </inkml:definitions>
  <inkml:trace contextRef="#ctx0" brushRef="#br0">11860 9985 754 0,'0'0'210'16,"0"0"-58"-16,0 0-61 16,0 0-56-16,0 0 31 15,0 0 24-15,54 9-20 16,-19-2 8-16,12 1-12 15,5-3-12-15,6 0 4 16,16 3 4-16,13-1 12 16,18-2-2-16,-1 2-19 15,-2-4 9-15,-13 2-7 0,-8-5-14 16,-1 0 3 0,-2 0 1-16,3 0-8 0,1-1 1 15,-2-9-14 1,-12-1-6-16,-12 3-4 0,-12 3 3 15,-5 0-2 1,10-2-2-16,5 0-3 0,7-1 4 16,1 1-4-16,-2 1-1 15,3 1 0-15,0-1 0 16,-4 0-8-16,4 2 8 16,-4 1-8-16,1-1 0 15,-4 3 5-15,-4-2-5 16,1 3 5-16,-3 0-5 15,0 0 0-15,-3 0 1 16,1 0-1-16,-2 0 5 16,2 0-5-16,-5 0 0 0,3 0 1 15,1 0-2-15,-4-2 6 16,6 1-5-16,-2-3-1 16,4 2 2-16,1-1-1 15,4 2 1-15,3-1 11 16,-1-2-13-16,2 4 1 15,-1-1-1-15,1-2 1 16,0 3 1-16,4-2-1 16,-2 2 1-16,-4-2 4 0,0-1-6 15,0-2 1 1,-2 3 0-16,-2-2 0 16,2 2 1-16,-3 0-1 15,2-2 0-15,-1 3 1 0,-4-2-1 16,-5 2 0-1,0-2 1-15,-3 1-1 0,0 1-1 16,-2 0 1-16,0-1-1 0,0 2 0 16,-1 0 0-1,1 0 0-15,0 0 0 0,-1 0 1 16,0 0-1 0,2 0 0-16,-3 0 0 0,3 0 0 15,-1 0 0 1,0 0 0-16,0 4 0 0,2 1 0 15,-1-1 0 1,2-3 1-16,0 3 0 0,1-4 0 16,2 0-1-1,0 0 1-15,2 0 0 0,1 0 0 16,-4 0-1-16,4 0 7 16,2 0-7-16,-2-5-1 15,3 2 0-15,0-1 0 16,3 0 0-16,1-4 1 15,2 6-1-15,-1-2 1 16,0 2 0-16,-2 0-1 16,0 2 1-16,-1 0 0 15,-3 0 0-15,3 0 1 16,-1 0-1-16,1 0 0 16,5 2 0-16,-1 0 1 15,2 1 5-15,-1 0-6 16,0 1-1-16,-4-2 0 15,0 0 1-15,-1 0-1 16,-3 0 0-16,-1 2 1 16,-1-1 0-16,-1-2 0 0,-2 3 0 15,-1 0 0-15,-1-4 0 16,-2 0 0-16,0 0 0 16,-1 0 1-16,4 0-1 15,-3 0 0-15,7-2 1 16,-2 0 0-16,5-2 10 15,0 3-4-15,0-2 13 0,-4 3-4 16,-3-1-1 0,-3 1-3-16,-3 0 0 0,-4 0-5 15,-2 0 6-15,0 0-4 16,1 0 0-16,1 0 8 16,0 0 2-16,4 0 5 15,1-6-5 1,2 3 2-16,1-5-4 0,1 2-2 15,-6 0 1-15,-1-2-4 16,-4 1 3-16,-5 3 0 16,-4-1-3-16,-5 1 1 15,-4 3 1-15,-5-3-5 16,-2 1-3-16,-4 1 0 0,-1 1-5 16,-1 1 0-1,-2-3 4-15,0 3-5 16,-15 0-25-16,-12 0-92 15,-19 16-170-15,6-5-371 0,13-2-569 0</inkml:trace>
  <inkml:trace contextRef="#ctx0" brushRef="#br0" timeOffset="1015.96">23778 9532 1210 0,'0'0'287'16,"0"0"-20"-16,0 0-49 15,0 0 8-15,0 0 1 16,0 0-122-16,0 0-16 16,112 3-10-16,-58-2-13 0,2-1-17 15,1 0-11 1,-3 0-10-16,-6 0-6 16,-5 0-8-16,-4 0-13 15,-9 0 5-15,-8 0-5 0,-7 0-1 16,-6 0-12-1,-5 0-71-15,-4 0-38 0,0 0-95 16,-1 0-52-16,-11 0-116 16,-1 0-544-16</inkml:trace>
  <inkml:trace contextRef="#ctx0" brushRef="#br0" timeOffset="1400.04">23874 9234 1317 0,'0'0'175'16,"0"0"-54"-16,0 0 66 0,0 0-4 15,0 0-45-15,0 0-47 16,0 0-48-16,-5-23-25 15,-5 43-4-15,-2 7 28 16,-12 8 28-16,-8 11 8 16,-8 1-17-16,-3 5-13 15,-3-2-8-15,4-3-7 16,10-8-11-16,9-3-6 16,14-10-5-16,9-1-5 15,10-5 4-15,34-2 1 16,27-3-1-16,26-8-2 15,13-7 3-15,-17 0-11 16,-21-2-1-16,-26-3-25 0,15-5-145 16,-8 3-129-16,-9-4-925 0</inkml:trace>
  <inkml:trace contextRef="#ctx0" brushRef="#br0" timeOffset="8082.35">1555 9015 683 0,'0'0'124'15,"0"0"-8"-15,0 0 31 0,0 0 30 16,0 0 6-1,0 0-26-15,-7-1-17 0,7 1 0 16,0 0-30-16,0 0-37 0,0 0-14 16,10 0-21-1,8 0-7 1,8 0-6-16,6 0 8 0,4 0-1 16,9 0 10-16,1 0-2 15,-1 0-9-15,3 0-9 16,-2 1-3-16,-3 2 8 15,3-1 15-15,-5-1 1 16,1-1-8-16,-2 0-15 16,-1 0-7-16,4 0 3 15,-4 0-4-15,-2 0-6 0,5 0-4 16,-2 0 5-16,2 0 2 16,1 0 20-16,4 0-7 15,0 0 2-15,1 0-8 16,0 0-2-16,0 0-2 15,-4 0 1-15,-1 0-3 16,-2 0 2-16,-3 0-6 16,-2 0 2-16,-5 0-7 15,0 0 5-15,-1 0-4 16,3 0-1-16,-3 0 8 16,-2 0-8-16,3 0 8 0,0 0-3 15,2 0 3 1,-1 0-1-16,1 0-2 0,6-3-5 15,-4 0 1 1,0 1-1-16,1-1 1 0,-1 3 8 16,1 0 0-16,3 0 7 15,2 0-1-15,0 0-2 16,2 0-4-16,1 0 4 16,2 0-7-16,-2 0 2 15,0 0-8-15,-1 0 5 0,1 0 0 16,-2 0 11-1,1 0 4-15,-1 0-4 0,1 0-6 16,-1 0-2-16,0 0 0 16,0 0-3-1,3 0 3-15,0 0 0 16,0 0 1-16,5 0-1 0,-1 0 0 16,0 0 0-16,0 0 2 15,3 0-2-15,0 0 0 16,3 0-2-16,-1 0-6 15,0 0 0-15,3 0 7 16,-2 0 4-16,0 3-2 16,3-3 2-16,-6 0 0 0,0 1-6 15,-4-1 0 1,1 0-5-16,0 0 0 0,1 0 5 16,4 0 4-1,0-1 1-15,-1-2 2 0,5-1 1 16,-4 2-13-1,0 0 8-15,-5-2 1 0,3 2-8 16,-4 2 5 0,2 0 2-16,-8 0-7 0,4 0 4 15,-3 0 0-15,-1 0 0 16,0 0-5-16,-2 0 8 16,3 0-7-16,-3 0 4 15,-2 0-6-15,4-2 9 16,0 1 2-16,3 1-2 15,-2-1-2-15,1 1-6 16,1 0 7-16,-2 0-7 16,0 0 0-16,1 0 7 15,-3 0-7-15,-4 0 5 16,-2-2-5-16,-3-2 0 0,-2 4 7 16,-2 0-7-16,-2-2 11 15,2 0-3-15,-3 0 0 16,-1-2-1-16,6 1-1 15,-2 0-6-15,3-3 5 16,0 4 0-16,4-4-5 16,0 2 5-16,1 0-5 15,-2 0 7-15,-3 0-8 16,2 2 1-16,-3-2 0 16,-3 1 0-16,-1 3-1 15,-3-1 0-15,0 1 0 16,-1 0 0-16,-1 0 1 0,1 0-1 15,-2 0 0 1,4 0 0-16,-5 0 0 0,2 0 0 16,1 0 0-16,1 0 0 0,-8 0 1 15,8 0 0 1,-1 0 0-16,-3 0 1 0,-1 0-2 16,2 0 1-1,-3 0 0-15,0 0-1 0,1-4 0 16,-4 2 1-1,0-1 0-15,-2 0 5 0,-2-1-6 16,-2 4 1-16,-1 0-1 16,-1-1 1-1,-1-1 0-15,-4 2-1 0,-1-1 1 16,0 1-1 0,0 0 0-16,0-2-11 15,-19-6-88-15,-9-2-259 0,-12-9-499 16</inkml:trace>
  <inkml:trace contextRef="#ctx0" brushRef="#br0" timeOffset="20982.41">22055 14808 1300 0,'0'0'319'0,"0"0"-104"0,0 0 60 16,101 0 31-16,4-10-47 0,55-13-14 15,27-9-51 1,5 0-59-16,-14 4-26 0,-18 7-46 16,-2 4-19-1,-12 5-11-15,-15 4 3 16,-37 1-11-16,-34 3-11 0,-23 1-5 16,-19 3-8-16,-2-2-1 15,-8 2 0-15,-5 0-23 16,-33 9-113-16,-11 7-351 15,-25 1-74-15</inkml:trace>
  <inkml:trace contextRef="#ctx0" brushRef="#br0" timeOffset="22282.32">2249 15844 847 0,'0'0'133'0,"0"0"-83"15,0 0 47-15,0 0 5 16,0 0-47-16,0 0-18 0,0 0-3 16,49-63 19-16,35 47 51 15,31-5 18-15,12-4-8 16,-8 6 11-16,-15 0-34 16,-19 5-8-16,-3 2-2 15,-2-3-29-15,-14 4 23 16,-11 1-30-16,-11 3-26 15,-7 0 2-15,5 1-11 0,1-2-1 16,4 3-8 0,-7 2-1-16,-1 3-8 0,5 10-37 15,-6 9-70-15,-8-4-678 0</inkml:trace>
  <inkml:trace contextRef="#ctx0" brushRef="#br0" timeOffset="23100.08">8319 15737 1104 0,'0'0'253'15,"0"0"-45"-15,0 0-68 0,0 0 56 16,0 0 10-1,134-37-5-15,-7-1-32 0,20-5-60 16,-3 1-14 0,-16 7-34-16,-30 11-7 15,-20 7-9-15,-19 4-6 16,-15 6-8-16,-4 2-13 0,2 0-6 16,-2 2-11-1,1 3-1-15,-13 0-1 0,-8 0-41 16,-5 18-118-16,-3 0-163 15,-7-2-342-15</inkml:trace>
  <inkml:trace contextRef="#ctx0" brushRef="#br0" timeOffset="23700.03">11502 15705 834 0,'0'0'283'0,"0"0"-32"16,0 0-23-16,0 0-21 0,0 0-19 15,0 0 39 1,126 6-22-16,14-30-64 0,23-4-34 15,3-4-32 1,-18 7-29-16,-34 6-7 0,-26 9-8 16,-22 6-14-16,-22 4-9 0,-5 0-8 15,2 0-9 1,12 10-14-16,29 0-145 0,-16-4-368 16,-1-6-651-16</inkml:trace>
  <inkml:trace contextRef="#ctx0" brushRef="#br0" timeOffset="24200.22">14548 15655 695 0,'0'0'166'0,"0"0"-87"0,0 0 30 0,0 0 21 16,0 0-24-16,0 0 39 0,0 0 29 16,69 15-44-1,16-15-18-15,44-21-3 0,32-9-40 16,23-6-42 0,8-5-15-16,-7-5-12 0,-38 10-212 15,-34-1-705-15</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4:02:24.982"/>
    </inkml:context>
    <inkml:brush xml:id="br0">
      <inkml:brushProperty name="width" value="0.05292" units="cm"/>
      <inkml:brushProperty name="height" value="0.05292" units="cm"/>
      <inkml:brushProperty name="color" value="#FF0000"/>
    </inkml:brush>
  </inkml:definitions>
  <inkml:trace contextRef="#ctx0" brushRef="#br0">18901 14668 427 0,'0'0'136'0,"0"0"138"15,0 0-24-15,0 0-37 16,0 0-56-16,0 0 9 16,-1-57 29-16,1 45-50 0,0 1-14 15,4 1-44 1,7 0-34-16,1 3 3 0,1 5-21 16,3 2-17-16,3 7 3 15,-5 18-3-15,1 9-8 16,-9 11 8-16,-1 5 0 15,-5 11-1-15,0 1 1 16,-5-1-3-16,2-4-1 0,0-9-6 16,3-8-7-1,0-9 7-15,0-8-7 0,9-8 1 16,5-10 4 0,-1-1-5-16,4-4 1 0,-1-9-2 15,4-12-9 1,-3-6-9-16,-2-1 11 0,-1 2 7 15,-6 4 4 1,-5 7-4-16,0 8 0 16,-2 7-1-16,0 0 0 0,2 10 1 15,3 17 11-15,-3 9 26 16,0 5 9-16,2 6-1 0,-3 5-2 16,0-2 12-1,-1-1 0-15,-1 0-2 0,0-6-16 16,0-3 0-1,-5-5-7-15,-3-5-9 16,-2-6 5-16,0-6-19 16,-3-7 4-16,0-2 4 15,-5-7-9-15,-5-2-5 16,-4 0 1-16,-5 0 5 0,-4-1-7 16,-1-6-2-16,-2 0-46 15,0 0-71-15,-14-2-60 16,12 1-106-16,3-3-352 0</inkml:trace>
  <inkml:trace contextRef="#ctx0" brushRef="#br0" timeOffset="166.51">19150 15375 1962 0,'0'0'244'0,"0"0"-179"0,0 0-61 16,-71 9-4-16,39-9-121 0,9-6-357 16,-1-8-526-16</inkml:trace>
  <inkml:trace contextRef="#ctx0" brushRef="#br0" timeOffset="3396.13">10279 11776 280 0,'0'0'145'16,"0"0"-51"-16,0 0 3 16,0 0 52-16,0 0-21 15,0 0 4-15,0 0 15 16,-23-20-21-16,23 17 6 15,0 1-10-15,0 1 6 16,0-1-5-16,0 2-10 16,0 0-35-16,7 0-30 0,12 0 12 15,11 0 2-15,12 6 15 16,7 0-12-16,8 0 1 0,3-1-6 16,4 2-16-1,0 1-14-15,2-2-6 16,-3 0 1-16,-2-4-4 15,0 0-6-15,-2-2-5 0,-3 0 2 16,1 0-2 0,0-6 4-16,0 0 1 0,1-2-5 15,2 0-2-15,0 2-7 16,2-2 7-16,2 2-7 16,-2 0 0-16,-2 2 12 15,0 2-12-15,-2 0-1 16,2 1 0-16,0 0-2 15,1 1 2-15,3-2-1 16,4 0 1-16,-4 1 1 16,0 1-1-16,-4 0 0 15,-2 0 0-15,-3 0 1 16,-4 0-1-16,-1 6 1 16,1-1 0-16,-2 1 0 15,-2 0 7-15,2-2-8 0,1-1 0 16,-1 2 4-1,-4-3-4-15,4 1-2 0,-1 0 1 16,-1 2 0-16,3 0 1 16,-1 1-1-1,3 2 0-15,0 2 1 16,0-2 0-16,3-2 0 16,0 2 0-16,2-3 1 15,2-1-1-15,1-4 1 0,7 0-1 16,8 0 1-16,-3 0 1 15,-2-4-1-15,-1-1 11 16,-6 1-10-16,10 0-2 16,-4 2 0-16,3 2 0 15,-2 0 1-15,1 0 1 16,-4 0-1-16,2 0 5 16,-3 0 0-16,2 0 0 0,-2 0-4 15,-1 2 4-15,1 0 3 16,1 2-2-16,3-4 11 15,-3 2 0-15,3-1 4 16,-3-1-5-16,1 0-4 16,1 0 2-16,2 0 0 15,-3 0-2-15,0 0 4 16,0-1 1-16,-6-1-2 16,0-4 5-16,0 3 15 0,-3-3-9 15,-4-1-8 1,3-1 2-16,-4 0 6 15,-4 0 2-15,0 0 7 16,-2 0-12-16,0 0 0 0,-5 1 0 16,-1 2-2-16,-5 0 2 15,0 2-1-15,-4 1-7 16,1 0 6 0,-3 0 4-16,0 1-7 0,0 0-5 15,0-1 1-15,-1 1 1 16,2 0 2-16,-1-1-1 15,-3 0-7-15,-2 2 4 0,-3 0-5 16,-3 0 3 0,-3 0 1-16,0 0 2 15,-6-1-3-15,-1 1 6 0,0-1-1 16,-3 0-1 0,1-1 1-16,0 1-2 0,-3 1-3 15,1-2-3 1,-1 0-2-16,-2 2 1 0,4-3-2 15,0 1-5 1,-1 1 5-16,0-1-5 0,0 0 0 16,1 2 0-16,-2-3 1 0,1 0-1 15,-3 1 0 1,3 0 1-16,-5 0-1 16,5 1 0-16,-6 1 0 15,0-3-1-15,0 0-1 0,0-6-54 16,-2-2-53-1,-30-12-150-15,0-1-466 0,0-5-1140 0</inkml:trace>
  <inkml:trace contextRef="#ctx0" brushRef="#br0" timeOffset="6214.27">21065 11790 642 0,'0'0'182'0,"0"0"-22"15,0 0 28 1,0 0 41-16,0 0-46 0,0 0-6 16,-43-16-41-16,43 16-38 15,7 0 10-15,27 0 30 16,38 4 30-16,45 4-53 16,27 0-26-16,15-4-6 15,-4-4 1-15,-15 0-8 16,-11 0-16-1,-8-2-5-15,-16-4-14 0,-13-2-16 16,-24 4-4-16,-14-1-11 0,-17 0-4 16,-5 3-4-1,-2 0-1-15,0-1-1 16,-7 2-53-16,-17 1-119 16,-6 0-164-16,-12 0-297 0</inkml:trace>
  <inkml:trace contextRef="#ctx0" brushRef="#br0" timeOffset="17360.12">5394 15838 1260 0,'0'0'253'15,"0"0"-150"-15,0 0 24 16,0 0 53-16,0 0 7 15,0 0-8-15,-57-45-69 16,57 45-53-16,5 13-27 16,12 14 3-16,6 8 17 0,7 7 14 15,4 6 9-15,3-3-11 16,-2-4-15 0,2-8 16-16,-2-8-9 0,5-12 0 15,5-13 11-15,13-10 6 16,26-43-14-16,25-31-14 15,5-14-8-15,-3-7-13 16,-8 7-10-16,-16 11-6 16,-2 2-6-16,-4 6 0 15,-14 17-27-15,-19 18 6 16,-14 16-9-16,-10 15-20 0,-2 5-34 16,-13 29 1-1,-2 13-224-15,-7 14-347 0</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4:02:50.545"/>
    </inkml:context>
    <inkml:brush xml:id="br0">
      <inkml:brushProperty name="width" value="0.05292" units="cm"/>
      <inkml:brushProperty name="height" value="0.05292" units="cm"/>
      <inkml:brushProperty name="color" value="#FF0000"/>
    </inkml:brush>
  </inkml:definitions>
  <inkml:trace contextRef="#ctx0" brushRef="#br0">9954 6836 776 0,'0'0'335'0,"0"0"-117"0,0 0-1 16,0 0-2-16,0 0 1 15,0 0-7 1,-52-12-12-16,49 12-28 0,3 0-26 16,0 0-43-16,0 3-40 15,13 12-7-15,5 9 58 16,3 3-12-16,3 1-32 15,2-2-19-15,-1-2-6 16,1-9-9-16,2-5 1 16,0-7 5-16,2-3 5 15,2-13 16-15,3-16-3 16,7-22-11-16,9-24-1 16,4-21-18-16,0-7-6 15,-12 16-19-15,-10 21-2 16,-12 26 2-16,-1 4-1 0,-3 3 0 15,-2 0-1 1,-2 4-16-16,-5 13-25 0,-3 8-7 16,-5 8-78-16,0 8-254 15,0 8-470-15</inkml:trace>
  <inkml:trace contextRef="#ctx0" brushRef="#br0" timeOffset="3132.07">12179 6834 524 0,'0'0'155'16,"0"0"51"-16,0 0 7 15,0 0 33-15,0 0-32 16,0 0-9-16,-61-16-37 0,61 16-62 15,0 0-64 1,17 0-23-16,13 7 27 0,25 4 121 16,24 6-28-16,26-1-64 15,9-4-22-15,1-4-1 16,-11-1 4-16,-13-4-7 16,1-3-6-16,2 2-15 15,1-2 2-15,2 0-4 0,-2 0-4 16,1-6 6-1,-2-4 1-15,5 1-11 0,-2 2-2 16,0 3 5 0,-2 0-3-16,-3 4 5 0,-1-3-17 15,2-2 1 1,-5 4 3-16,-4-3-4 0,-2-2-4 16,-7 0-1-1,-1 4 5-15,1-1-4 0,2 3 7 16,-2 0-8-16,-11 0 6 15,-11 3-1-15,-9 2 0 16,0 1 3-16,3 2-8 16,11 0 0-16,6 4 0 0,3-2 7 15,1 0-1 1,-2 2 11-16,2-2-1 0,-2 0-4 16,-1 0 5-1,-1-4 0-15,3 2 12 0,3-2-6 16,3-3-7-1,-2-3-1-15,1 0 1 0,-3 0 3 16,3 0 9 0,7 0-5-16,14 0-6 15,12 0-2-15,2 0 2 0,-10 0 8 0,-6 0 5 16,-12 0-7 0,2 0 0-16,1-1 5 0,2-9 1 15,-1 2 12 1,-3 4-6-16,-11-3-3 15,-16 4 3-15,-12 1-17 16,-7 0-2-16,6-1 2 16,3 0 14-16,0 1 6 15,-6-2 6-15,-6-2-3 16,-5 2-12-16,-7-2 0 16,-6 1-3-16,-2-2-3 0,-1 2-10 15,-4-2-14-15,2-1 0 16,2-5 0-16,-1 1 0 15,-2 1 0-15,1 1 0 16,-8 5 0-16,0 1 0 16,0 2-108-16,-35 2-41 15,-57 6-158-15,3 9-442 16,-15 2-931-16</inkml:trace>
  <inkml:trace contextRef="#ctx0" brushRef="#br0" timeOffset="5816.99">4154 8980 955 0,'0'0'389'16,"0"0"-226"0,0 0 71-16,0 0-67 0,0 0-34 15,0 0 7-15,0 0-22 16,-55 18-26-16,63-10-21 16,17 0-4-16,11-1 3 15,22 0 18-15,21-5-6 16,20-2 9-16,9-14 9 15,-2-9-12-15,-10-6-14 16,-6-2-17-16,-2 1-11 0,-18 2-19 16,-11 6 12-16,-17 5-9 15,-9 0-2 1,4 3-19-16,5-2-3 16,-6 1-5-16,-7 4 0 0,-9 3-1 15,-7 4-5-15,-5 4-22 16,1 0-49-16,7 4-206 15,0 10-100-15,4-6-611 0</inkml:trace>
  <inkml:trace contextRef="#ctx0" brushRef="#br0" timeOffset="7547.04">9018 7592 351 0,'0'0'152'15,"0"0"4"-15,0 0 82 16,0 0 11-16,0 0-7 16,0 0-53-16,20-76-36 0,-20 60-7 15,-3 5 13 1,0 2 0-16,-5 6-8 16,-1 3-44-16,-1 0-52 15,-8 10-25-15,3 17-13 0,-4 7-15 16,8 4 23-1,2 2-4-15,9-2-5 0,0-3-7 16,12-3 2 0,10-2-11-16,8-2 14 0,5-2-4 15,7 0 2-15,1 1 2 0,0-2-7 16,-5 1 0 0,-3 0 4-16,-10 1-11 15,-5 2 11-15,-12 2 2 16,-6 1-1-16,-2 2 0 15,-10 1-6-15,-10 0 6 16,-4-5-6-16,-4-3-5 16,-2-5 0-16,3-9 8 0,0-8 0 15,6-5 15 1,1 0 5-16,5-12-11 16,6-1 1-16,3 5-6 15,3 1-2-15,3 6-11 16,0 1 0-16,3 0-12 0,8 16 11 15,11 13 1 1,8 21 12-16,0 21 17 0,-1 22 35 16,-4 10 12-16,-8-4-1 15,-9-21-6-15,-5-22 2 16,-1-14-13-16,0-9 2 16,4 4-17-16,0-4-16 15,1-1-4-15,-1-10-22 16,0-9 8-16,0-6-1 15,0-3-7-15,-1-4 5 16,3 0-4-16,3 0 5 0,4-9-5 16,5-6 4-1,6-5-6-15,2-2 0 0,0 4-56 16,2 0-47-16,1 4-104 16,12 2-107-16,-7 8-250 15,-6-2-349-15</inkml:trace>
  <inkml:trace contextRef="#ctx0" brushRef="#br0" timeOffset="7748.92">9602 9078 2378 0,'0'0'284'0,"0"0"-175"0,0 0-39 15,0 0-36-15,0 0 114 16,0 0-24-16,0 0-70 16,-24 7-54-16,24-7-1 15,0-12-216-15,0-3-314 16,-3-8-654-16</inkml:trace>
  <inkml:trace contextRef="#ctx0" brushRef="#br0" timeOffset="19083.25">10384 10735 992 0,'0'0'257'0,"0"0"-59"15,0 0-9-15,0 0-13 16,0 0-9-16,0 0-33 16,-40-15 12-16,37 15-3 15,3 0-59-15,0 0-41 16,0 0-25-16,16 18-7 15,7 4 30-15,6 8 48 0,5 2-4 16,-1 2-30 0,1-6-7-16,0-2 24 15,-4-4-8-15,4-5 0 16,0-5-1-16,5-8-9 0,4-4 8 16,7-11 1-16,13-27 7 15,17-24-12-15,-5-5-10 16,-8 5-7-16,-11-1-14 15,-12 14-3-15,5-6-3 16,-1-4-2-16,-1 6 4 16,-10 7-10-16,-4 8-1 15,-8 8-4-15,-1 3-7 16,-7 7 5-16,-6 6-5 0,-2 3 0 16,-4 7 0-1,-3 1-1-15,-1 3-24 16,1 0-35-16,-2 0-41 15,1 0-79-15,3 1-165 0,-1 9-237 16,-3-3-162-16</inkml:trace>
  <inkml:trace contextRef="#ctx0" brushRef="#br0" timeOffset="29176.97">223 12714 109 0,'0'0'926'16,"0"0"-662"0,0 0-7-16,0 0-87 0,0 0-88 15,0 0-40-15,-30 0-15 16,36 0-16-16,15 0 11 15,9 0 49-15,9 2 3 16,5 2 15-16,8-2-2 16,5-2-12-16,3 1 1 0,3 1 2 15,13 1-8 1,12 1-12-16,-7-3 5 16,-10-1-17-16,-11 0 8 15,-10 0-19-15,4 0 6 16,4 0-14-16,-6 0 20 15,-6-3-3-15,-7-1-14 16,-8 1 3-16,-5 2-20 16,-4-3-2-16,-7 2-5 0,-6 2-5 15,-4-1 1 1,-2 1 10-16,0 0-12 0,-3 0-2 16,0 0-20-16,0 0-35 15,0 0-52-15,0 0-247 16,-10 0-691-16</inkml:trace>
  <inkml:trace contextRef="#ctx0" brushRef="#br0" timeOffset="30230.44">2796 12612 758 0,'0'0'364'0,"0"0"-105"16,0 0-4-16,-77 24-79 15,71-21-83-15,6-2-39 0,2 1-19 16,23-1 12-1,12-1 25-15,23 0 3 0,27-7 25 16,22-15-15 0,14-6 26-16,-12-5-8 0,-24 7-44 15,-27 10-18 1,-20 3-7-16,-5 4-3 0,1 0-10 16,1 3-8-16,-1 1-4 15,-5 1 3-15,-10 3-6 16,-9 1-5-16,-5 0-1 0,-7 0-9 15,0 0-48 1,-6 3-108-16,-32 17-171 16,0-5-227-16,-5 5-279 0</inkml:trace>
  <inkml:trace contextRef="#ctx0" brushRef="#br0" timeOffset="30483.06">2885 12955 467 0,'0'0'1237'0,"0"0"-1052"15,0 0-100-15,0 0 72 0,0 0 18 16,87-22-69 0,-43 2-20-16,11-10-14 0,4-4-29 15,8-4 6 1,-2-1-21-16,0-1-13 0,-5 1-3 15,-3 9-1 1,-3 3-11-16,-2 12-1 16,-2 8-8-16,21 7-96 0,-16 0-404 15,-5 0-923-15</inkml:trace>
  <inkml:trace contextRef="#ctx0" brushRef="#br0" timeOffset="33047.04">9676 12720 602 0,'0'0'106'0,"0"0"2"15,0 0 57-15,0 0 37 16,0 0 16-16,0 0-18 16,-54 49-32-16,59-42-38 15,16 1 16-15,11 2-42 16,13 1 12-16,17 1 6 16,20-7-20-16,15-5-11 0,3 0 4 15,-1-5-23 1,-5-15-28-16,-9-4 3 0,1-3 20 15,-14 4-21 1,-17 5-5-16,-13 6-1 0,-6 1-15 16,3-1-8-16,1 0-10 0,0 4 2 15,-8 0-8 1,-8 2 0-16,-9 3-1 0,-4 0-1 16,-7 3-96-1,0 0-75-15,2 0-155 16,-1 6-384-16,-2 4-564 0</inkml:trace>
  <inkml:trace contextRef="#ctx0" brushRef="#br0" timeOffset="38367.08">13271 11740 681 0,'0'0'225'0,"0"0"-92"16,0 0 0-16,0 0 48 15,0 0-15-15,0 0-6 16,0 0 5-16,0-14-29 15,0 2-5-15,0-3-50 0,0-2 37 16,0-4-32 0,-6 0-12-16,4-1-8 0,-3-4-14 15,-2-1 3-15,1-1-12 16,-3-4 5-16,-5 0-9 16,1-1-4-1,-5 1 18-15,2-3-13 0,-3 4-3 16,-1-1-10-16,0 4 3 0,1 0 3 15,-1 3 7 1,-3 2-16-16,5 2-4 16,-1 1-7-16,-1 2-4 15,5 1-1-15,-2 5-8 16,-2-3-1-16,1 5 1 0,0-2-1 16,-3 1 0-1,-2 2 1-15,2 1 0 0,-2 2-6 16,2-1-5-16,-3 4-8 15,2-1 4-15,0 1 13 16,0 3-22-16,-1 0 2 0,-2 0 15 16,-2 0 5-1,-3 0-7-15,-4 0-3 16,-3 5-25-16,0-1 19 16,4-2 1-16,1 4 16 0,0-6-16 15,4 3 4 1,3 0 2-16,4-1-3 0,1-2 6 15,6 2 1 1,-2-1-4-16,6 2-4 16,1-1 2-16,2 0 2 15,3 0 4-15,-3-1 6 0,2 1 0 16,-2 3 0-16,-1 0 0 16,0 0-1-1,0 3 1-15,-4 2-5 16,2 2 4-16,-4 0 1 0,1 1-1 15,-2 0 2-15,2-1 0 16,-1-1 1-16,4-1-1 16,1-3 0-16,1-2 0 15,4 1 1-15,0-2-1 16,2-2 0-16,-1 4 0 16,0-3 0-16,0 3-1 15,-1-1 1-15,0 1-1 16,1 2 0-16,0-3 0 15,0 0 0-15,1 0 1 16,0-4-1-16,2 3 0 0,-1 0 1 16,-1-2 0-16,1 0 0 15,-1 4-1-15,1-4 1 16,-3 0-1-16,4 2 1 16,0-2 0-16,0 0 0 15,0 0 0-15,0 0 1 0,0-2-2 16,0 0 1-1,0 4 0-15,0-4-2 0,0 0-17 16,0 0-8-16,0 4-7 16,0-2-117-16,0 0-204 15,0-2-460-15</inkml:trace>
  <inkml:trace contextRef="#ctx0" brushRef="#br0" timeOffset="40250.87">10451 14601 1266 0,'0'0'183'0,"0"0"-39"15,0 0 15-15,0 0 56 0,0 0-29 16,0 0-54-1,0 0-77-15,71 1-15 0,32-12 44 16,18-6 41 0,10-6-19-16,-12-1-31 15,-21 4-10-15,-6 2 2 16,-7-1 22-16,-7 1-28 16,-11 4-15-16,-16 2 4 15,-14 3-16-15,-9 3-4 0,4-3-9 16,-4 4-7-16,1-3-8 15,-12 3-5-15,-3 1-1 16,-7 3-1-16,-4 1-34 16,0 0-91-16,-3 0-79 15,9 0-126-15,-1 10-309 16,1-2-159-16</inkml:trace>
  <inkml:trace contextRef="#ctx0" brushRef="#br0" timeOffset="41018.85">15467 14559 1388 0,'0'0'370'15,"0"0"-162"-15,0 0-34 0,0 0 84 16,0 0 8-16,128 15-28 16,-42-15-52-1,20-2-87-15,4-12-38 16,-23 0-16-16,-24 2-18 0,-25 2-8 15,-10 2-13 1,1-2-5-16,-2 2-1 0,-2-4 0 16,-9 8-22-16,-10 1-61 15,-6 2-83-15,-20-1-66 16,-13 0-316-16,-7-1-572 0</inkml:trace>
  <inkml:trace contextRef="#ctx0" brushRef="#br0" timeOffset="42137.11">4556 14450 761 0,'0'0'119'0,"0"0"-34"15,-75 27 77 1,40-12 52-16,0-1 3 0,5-3-43 16,8-1-89-16,6-5-39 15,10-3 8 1,3 1-16-16,3-3-7 16,0 0-2-16,14 0 6 0,13 0-1 15,5-5-5-15,5-5-7 16,3-5-4-16,-2 2-12 15,4-7-6-15,-3 0 2 16,1-2 4-16,-3 1 3 0,-1 1 16 16,-2 4 4-1,-7 3-29-15,-5 6-29 0,-7 3-258 16,-10 3-454-16</inkml:trace>
  <inkml:trace contextRef="#ctx0" brushRef="#br0" timeOffset="42379.63">4536 14671 1480 0,'0'0'253'0,"0"0"-117"15,0 0-64-15,0 0-8 16,0 0 61-16,0 0-51 15,0 0-24-15,70-42-13 16,-38 19-9-16,4-5 0 16,4-4-1-16,6-4-5 0,1 3 3 15,10 6-25 1,-17 11-95-16,-17 9-649 0</inkml:trace>
  <inkml:trace contextRef="#ctx0" brushRef="#br0" timeOffset="45584.72">1368 16323 1077 0,'0'0'191'0,"0"0"-136"16,0 0-34-16,0 0 15 15,0 0 5-15,0 0-8 16,-20 2 2-16,26-2 26 16,11-5 10-16,3-9-7 0,8-2 8 15,6-5-17-15,3-5-12 16,3-2-14-16,3-2-11 16,-3-1-8-1,4 0-9-15,-9 0 0 0,1 3-1 16,-8 4-1-1,-8 6-12-15,-2 6-9 0,-14 12-32 16,-4 0-173-16,0 12-752 0</inkml:trace>
  <inkml:trace contextRef="#ctx0" brushRef="#br0" timeOffset="45846.86">1277 16556 1622 0,'0'0'200'16,"0"0"-154"-16,0 0-2 0,0 0 15 16,0 0-6-16,0 0-11 0,71-52-1 15,-28 18-8 1,7-4-4-16,4-6-10 16,6-1-7-16,-2 0-10 15,3 3-1-15,-7 8-1 0,-3 4-12 16,-7 7-5-1,1 6-17-15,-16 8-135 0,-7 5-946 16</inkml:trace>
  <inkml:trace contextRef="#ctx0" brushRef="#br0" timeOffset="47834.69">9946 16306 880 0,'0'0'223'0,"0"0"-6"16,0 0-46-16,0 0-17 16,0 0 74-16,0 0-52 15,0 0-41-15,-55 4-15 0,55-4 31 16,0 0-47 0,0 0-65-16,2 0-15 0,11-4 13 15,7-6 2 1,11-3-3-16,10-9-2 0,8-5 0 15,4-5-7 1,4-3-3-16,8-7-4 0,-2 1-6 16,6-3-5-16,-3-1-1 15,-5 6-7-15,-4 4 5 16,-8 4-5-16,-7 5 0 0,-8 6 0 16,-8 1-1-1,-11 7 0-15,-3 3 0 0,-7 6-1 16,-4 3-12-1,-1 0 4-15,-5 0-19 0,-49 39-50 16,1 1-445 0,-13 6-939-16</inkml:trace>
  <inkml:trace contextRef="#ctx0" brushRef="#br0" timeOffset="50067.21">3876 16237 1068 0,'0'0'272'16,"0"0"-81"-16,0 0 8 0,0 0 41 15,0 0 5 1,0 0-82-16,0 0-83 0,-30 19-7 15,46-19-8 1,2-5-17-16,9-5-12 0,4-2-2 16,5-4-6-16,3-2-7 15,4-3-6-15,0-2-14 16,-1 1 9 0,1-2-9-16,-4 4-1 0,-7 3-2 15,-7 6-18-15,-12 8-27 0,-13 3-203 16,0 10-269-1,-11 5-271-15</inkml:trace>
  <inkml:trace contextRef="#ctx0" brushRef="#br0" timeOffset="50317">3819 16481 1781 0,'0'0'311'0,"0"0"-111"0,0 0 39 15,0 0-96 1,0 0-65-16,0 0-23 0,0 0 2 16,104-51-4-16,-62 25-8 0,6-2-19 15,-2 0-16 1,4 0 5-16,1-2-14 16,-1 1 5-16,-2 4-6 15,-5 4-9-15,-1 7-27 16,1 12-36-16,-9 2-207 15,-8 2-506-15</inkml:trace>
  <inkml:trace contextRef="#ctx0" brushRef="#br0" timeOffset="62496.69">11202 15049 958 0,'0'0'200'0,"0"0"-66"0,0 0 23 15,0 0 29-15,-31-77 10 16,11 57-33-16,-8 2-61 15,-6-1-39 1,-8 2 16-16,-8 3-23 0,-16 0-7 16,-21 1 6-16,-26 6-18 15,-14 4 3-15,-6 3-11 16,4 10-9-16,14 8-10 16,9 4 14-16,3 3-9 15,-1 5-9-15,-1 2-5 16,1 2 14-16,10-3 26 15,17-6-15-15,21-1-4 0,16-4-15 16,4-5 6-16,-1 7-12 16,0 3 5-16,-2 4 6 15,7-1 5-15,5 4-17 0,4 1 6 16,3 5 2 0,0 1 4-16,-1 5 4 0,3 4-4 15,2 1 4 1,-3 7-7-16,2 0 6 0,0 3-1 15,0 2 1 1,5 0 4-16,3 2 3 0,2 2-1 16,5-1 0-1,2 3 3-15,2-5-4 16,13-1-1-16,4-2-5 0,2-2-4 16,7-2-4-1,3 4 4-15,5-4 7 16,3-1-17-16,4-1 12 15,2-2-3-15,7-2-3 16,0-3 0-16,3-4-1 0,-1-2-4 16,-1-8-1-16,-2-1 9 15,-1-5 1-15,0-7 11 16,2-2 18-16,2-6-12 16,-1-6 3-16,3-5 2 15,0 0-5-15,1-8-2 16,2-9-1-16,15-4-11 0,13-5-1 15,14-6-1 1,-9 0-1-16,-18 10-2 0,-22 3 2 16,-13 3-1-16,6-2 2 15,0-3-2-15,9-6 3 16,-6 3-2-16,-7-5 2 16,-3-1-1-16,-4 0-10 15,-2 0 8-15,1-2 7 0,-1-4-5 16,-2-2 1-1,-1 2-12-15,-2-4 12 16,-3 3-3-16,-4-2 1 16,0 4 1-16,-3-4-1 15,-3-2-1-15,-1 1-1 16,-1-6 4-16,-3 2-3 16,-2-2-9-16,1-1 17 0,-4 3-1 15,-1 2 1 1,2 4-4-16,-1 2-4 0,-1 5-1 15,-1 1-7 1,-1 2 1-16,1 2-2 0,-1-2 0 16,1 0-5-16,1-2-4 0,-2-4 7 15,-1 1-10 1,0-1 11-16,1-1-1 16,-1 0-4-16,0 1-3 15,0-1-3-15,0 0-4 16,0 1 1-16,-2-1 4 15,-7 1 4-15,-3-2-4 16,0 0 10-16,-5 0-8 16,3-1-5-16,-4 0 4 15,1 1 1-15,2 3 0 0,-1 3 3 16,3 3-11-16,-1 3 5 16,4 4 5-16,0 5-16 15,2 3 5-15,3 2 5 16,-2 5-5-16,5 0 6 15,0 3 1-15,1-1-10 16,-1 3 0-16,-2 0-13 16,-5 0-11-16,-25 25-84 15,2 7-358-15,-10 2-428 0</inkml:trace>
  <inkml:trace contextRef="#ctx0" brushRef="#br0" timeOffset="63900.74">11130 16813 1424 0,'0'0'258'16,"0"0"-39"-16,0 0-2 15,0 0 21-15,0 0-41 16,0 0-85-16,0 0-30 15,34 65 48-15,-7-24-21 0,3 9-27 16,-1-2-26-16,-2 1-32 16,1-6-12-16,-3 0-11 15,-2-8-1-15,-6-4-38 16,0-9-148-16,-9-4-114 16,-5-11-260-16,-3-7-162 0</inkml:trace>
  <inkml:trace contextRef="#ctx0" brushRef="#br0" timeOffset="64251.56">11136 16772 1208 0,'0'0'272'0,"0"0"-42"0,0 0 11 16,-73-2-55-1,51 18-42-15,1 3-10 16,0 0-46-16,0 4-24 15,7-6-11-15,1-4-12 16,6-5-17-16,3-5-7 16,2-3 6-16,2 0 17 0,0-16 44 15,0-9-35-15,0-12-28 16,10-3-12-16,7-6 9 16,2 8-3-16,4 5-15 15,-1 9 0-15,3 14-8 16,0 7-10-16,2 3-1 15,1 8-14-15,2 13-1 16,2 4-89-16,16 11-158 0,-9-6-290 16,-2-6-467-16</inkml:trace>
  <inkml:trace contextRef="#ctx0" brushRef="#br0" timeOffset="64416.98">11752 16732 1697 0,'0'0'322'0,"0"0"-140"15,0 0-43-15,0 0-87 0,0 0-33 16,0 0-19 0,0 0-199-16,-23-9-365 0,32 2-593 0</inkml:trace>
  <inkml:trace contextRef="#ctx0" brushRef="#br0" timeOffset="164929.95">12885 12648 649 0,'0'0'290'0,"0"0"10"15,0 0-38-15,0 0 47 16,0 0-58-16,0 0-85 16,3-3 31-16,15 3-47 15,12 0-44-15,26 0 16 16,29 1 7-16,24 3-17 15,6-1-36-15,-10-3-23 0,-15 0-11 16,-15 0-9 0,-10-5-8-16,-12-3-14 0,-10 3-2 15,-7 0-8-15,2-4 5 16,4 0-6-16,-5 0-38 16,-10 2-74-16,-12 1-107 0,-15 6-55 15,-18 0-251 1,-9 0-336-16</inkml:trace>
  <inkml:trace contextRef="#ctx0" brushRef="#br0" timeOffset="165167.04">12861 12944 1217 0,'0'0'652'15,"0"0"-567"-15,0 0-40 16,0 0 132-16,0 0 85 15,115 32-35-15,-30-32-58 16,23-3-65-16,4-11-50 16,-8-4-13-16,-24 1-12 15,-28 4-14-15,-12 3-6 0,-1 2-9 16,-1-2-12 0,0 2-65-16,3-2-110 0,-14 4-160 15,-16 1-365-15</inkml:trace>
  <inkml:trace contextRef="#ctx0" brushRef="#br0" timeOffset="189616.97">18042 8321 1245 0,'0'0'310'15,"0"0"-46"-15,0 0-28 16,0 0 16 0,0 0-13-16,0 0-24 0,153 8 33 15,10 0-36-15,26-4-40 16,13 0-77-16,-20-4-17 16,-33 0-6-16,-19 0 6 15,-34 0-20-15,-33 0-13 16,-24 0-18-16,-12 0-12 15,-3 0-4-15,2 0-4 0,-6 0-6 16,-11 0-1-16,-9 0-23 16,-5 0-76-16,-76 18-80 15,5 4-392-15,-19-3-318 0</inkml:trace>
  <inkml:trace contextRef="#ctx0" brushRef="#br0" timeOffset="192198.82">12663 8299 1206 0,'0'0'363'15,"0"0"-91"1,0 0-81-16,0 0-1 16,0 0 1-16,80-7-26 15,-27 7-26-15,26 0-24 0,31 0 31 16,15 0-4-1,3 0-40-15,-5-5-19 0,-15-5-16 16,-3-4-13-16,-7 1-9 16,-5 0-11-16,-22 0-5 15,-17 2-4 1,-13 4-14-16,-7-2-10 0,-1 0 5 16,5-1-5-16,-5 0 0 15,-12 0 5-15,-6 5-6 16,-11 1 0-16,-4 1-23 15,-26 3-115-15,-8 0-371 16,-14 8-445-16</inkml:trace>
  <inkml:trace contextRef="#ctx0" brushRef="#br0" timeOffset="193048.18">15351 8425 606 0,'0'0'237'16,"0"0"-71"-16,0 0-23 0,0 0-10 16,0 0-15-16,0 0-46 15,0 0-40-15,0 0-19 16,0 1-11-16,0-1-2 16,0 2 0-16,0 2-74 15,3 0-174-15,3-1-494 0</inkml:trace>
  <inkml:trace contextRef="#ctx0" brushRef="#br0" timeOffset="193676.77">20771 8363 1565 0,'0'0'504'0,"0"0"-214"16,0 0-77-16,0 0-25 15,0 0 3-15,153 0-6 16,-25 0-56-16,15 0-9 16,1-1-47-16,-19-2-23 15,-24 3-22-15,-7 0-7 16,-21 0-7-16,-16 0-14 16,-18 0-6-16,-11 4 6 15,-5 2-21-15,-7-3-101 0,-16 10-200 16,-13-5-356-16,-23-5-560 0</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4:12:38.654"/>
    </inkml:context>
    <inkml:brush xml:id="br0">
      <inkml:brushProperty name="width" value="0.05292" units="cm"/>
      <inkml:brushProperty name="height" value="0.05292" units="cm"/>
      <inkml:brushProperty name="color" value="#FF0000"/>
    </inkml:brush>
  </inkml:definitions>
  <inkml:trace contextRef="#ctx0" brushRef="#br0">7265 11671 1285 0,'0'0'319'16,"0"0"-34"-16,0 0 57 0,-24-89-96 16,18 74 6-1,3 5-152-15,1 10-60 0,2 0-18 16,0 12-12 0,0 22-9-16,2 16-1 0,11 9 38 15,0 5 34 1,1 0-13-16,-1-5-9 0,-3-6-23 15,2-1-11 1,-5-5-14-16,-4-5-1 16,-3-5-1-16,0-9-33 0,0-4-49 15,-5-8-21-15,-8-6-14 16,-8-5 47 0,-6-5 21-16,-11-5-8 15,-2-17 18-15,-1-8 23 0,5-4 16 16,5 3 5-16,7 6 35 15,12 6 48-15,6 7 39 16,2 6-13-16,4 6-50 16,4 0-49-16,14 6-15 15,12 13 6-15,7 4 12 16,1 7 6-16,6-1 6 16,-2 3 6-16,-2-4-10 15,1-4-14-15,-5-3-11 16,-5-7 4-16,-4-3-5 15,-5-6-1-15,-4-5 0 16,-6 0 0-16,3-10-20 0,-5-15 13 16,-1-3 2-16,-3-9 5 15,-1-3 0-15,-5 5-1 16,0 8-4-16,0 10 6 16,0 9 7-16,0 8 0 15,0 0-7-15,-2 14-12 0,-10 13 12 16,0 10 0-1,-4 5 0-15,1 4-1 16,0-1-8-16,5 0-88 0,-1 12-103 16,1-12-142-16,4-10-447 15</inkml:trace>
  <inkml:trace contextRef="#ctx0" brushRef="#br0" timeOffset="3800.12">5021 11583 1652 0,'0'0'260'0,"0"0"-168"15,0 0-38-15,-3 119 79 16,3-63-13-16,12-3-27 0,-1 0-47 16,3-7-30-16,-1-9-7 0,-5-5-8 15,2-10 7 1,-5-6-7-16,-3-9-1 16,-2-7 2-16,0 0 5 15,-2-17 63-15,-15-17-24 16,-8-22-25-16,-2-28 3 15,4-27 22-15,8-4-15 16,10 18-8-16,5 30-7 0,7 32-3 16,11 10-11-16,5 4 4 15,2 3-6-15,6 6-2 16,1 8-11-16,-1 4 4 16,-6 16 2-16,-4 11 5 15,-6 6-5-15,-7 6 6 16,-5 3 0-16,-3 0-5 15,0 0 6-15,-7-9 0 16,-2-5 1-16,1-8-1 16,1-8 0-16,5-6 0 0,2-2 0 15,0 0 0 1,3 4 0-16,12 2 0 0,4 2 0 16,2 3 0-1,5 0 1-15,-2-1-1 0,-2 2 1 16,-6-1 0-1,-5 0-1-15,-7 3 2 16,-4 1 5-16,-1 2 5 16,-17 4 12-16,-9-1 0 15,-1 2-12-15,-6-3-11 0,1-5 1 16,-1-5-2-16,3-11-76 16,9-2-94-16,7-20-212 15,8-2-621-15</inkml:trace>
  <inkml:trace contextRef="#ctx0" brushRef="#br0" timeOffset="4367.99">5451 11495 1870 0,'0'0'319'0,"0"0"20"16,0 0-202-16,0 0-80 15,0 0-17-15,0 0 11 16,-12 92 1-16,12-54 5 16,7-2-20-16,-1-3-17 15,-2-4-11-15,4-6-8 0,-2-8 5 16,-3-5-5 0,0-3 0-16,-3-7 1 0,0-4 8 15,0-20 17 1,-10-22-11-16,3-5-8 0,-1-9 1 15,3-3 0 1,5 18-2-16,0-2 1 0,6 14-7 16,8 12 1-16,8 10-2 15,1 11-6 1,5 0-3-16,-1 11 3 0,0 13 5 16,-3 1-5-16,-4 3 6 15,-5-4-6-15,-1-2 5 16,-7-6 0-16,-2-4 0 15,-4-6-1-15,-1-6 2 16,0 0 1-16,0-2 43 16,-4-20 13-16,-5-6-17 0,0-8 5 15,4-2-21-15,3 6-4 16,2 8-5-16,0 9-6 16,2 10-9-16,11 5-8 15,4 5-3-15,6 13 5 16,5 4 6-16,-4 5-1 15,3 5-7-15,-2 2-22 16,10 4-165-16,-7-8-118 16,-1-6-512-16</inkml:trace>
  <inkml:trace contextRef="#ctx0" brushRef="#br0" timeOffset="4700.85">6042 11123 1577 0,'0'0'346'0,"0"0"-148"0,0 0-104 0,0 0 66 16,0 0-46-1,52 93-4-15,-52-63-34 16,0 2-30-16,0 0-19 16,-15 0-16-16,-5-3-10 0,-3-7 1 15,-1-7-2 1,6-5 1-16,4-10-1 0,0 0 1 15,6 0 1 1,4-7 9-16,4 4 6 0,0 3-17 16,6 0-2-16,12 0 1 15,6 10 1-15,6 2 0 16,4 1 0-16,0-3 0 16,2-2 0-1,2-7-1-15,0-1-110 0,-1-9-135 16,13-39 0-1,-8 5-388-15,-7-1-680 0</inkml:trace>
  <inkml:trace contextRef="#ctx0" brushRef="#br0" timeOffset="4948.1">6423 11015 429 0,'0'0'994'0,"0"0"-460"16,0 0-270 0,0 0-46-16,0 0-74 15,0 0-62-15,0 0-28 16,-48 36-9-16,48-10-8 15,6 4 0-15,13-2 4 16,2 6 9-16,2-5 9 16,-1 3-7-16,3 0-15 0,-2-2-13 15,-5-1-12-15,-3-2-11 16,-3-2 1-16,-12-2-2 16,0-1 0-16,-14-7-45 15,-12-2-94-15,-24-13-93 16,8 0-330-16,4-11-567 0</inkml:trace>
  <inkml:trace contextRef="#ctx0" brushRef="#br0" timeOffset="5102.58">6264 11073 1413 0,'0'0'330'0,"0"0"13"0,0 0-154 15,60-88-75 1,-26 64-51-16,6 2-33 0,4 1-19 15,2 4-11 1,17 10-104-16,-15 1-277 0,-8 2-907 0</inkml:trace>
  <inkml:trace contextRef="#ctx0" brushRef="#br0" timeOffset="6377.97">4326 11003 920 0,'0'0'256'16,"0"0"-4"-1,0 0-73-15,-98-11-65 0,68 30 9 16,0 11 26-1,3 7-33-15,10 4-34 0,12 0-30 16,5-3-25 0,5-1-11-16,20-10-7 0,5-1-2 15,7-10 1 1,2-2-2-16,1-4 1 0,-1-6-6 16,-5 3 0-16,-7 0 0 0,-9-2-1 15,-6 3 0 1,-11 2 0-16,-1 4 0 15,-18 3 0-15,-13 6 0 16,-9 1 0-16,-6-2-5 16,-4-4-140-16,1-16-198 0,14-2-153 15,11-9-312-15</inkml:trace>
  <inkml:trace contextRef="#ctx0" brushRef="#br0" timeOffset="6567.98">4289 11149 1155 0,'0'0'216'0,"0"0"37"0,0 0-3 16,0 0-126-16,84 0-3 15,-53 27-2-15,3 13-15 16,-1 3-38-16,-5 4-40 16,-3 6-17-16,-5-2-9 15,-5 0-123-15,-7 3-173 16,-4-14-79-16,-4-12-115 0</inkml:trace>
  <inkml:trace contextRef="#ctx0" brushRef="#br0" timeOffset="6798.17">4389 11091 1174 0,'0'0'234'0,"0"0"12"15,0 0-97-15,22-73-4 0,-3 63-26 16,1 10-22-1,1 0-34-15,-3 10-20 16,-2 12-12-16,-7 6 11 16,-6 7 18-16,-3 2-21 15,0 2-18-15,-5-4-13 0,-3-5-8 16,-1-5-176-16,9-12 2 16,0-7-225-16,0-6-488 0</inkml:trace>
  <inkml:trace contextRef="#ctx0" brushRef="#br0" timeOffset="7899.22">4689 10928 1441 0,'0'0'315'15,"0"0"163"1,0 0-264-16,0 0-37 16,0 0-53-16,0 0-82 15,0 0-24-15,-13 50 10 16,10-17 20-16,1 3-11 15,1-2-1-15,1 0-3 16,0-2-9-16,3-7-4 16,4-4-9-16,2-8-3 0,3-9-8 15,-3-4-1 1,0 0-11-16,2-7-31 0,-4-16 1 16,2-8 6-16,-2-5 9 15,0-2 9-15,1 0 17 16,1 0 0-1,-1 8 1-15,-2 8 6 0,-2 7 10 16,-1 8 20-16,-1 4 6 16,2 3-16-16,2 4-25 15,1 13 6-15,3 8 8 16,3 4 9-16,1 4-5 16,2 2-4-16,-1-3-7 15,2-2-8-15,-3-5 1 0,-3-8-1 16,-1-7 0-1,-1-7-7-15,-1-3-13 0,-3-10 10 16,1-15-3-16,0-11-26 16,1-5 10-16,-1-2 13 15,-4 1 8 1,3 11 7-16,-2 6 0 0,1 12 0 16,-3 7 1-16,1 5-6 0,1 1-14 15,2 1 5 1,2 8 9-16,7 5-1 0,5-4 0 15,8-6-23 1,9-4-55-16,3-4-59 0,4-17-53 16,0-7-25-16,-8-9-41 15,-9 2 56 1,-9-3 88-16,-14 4 88 0,-3 6 31 16,-6 9 69-1,-11 5 75-15,6 10 47 0,-4 4-31 16,6 0-53-16,1 5-71 15,5 8-17-15,3 1-10 16,0-1-3-16,11 7-5 0,8-5 8 16,6 4-2-1,2-3-5-15,3 1 14 0,0 3 33 16,-3 0-6 0,-6-1-12-16,-4 1-3 0,-9 0-10 15,-6 1 2 1,-2 0 0-16,0-1 4 0,-10-3-3 15,-1-4-3 1,-5-2-6-16,6-3-2 0,0-8 10 16,2 0 14-16,8-4 2 15,0-14-9-15,14-9-27 16,14-4 0-16,10-7-11 0,2-4 1 16,4-3 9-1,-10 3-5-15,0 0 5 16,-6 1 1-16,-5-1 0 15,-7 4 2-15,-7 6 7 16,-5 6 31-16,-2 8 61 16,-2 10-11-16,0 7-48 15,0 1-21-15,-3 9-20 16,-6 13 1-16,-2 11-1 16,-2 2 16-16,7 2 8 0,3-4 2 15,3-4 5 1,0 1-2-16,9-8-9 0,9-4 3 15,6-6 0 1,9-7 1-16,2-5-4 0,3 0-4 16,6-15 2-16,-2-5-18 15,-4-2-1-15,-1-1-119 16,4-6-162-16,-10 10-376 16,-9 1-826-16</inkml:trace>
  <inkml:trace contextRef="#ctx0" brushRef="#br0" timeOffset="8488.26">7438 11331 1842 0,'0'0'496'0,"0"0"-269"0,0 0-125 0,0 0-55 16,-34 100 58-16,27-46-34 15,-2 4-41-15,7 25-30 16,2-17-50-16,-2-14-464 0</inkml:trace>
  <inkml:trace contextRef="#ctx0" brushRef="#br0" timeOffset="10368.79">8088 11112 1287 0,'0'0'337'16,"0"0"-39"-16,0 0-134 15,0 0-101-15,0 0-4 16,0 0 71-16,6 110-38 15,-2-63-24-15,-4-2-33 16,0-4-6-16,0 0-5 16,0-4-7-16,-10-5-8 0,1-4-1 15,-5-4-7 1,3-8 1-16,0-8-1 0,3-8 11 16,0 0 63-1,-3-11-23-15,5-14-22 0,-1 0-6 16,5-2-5-1,2 5 5-15,0 5-3 0,2 7-3 16,10 6-18-16,7 4-1 16,7 0 1-16,4 0 0 15,3 8 0-15,5-1 0 16,-1-4-1-16,-4-3 1 16,0 0-1-16,-7-7 1 0,-2-8 2 15,-7-8-2 1,-7-6 1-16,-3-9 0 15,-7-4 11-15,0-8-6 16,-19-17 4-16,-6 1-10 16,-9 0 0-16,-4 5-1 0,7 22 1 15,0 8 0 1,4 15 7-16,2 16 5 0,5 8-10 16,10 22-1-16,2 13 7 15,8 9-8-15,8 2 1 16,19 2 0-1,11-10-1-15,11-6 0 0,8-15-15 16,2-9-71-16,-6-15-50 0,-6-1 12 16,-12-14 30-1,-10-11 51-15,-15-6 43 16,-9-3 19-16,-1-1 25 16,-10-2 32-16,-4 4 21 15,0 8 39-15,5 8-5 16,4 10 7-16,3 7-44 15,2 2-59-15,0 23-26 16,10 14-3-16,4 5 0 16,6 7 3-16,2 1-8 15,-1-2 4-15,-5 0-5 0,-2 0 0 16,-8-7-8-16,-4-7-79 16,-2-6-86-16,0-16-78 15,-8-14 112-15,-7-14-36 16,-6-34-104-16,-1-29 71 15,-7-29 70-15,7 7 57 16,4 17 81-16,11 29 49 0,7 20 86 16,0 0-8-1,0 5-27-15,9 1 1 16,7 10-14-16,0 9 11 16,3 8-37-16,1 4-39 0,-2 17-16 15,-2 8 0 1,-5 12-5-16,-8 5 5 0,-3 6-5 15,0-2-1 1,-9 0-32-16,-6 0-179 0,2-16-133 16,5-14-791-16</inkml:trace>
  <inkml:trace contextRef="#ctx0" brushRef="#br0" timeOffset="10882.47">8723 10951 1431 0,'0'0'334'0,"0"0"-87"16,0 0-54-16,0 0-1 0,0 90-23 15,6-56-42 1,2-1-41-16,1 1-21 0,-1-4-31 16,-1-4-12-16,0-7-13 15,-4-6-3-15,-2-5-5 16,-1-7 1-16,0-1 11 15,-1-9 98-15,-12-14-50 16,1-15-38-16,-3-12-22 16,5-4 0-16,4-10 0 0,6 7 7 15,0 4-2 1,6 13-5-16,7 11 0 0,7 7 5 16,-1 9-6-1,-1 10 0-15,4 3-1 0,-2 0-11 16,-5 3 3-1,0 14 7-15,-10 1-4 16,-2 9 5-16,-3 2-5 0,0 3 6 16,-10 2 1-16,-6 3 5 15,-2-5 0-15,2-4-5 16,3-4 0-16,3-9 6 16,5-7 1-16,3-3 7 15,2-5 1-15,0 0 2 16,0 0 5-16,10 0 14 15,10 0 14-15,7-12-21 16,5 1-24-16,2-2-6 0,5 3-105 16,30-7-160-16,-5 8-329 15,-1-1-134-15</inkml:trace>
  <inkml:trace contextRef="#ctx0" brushRef="#br0" timeOffset="12054.02">9403 11118 1390 0,'0'0'231'15,"0"0"-87"-15,0 0-49 16,-22 90 62-16,12-45-13 0,1 4-36 16,-2 0-46-16,-3-4-18 15,2-3-5-15,-3-8-17 16,5-9-13-16,-2-7 0 15,5-10-2-15,1-4 1 16,0-4 27-16,0-6 23 0,0-14-29 16,2-8-23-1,2 1-5-15,2-1 7 16,0 3-2-16,0 8 10 16,10 7 3-16,7 6 1 0,4 4 11 15,5 0-16 1,7 4-8-16,1 8-5 15,-2-1-1-15,1 0 1 16,-2-3-2-16,-7-8 0 16,-3 0 0-16,-1-8 1 0,-9-12 0 15,0-9 10-15,-5-12-10 16,-6-9 5-16,0-16-5 16,-23-27 5-16,-15-23-5 15,-4 10-1-15,5 21 0 16,6 38 1-16,11 27 14 15,-3 11 10-15,-1 9 31 16,1 2-29-16,5 38-16 0,4 29-3 16,14 28-7-1,0-4 26-15,19-12-9 16,2-28-8-16,5-19-10 0,6 0-5 16,6 3-105-16,23-9-101 15,-10-13-273 1,-8-12-142-16</inkml:trace>
  <inkml:trace contextRef="#ctx0" brushRef="#br0" timeOffset="13283.24">9691 11095 1287 0,'0'0'261'15,"0"0"-19"-15,0 0-122 0,0 0 1 16,-3 77-27-1,13-57-30-15,7-6-20 0,-2-6-14 16,-1-3-2-16,-1-5 0 16,1 0 25-16,-2-11 24 15,1-11-26-15,-5-7-30 16,-2-5-9-16,-4-4 1 16,-2 0-11-16,0 4 15 15,-2 6 6-15,-4 6 2 16,-1 9 27-16,0 7 9 0,1 6-3 15,2 6-32 1,-5 18-19-16,4 10 1 16,-1 9-2-16,6 3-6 0,0-1 1 15,12-1-1 1,6-9-1-16,9-7-45 16,5-9-58-16,0-15-60 15,1-4-4-15,-5-18 23 16,-7-14 29-16,-10-4 43 0,-6-8 73 15,-5 3 14-15,0 1 93 16,0 8 68-16,-1 10 14 16,-2 7-32-16,2 8-4 15,1 7-51-15,0 0-59 16,0 6-35-16,0 11-8 16,5 12 9-16,4 4 6 15,0 0 3-15,0 6-11 16,-2-5 1-16,1-4-7 15,-3-7-1-15,-1-6-1 16,-3-10-75-16,1-7 35 16,-2-4 40-16,0-23-6 0,0-8-70 15,0-15 19-15,0-2 34 16,0 4 15-16,0 0 4 16,0 13 5-16,0 10 1 15,1 12 13-15,1 7-1 16,-1 6-3-16,4 0-10 15,1 18 0-15,4 3 0 16,-2 4 1-16,9 2-1 0,3 0 1 16,0-8 0-1,2-1-1-15,5-13-2 16,0-5-55-16,1 0-77 16,1-17-29-16,-6-11 36 0,0-5 29 15,-11-4 27-15,-6 4 58 16,-6 2 13-16,0 7 53 15,0 7 8-15,-6 7 21 0,0 4 1 16,2 6 2 0,2 0-47-16,2 0-38 0,0 16-7 15,0 1 6 1,2 4 1 0,8 1 0-16,2 7-1 0,-3 0 1 15,0 0 0-15,1 1 0 0,-6 0 1 16,-3-2-1-1,-1 2 2-15,0-5-2 0,0-3 1 16,-5-4-1-16,1-6 0 16,2-6 0-16,2-6 0 15,5 0 0 1,19-19 12-16,12-11 0 0,14-6 4 16,4-7 12-16,1-2 7 0,-6-2-16 15,-6 2-13 1,-11 3-5-16,-7 5 10 15,-10 5 1-15,-7 4 15 16,-6 6 23-16,-2 7 26 16,0 5 23-16,0 3-26 0,-10 7-2 15,-4 0 3 1,-5 14-35-16,-7 11-19 16,2 10 1-16,-1 7-2 15,5 1-4-15,9 1-6 0,7-5-1 16,4-6-7-1,19-7 12-15,13-6 1 0,10-8 39 16,4-10 15-16,9-2-7 0,8-14-19 16,-2-8-25-1,-2-6-17-15,-9 0-2 16,-10 0-46-16,-28 9-127 16,-12 5-204-16,-12 8-610 0</inkml:trace>
  <inkml:trace contextRef="#ctx0" brushRef="#br0" timeOffset="15897.85">8927 12160 1435 0,'0'0'386'0,"0"0"-62"0,0 0-91 16,0 0-28-16,0 0-100 15,0 0-12-15,-14-99-22 16,13 59-25-16,-2-9-27 16,1-6-7-16,-1-7-10 15,-3 3-1-15,1 2 1 16,0 9-1-16,-1 11 5 0,-2 12-5 16,2 8 0-1,1 14 5-15,-3 3-4 0,-2 8-2 16,1 18-1-1,-2 10 0-15,2 8 1 16,6 6-1-16,3-2 1 16,5-4-2-16,11 0 1 15,5-11-11-15,3-3 1 0,-2-9-48 16,4-5-9 0,-4-6 18-16,-2-5 17 15,-7-2 18-15,-1-3 0 0,-7 0 7 16,1 0 8-16,-5 0 10 15,-1 0 11-15,0 0 10 16,0 0 11-16,0 0-12 16,-7 0-15-16,2 8-9 15,-4 4-6-15,3 3 2 16,4 2-1-16,2 0 0 16,0-2 1-16,0-4-2 15,14-5 0-15,4-6-11 16,7 0-29-16,2-17-42 15,0-11-57-15,-3-6-27 0,-8-5 40 16,-3-6 39-16,-10 2 49 16,-2 1 38-16,-1 5 8 15,0 8 72-15,0 6 44 16,0 10-11-16,0 3-37 16,0 10-15-16,4 0-36 15,5 0-19-15,0 13 0 16,5 8 6-16,1 5 14 0,-2 1 0 15,3 7-9 1,-1-6-10-16,-2-2-5 16,0-4-1-16,-3-5-1 15,-3-6-4-15,-1-9-63 16,-1-2-2-16,1 0 23 0,-2-13 36 16,0-7-8-1,-3-5-31-15,0 0 26 0,1 0 16 16,-2 1 7-16,0 2 0 15,1 5 9-15,1 4 9 16,-1 6 20-16,1 3 8 0,-2 4-5 16,2 0-13-1,2 0-22-15,0 10-6 0,5 2 2 16,3 9-1 0,-1 0 0-16,1-2 0 0,3 1-1 15,-2-5 1 1,2-5-1-16,-1-8-16 0,1-2-76 15,4-9-31 1,-4-15-9-16,1-10-24 0,-4-7-63 16,-2-7 93-16,-10-4 99 15,0-5 27-15,-4 7 51 16,-6 6 47 0,-1 14 82-16,4 12 40 0,2 14-76 15,5 4-94-15,0 11-38 16,0 16-11-16,0 9 7 15,10 7-7-15,0 2 5 16,5-3-5-16,0-1-1 0,-2-5 1 16,2-6 0-1,-5-9-1-15,-1-4-1 16,-3-12-60-16,-2-5 51 16,1-3 10-16,4-13 6 15,0-2-6-15,3-2 2 16,3 4-1-16,-2 2 0 0,3 4 0 15,1 4 0 1,-2 4 1-16,2 2-1 0,-3 0-1 16,0 5-1-16,-3 8 0 15,-7 1 0-15,-4 2 1 16,0 5 0-16,-7 2 14 16,-10 0 15-16,-1-3 1 15,-2-2 3-15,1-4-6 0,6-7-9 16,1-4 13-1,7-3 5-15,5-2-11 0,0-13-16 16,9-6-9-16,14-6-15 16,7-3-11-16,12-4-16 15,2 0-9-15,0 0 11 16,-4 2 7-16,-6 0-10 16,-8 2 26-16,-13 5 17 15,-7 5 11-15,-6 3 46 16,0 5-8-16,-3 5 13 15,-5 3-2-15,0 4-3 16,-4 0-8-16,1 0-22 16,0 14-15-16,-2 6-6 0,6 5-5 15,4 1-1 1,3 5 0-16,0-2-1 0,12-4-12 16,12-3-62-1,3-5-26-15,5-9-96 0,5-8-4 16,1-5-86-1,-3-18-24-15,-4-7-42 0,-6-6-48 16,-7-2 283-16,-8 4 118 16,-8 3 310-16,-2 5 8 15,0 6-33-15,-1 7 35 16,-7 4-68-16,2 7-54 16,-4 2-86-16,1 0-60 15,1 10-16-15,-4 6-11 16,5 10 6-16,1 1-7 15,3 5-12-15,3-1-3 16,0-3-8-16,0-3 0 16,8-6 0-16,0-9-1 0,5-7-29 15,-1-3-23-15,2-17 21 16,0-16-44-16,-3-9-21 16,-4-19 38-16,-6-21 44 15,-1-18 14-15,-1 10 0 16,-6 21 1-16,0 27 36 15,6 28 12-15,-1 5-6 16,1 8 15-16,1 1-40 16,0 12-17-16,0 22 1 0,0 24 6 15,13 23-7-15,0 17 1 16,6 8 3-16,-2-23-5 16,1-25 0-16,-3-26 0 15,-2-16-14 1,10-4-83-16,1-8-42 0,3-4-51 15,0-17-56 1,-4-20-42-16,-5-10-51 0,-4-7 120 16,-9-2 170-16,-5 2 49 0,0 7 165 15,0 9 58 1,-8 8-4-16,-3 12 10 0,1 7-49 16,2 5-58-1,-1 3-11-15,1 3-13 0,0 7-61 16,-1 11-22-1,1 6-9-15,1 8-5 0,0 3 10 16,4 2-10 0,3 1 7-16,0-4-8 0,0-4 1 15,10-7-1-15,5-10 0 16,5-12-24 0,2-1-34-16,5-19-32 0,2-16-6 15,-4-8-40-15,0-19 6 16,-12-19 68-16,-8-17 49 15,-5 3 13-15,0 23 44 16,-3 24 34-16,-1 25 104 16,-2 3 34-16,1 9-20 15,-1 3-49-15,3 8-77 16,3 8-52-16,0 18-12 16,3 12 0-16,9 8 2 15,3 7-7-15,4 6-1 0,-1-7 0 16,0 0-2-16,3-7 1 15,-1-5-14-15,-4-13-90 16,-2-7-18-16,2-14-60 16,-5-6-8-16,0 0-1 15,-3-4 55-15,-1-4 81 16,-5-2 43-16,1 1 12 16,-2 2 1-16,-1 3 32 15,0 4 46-15,1 0-24 16,1 0-36-16,2 4-17 0,1 10 0 15,1 0 0 1,-1 2 0-16,2-3 5 0,-1 0-6 16,1-3-9-16,-2-3-104 15,1-7-71-15,-1-5-84 16,0-10-99-16,0-4-460 0</inkml:trace>
  <inkml:trace contextRef="#ctx0" brushRef="#br0" timeOffset="16077.9">10797 11392 1011 0,'0'0'375'0,"0"0"-93"0,0 0-41 0,0 0-57 16,0 0-28-16,0 0-27 0,0 0-13 16,34-53-38-1,-24 58-54-15,5 9-15 0,0 0-7 16,4 3-1 0,1 2 0-16,-2 1 1 0,-1-5-2 15,0 0-27 1,-2-8-124-16,1-5-67 0,7-11-118 15,-6-11-54 1,0-7-482-16</inkml:trace>
  <inkml:trace contextRef="#ctx0" brushRef="#br0" timeOffset="16448.12">11107 11169 1076 0,'0'0'242'0,"0"0"64"16,0 0-113-1,0 0-63-15,0 0-62 16,0 0-28-16,0 0-16 15,-32 57-14-15,32-37-8 16,0-2-1-16,0-3-1 16,0-5-55-16,4-5-93 15,0-5-50-15,-1 0 16 16,0-12-69-16,-2-8 107 0,-1-2 144 16,0-1 31-16,0 0 190 15,0 4 60-15,0 4 39 16,0 7-33-16,0 5-68 15,0 3-113-15,0 0-73 16,0 11-22-16,9 9-2 16,3 6 24-16,5 6 24 15,-3 2 31-15,0 4-19 16,-4 3-11-16,-8 0 3 16,-2 2-12-16,-6 2-19 15,-17 4-18-15,-12-3-12 0,-22 4-3 16,-46-4-194-1,11-9-285-15,-3-12-1061 0</inkml:trace>
  <inkml:trace contextRef="#ctx0" brushRef="#br0" timeOffset="17437.79">6807 12206 1155 0,'0'0'264'0,"0"0"69"0,-62-92-21 16,37 55-22-16,7 7-60 16,7 7-54-16,1 10-6 15,6 7-88-15,1 6-48 0,3 6-34 16,0 18-7-16,13 17 7 16,2 11 1-16,3 4 9 15,-2 1-9-15,2-3 1 16,-3-8-2-16,-3-5-32 15,-6-8-109 1,0-7-10-16,-3-10-10 0,-3-8-8 16,0-6 48-16,0-2-15 0,-9-12-80 15,-3-10 10 1,-4-6 124-16,-2 1 82 0,-3-2 9 16,3 3 68-1,0 3 47-15,8 8 30 0,2 6 2 16,6 5-48-1,2 4-65-15,0 0-42 0,10 13 1 16,7 7 6-16,6 4 6 16,8 2 1-16,-4 2-5 15,3-2-9 1,1-4 7-16,-5-8-7 0,-6 2 0 16,-4-10-1-16,-8-4 1 15,-3-2-1-15,-5 0 26 16,0-5 3-16,0-8-17 15,-3-3-3-15,-5 2-3 16,-2 0-5-16,-5 6 5 16,3 6-5-16,-6 2-1 0,3 8-8 15,-2 12 1 1,-6 6 4-16,8 2-4 16,-1 0-39-16,7-3-52 15,3-3-112-15,3-5-169 16,3-9-714-16</inkml:trace>
  <inkml:trace contextRef="#ctx0" brushRef="#br0" timeOffset="17618.31">7014 12254 1808 0,'0'0'516'0,"0"0"-315"15,0 0-61-15,0 0-93 16,0 0-30-16,0 0-17 0,0 0-114 16,-35 33-576-16</inkml:trace>
  <inkml:trace contextRef="#ctx0" brushRef="#br0" timeOffset="22719.31">20897 4143 1921 0,'0'0'482'0,"0"0"-306"16,0 0-57-16,0 0-55 16,11 123 51-16,5-23-4 15,0 9-41-15,-3-12-40 0,-6-27-17 16,-3-26-13-1,-4-7-10-15,-4 19-197 16,-9-9-122-16,-6-7-418 0</inkml:trace>
  <inkml:trace contextRef="#ctx0" brushRef="#br0" timeOffset="23153.78">20659 4101 1321 0,'0'0'183'16,"0"0"-79"-16,107-58-26 16,-49 36 20-16,6-1-1 15,0 0-11-15,-15 6-7 16,-3 3-32-16,-13 4-1 0,-15 7-15 16,-9 3-5-16,-9 0 61 15,0 18 41-15,-8 11 4 16,-7 9-26-16,-4 9-18 15,-1 7-21-15,6 2-6 16,2-2 20-16,7 1-27 16,5-5-26-16,3-6-20 15,13-9-2-15,9-12-5 0,1-7 2 16,3-13-3 0,3-3 6-16,1-25-5 0,-1-14 5 15,-4-9-6 1,-7-20 0-16,-6-18-1 0,-12 9 1 15,-3 8-1 1,-9 17 0-16,-10 24 0 0,-5 5-8 16,-4 9-37-1,-2 14-35-15,2 6-31 16,7 33-58-16,10-2-136 0,6-5-375 0</inkml:trace>
  <inkml:trace contextRef="#ctx0" brushRef="#br0" timeOffset="23548.13">21438 4078 2065 0,'0'0'480'0,"0"0"-270"0,0 0-132 0,0 72 28 15,10-2 33-15,4 19-43 0,2 0-38 16,1-17-32-1,-7-19-13-15,0-14-2 0,-2 6-11 16,-3 1-7-16,2-4-104 16,-7-17-39-16,0-20 54 15,-7-7 31-15,-10-44-28 16,-4-39 45-16,-4-44 45 16,1-25 3-16,9-5 20 15,10 15 8-15,5 44 20 16,0 29 34-16,10 31-4 15,3 15-32-15,2 5 0 16,3 5-25-16,6 10-12 0,1 5-8 16,-1 23-1-16,0 30 0 15,-8 3-1-15,-4 10 1 0,-9 4-1 16,-3-8-10 0,-1 23-104-16,-9-17-120 0,2-15-502 15</inkml:trace>
  <inkml:trace contextRef="#ctx0" brushRef="#br0" timeOffset="23736.86">21797 4168 1891 0,'0'0'506'0,"0"0"-308"16,0 0-87-16,0 0-61 15,0 0-19 1,0 0-31-16,108-43-5 0,-64 21-258 16,-7 0-500-16</inkml:trace>
  <inkml:trace contextRef="#ctx0" brushRef="#br0" timeOffset="23927.74">22072 3659 1994 0,'0'0'534'16,"0"0"-308"-16,0 0-129 0,0 0-65 16,-2 84 77-16,14-7 15 15,4 2-43-15,-2-6-21 16,2-7-27-16,-5-16-17 16,-1 5-14-16,2 1-2 15,3-10-228-15,-5-17-326 16,3-19-556-16</inkml:trace>
  <inkml:trace contextRef="#ctx0" brushRef="#br0" timeOffset="24220.18">22401 3612 1709 0,'0'0'398'16,"0"0"132"-16,0 0-303 0,0 0-120 15,0 0-48 1,0 0 78-16,-98 129-33 0,70-65-49 15,2 3-10 1,15-1-11-16,11-15-10 0,6-2 3 16,22-10 5-16,12-16 1 0,25-13-9 15,21-10-6 1,18-25-9-16,4-17 19 0,-17-3-13 16,-27 6-14-1,-29 11-1-15,-6 4-5 0,-4 1-10 16,-5 3-9-1,-7 8-47-15,-18 17-161 0,-16 18-292 16,-13 7-397-16</inkml:trace>
  <inkml:trace contextRef="#ctx0" brushRef="#br0" timeOffset="24450.04">21890 4863 2531 0,'0'0'325'0,"95"-42"-138"16,21-15-15-16,21-14 5 15,4-1-63-15,-25 11-54 16,-40 21-36-16,-20 11-17 16,-24 11-7-16,-12 6 0 15,-2 4-46-15,-14 5-151 16,-2 2-269-16,-4 1-287 0</inkml:trace>
  <inkml:trace contextRef="#ctx0" brushRef="#br0" timeOffset="24647.71">21896 5030 2016 0,'0'0'333'0,"0"0"-60"15,0 0-22-15,0 0 53 16,138-21-50-16,-23-27-93 15,19-13-55-15,-2 1-11 0,-18 6-14 16,-35 17-29 0,-19 9-28-16,-22 9-22 15,-10 4-2-15,-4 6-120 16,-6 3-113-16,-14 3-584 0</inkml:trace>
  <inkml:trace contextRef="#ctx0" brushRef="#br0" timeOffset="27031.11">10961 12847 970 0,'0'0'269'0,"0"0"-34"16,0 0-15-16,-42-89 77 16,31 61-104-16,1 2-61 0,1 4-77 15,2 8-36 1,2 4-10-16,3 6-6 0,-2 4 7 15,4 2-10 1,0 26-9-16,0 10 9 0,9 13 2 16,4 8 31-16,2-2 48 15,-1 5-11-15,4-5-22 16,-5 0-24-16,-2-6-9 0,-7-7-10 16,-4-7-5-1,0-12-10-15,-4-10-16 0,-12-11-11 16,2-4 28-1,-4-11 2-15,-5-14-14 0,1-10 13 16,3-5 8 0,1-1 1-16,1 2 11 0,6 5 4 15,8 9 42 1,0 7-18-16,3 10-16 0,0 6-15 16,1 2-8-16,12 4 0 15,10 16-1-15,5 6 8 16,6 4 13-16,4 0 8 15,-3 5-15 1,1-6-2-16,-1-2-5 0,-7-4-5 16,-5-6-1-16,-5-6-1 0,-4-6-1 15,-6-5-6 1,-3 0-1-16,-3-13-11 0,-1-12-17 16,-1-4-3-1,0-6 5-15,0 3 24 0,-6 1 9 16,-1 9 1-1,-2 8 1-15,3 11-1 0,-4 3-8 16,-3 20 7-16,-3 17 1 16,-3 12-1-16,-1 4 0 15,4 5-75-15,-4 13-188 16,7-14-242-16,0-14-691 0</inkml:trace>
  <inkml:trace contextRef="#ctx0" brushRef="#br0" timeOffset="38799.9">11089 15283 1325 0,'0'0'359'16,"0"0"-53"-16,0 0-18 16,0 0-42-1,0 0-61-15,0 0-36 0,-26 1-29 16,40-6-46-1,7-12-12-15,6-2-13 16,6-4-19-16,3-4-13 0,2 1-11 16,6-3-6-16,-7 4-21 15,-1 3-93-15,-6 5-104 0,-14 11-90 16,-6 4-314 0,-10 2-460-16</inkml:trace>
  <inkml:trace contextRef="#ctx0" brushRef="#br0" timeOffset="38967.99">11007 15555 1685 0,'0'0'313'0,"0"0"-150"16,0 0-15-16,0 0 58 16,75-64-34-16,-13 11-64 15,26-16-55-15,18-10-28 16,-7 12-25-16,-22 16-12 15,-33 12-157-15,-28 19-332 0,-16 1-1292 16</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4:13:23.925"/>
    </inkml:context>
    <inkml:brush xml:id="br0">
      <inkml:brushProperty name="width" value="0.05292" units="cm"/>
      <inkml:brushProperty name="height" value="0.05292" units="cm"/>
      <inkml:brushProperty name="color" value="#FF0000"/>
    </inkml:brush>
  </inkml:definitions>
  <inkml:trace contextRef="#ctx0" brushRef="#br0">1594 10087 751 0,'0'0'795'0,"0"0"-545"16,0 0-29-16,0 0-18 16,0 0-80-16,0 0-45 15,0 0 65-15,13 60 1 16,15-24-41-16,1 3-18 15,-1-1-4-15,4-6 1 16,3-7-14-16,-1-10-10 16,-1-11-7-16,11-4 3 0,4-19 3 15,19-33-12 1,23-38 25-16,14-39-7 16,5-23-28-16,-17-1-16 15,-15 1-10-15,-17 9-9 16,-3 1 0-16,-3 12-33 15,-12 34-33-15,-9 32-31 0,-15 32-26 16,-12 20 0-16,-3 12 1 16,-3 22 27-16,-37 85-47 15,-5 3 65-15,-15 17-505 0</inkml:trace>
  <inkml:trace contextRef="#ctx0" brushRef="#br0" timeOffset="1927.12">8479 6197 1473 0,'0'0'268'0,"0"0"-16"0,0 0-50 16,0 0-8-16,0 0-36 15,0 0-69-15,6 16-46 16,12 15 32-16,7 4 10 16,2 2-8-16,3-1 28 15,1-9-38-15,0-7-14 16,1-8-7-16,7-9-8 16,4-3-1-16,7-18 11 15,18-25 1-15,17-32-11 16,15-31-22-16,7-17-7 0,-9-5-7 15,-13 5-2 1,-18 16-26-16,-7 9-22 0,-12 22-23 16,-16 21-52-1,-9 20 39-15,-8 11-18 0,-3 3 47 16,-5 7-2-16,-3 2 14 16,-4 9-3-16,0 3-48 15,-19 32-69-15,-44 57-21 16,2-2 51-16,-8 8-776 0</inkml:trace>
  <inkml:trace contextRef="#ctx0" brushRef="#br0" timeOffset="3849.22">5573 8299 1026 0,'0'0'194'0,"0"0"-6"16,0 0 3-16,0 0 50 0,0 0-25 15,0 0-12 1,-21-14-56-16,21 14-66 16,6 2-23-16,12 11-10 15,12 0 12-15,22 3 6 16,30-8 6-16,35-4 8 15,14-4-29-15,11-6 4 16,-3-9 29-16,-9-2-7 16,-3-1-39-16,-7-2 1 15,-13-2-13-15,-15 3 2 0,-17 3-16 16,-16 1 4 0,-19 5-3-16,-1 5-5 0,-4-5-7 15,4 3-1 1,-3 0 5-16,-12 3-4 0,-13 3-2 15,-5-1-1 1,-6 2-5-16,-3 0-17 0,-59 36-123 16,-1-1-322-16,-14 7-581 15</inkml:trace>
  <inkml:trace contextRef="#ctx0" brushRef="#br0" timeOffset="6777.09">5857 9090 864 0,'0'0'332'0,"0"0"-95"0,0 0-85 15,0 0-152-15</inkml:trace>
  <inkml:trace contextRef="#ctx0" brushRef="#br0" timeOffset="6997.13">5857 9090 2080 0,'-21'2'297'0,"46"3"-77"16,23-3-1-16,40-2-10 15,30-7-20-15,19-13-34 16,-4-6-66-16,-16 2-26 16,-35 8-29-16,-19 6-1 15,-19 0-4-15,-7 7-11 16,0-2-8-16,0 1-4 15,1 0 0-15,-13 2-5 16,-10 2-1-16,-6 0-7 0,-9 0-13 16,-5 2-59-1,-58 26-85-15,-2 2-300 16,-11 0-482-16</inkml:trace>
  <inkml:trace contextRef="#ctx0" brushRef="#br0" timeOffset="9799.24">13006 8922 1518 0,'0'0'545'0,"0"0"-310"16,0 0-31-16,0 0-55 0,0 0-35 16,0 0-34-1,71-82-28-15,-31 57-31 16,7-1-7-16,5 0-14 16,0 2-8-16,-3 0-90 0,8 4-171 15,-16 4-386 1,-14 5-715-16</inkml:trace>
  <inkml:trace contextRef="#ctx0" brushRef="#br0" timeOffset="9961.98">12918 9221 1692 0,'0'0'227'0,"0"0"-116"16,0 0 35-16,126-59 71 15,-27 5-95-15,16-8-75 16,-13 8-47-16,-33 15-108 0,-34 19-492 0</inkml:trace>
  <inkml:trace contextRef="#ctx0" brushRef="#br0" timeOffset="12127">18352 4922 1197 0,'0'0'583'0,"0"0"-230"0,0 0-5 15,0 0-61-15,0 0-36 16,0 0-80-16,-7 21-71 16,7 25-60-16,0 7 7 15,0 12 37-15,7 6-23 16,3-9-25-16,2 1-16 15,0-6-13-15,2-6-1 16,-4-6-5-16,0-6-1 16,-8-9-58-16,-2-6-116 15,0-6-162-15,-5-8-15 16,-26-10-149-16,3-10-154 0,-3-12-236 0</inkml:trace>
  <inkml:trace contextRef="#ctx0" brushRef="#br0" timeOffset="12482.04">18189 5403 797 0,'0'0'567'15,"0"0"-175"-15,0 0-13 0,0 0-47 16,0 0-96-16,0 0-71 0,0 0-65 16,-35-35-43-1,60 49 28-15,12 7 23 0,8 1-30 16,7-1-26 0,4 2-16-16,0-7-24 0,-2 2-6 15,-6-7-6 1,-5-2-5-16,-7-7-74 0,-8-2-134 15,-9-4-65-15,-7-15 7 16,-6-8-38-16,-3-7 14 16,-3-3 121-16,0-2 131 15,-4 6 43-15,-4 5 65 16,2 8 112-16,2 9 23 16,0 4 5-16,1 7-47 15,-2 5-81-15,-4 20-47 16,-4 14 10-16,-5 25 29 15,-12 18-20-15,-6 21-24 16,-14 6-16-16,-7-4-9 16,10-28-115-16,4-21-504 0</inkml:trace>
  <inkml:trace contextRef="#ctx0" brushRef="#br0" timeOffset="18548.71">22549 8729 784 0,'0'0'282'0,"0"0"28"16,0 0-46-16,0 0 34 15,0 0-17-15,0 0-10 16,-52-4-48-16,52 2-135 0,0 2-47 16,0 0-7-1,4-1 3-15,13 0 7 16,18-5-8-16,20-2 7 15,24-3 2-15,20-2-21 16,10-2-15-16,-3 3 36 16,-22-1-26-16,-27 6-11 15,-17 3-7-15,-13 2 1 0,-4 1-1 16,-3-3-1-16,-2 3-12 16,-10 1-10-16,-8 0-7 15,0 0-19-15,-41 6-125 16,-3 7-355-16,-9-3-454 0</inkml:trace>
  <inkml:trace contextRef="#ctx0" brushRef="#br0" timeOffset="18831.27">22427 8998 1439 0,'0'0'673'15,"0"0"-460"-15,0 0 105 0,85 0-12 16,-6-4-155-16,23-14-69 16,8 0-26-16,-3-4-20 15,-11 4-12-15,-8 3-9 0,-6 2-9 16,-15 1 8 0,-17 5-6-16,-14 2-8 15,-11 2-1-15,-1-2-18 16,-6 3-11-16,-2 2-21 15,-23 5-78-15,-15 9-350 16,-17 1-300-16</inkml:trace>
  <inkml:trace contextRef="#ctx0" brushRef="#br0" timeOffset="19816.32">24541 6724 1127 0,'0'0'386'0,"0"0"-19"0,0 0-20 16,0 0-55-16,0 0-88 16,0 0-124-16,0 0-36 15,-30-50-17-15,27 73-18 16,3 14-2-16,0 13 24 0,0 8 68 16,5 5-18-1,6-1-12-15,2-4-23 16,-1-4-11-16,-4-3-16 15,1-5-11-15,-4-12-8 16,-2-5-15-16,-3-12-82 16,0-10 2-16,-10-7 45 0,-4 0-3 15,-6-21 11 1,-2-9 14-16,-2-5 20 0,2-6 7 16,1 2 1-16,2 6 0 15,7 7 5-15,4 10 34 16,2 9 25-16,5 6-25 15,1 1-17-15,0 11-14 16,7 14-1-16,8 9 25 16,6 4 2-16,6 2-8 0,6 0-8 15,1-6-9 1,5-3-3-16,-1-9-5 0,0-5 5 16,-1-8-4-1,-8-6-2-15,-4-3-45 0,-7-7-30 16,-1-12 13-1,-9-8 8-15,0-5 24 0,-7-3 24 16,-1-3 5-16,0 7 0 16,-5 6 1-16,-2 6-1 15,3 9 1-15,0 10 3 16,-3 0-3-16,-5 22-14 16,-1 13 13-16,-4 10 1 0,-3 4-1 15,0 3 0 1,0-1 0-16,-10 15-76 0,3-12-244 15,4-8-390-15</inkml:trace>
  <inkml:trace contextRef="#ctx0" brushRef="#br0" timeOffset="21864.33">13424 6811 1182 0,'0'0'351'0,"0"0"-61"16,0 0-62-16,0 0-23 15,0 0 0-15,0 0-83 16,-15-29-42-16,11 8-10 0,-1-4-7 16,1-6 21-1,-2-4 19-15,1-7-5 16,1-1-20-16,-3-6-16 16,-2-6-4-16,-2-5-26 15,2-1-19-15,-1-13-13 16,3 8-24-16,-1-2-12 0,1 2-30 15,3 15 8 1,1-3-10-16,0 10-3 0,1 11 11 16,2 6 31-16,0 6 10 15,-2 3 0-15,-1 1-7 16,2 2-4-16,-1 1 14 16,2 4 1-16,-1 3 2 15,-1 0 4-15,1 2-5 16,-1 0-4-16,2 3 5 15,-3 2 7-15,3-3 5 16,0 3-1-16,0 0-5 0,-1 0 6 16,1 0-7-1,-2 0 7-15,0 0 0 16,1 0-6-16,1 0 5 16,-2 0-10-16,2 0 2 0,0 0-4 15,-2 0 2 1,2 0-6-16,0 0-7 0,0 0-9 15,-1 0-23-15,0 0-12 16,0 13-14-16,-2 13 16 16,-2 31 8-16,-2-4-437 15,-1-4-464-15</inkml:trace>
  <inkml:trace contextRef="#ctx0" brushRef="#br0" timeOffset="22327.1">12962 6419 1635 0,'0'0'395'0,"0"0"-146"16,0 0-130-16,0 0-45 16,0 0 85-16,0 0-17 15,108 56-30-15,-61-33-24 16,3 1-6-16,0 1-22 15,-4-1-20-15,-8 0-22 16,-1-1-6-16,-4-3-10 16,-8-4-1-16,-4-3-1 15,-5-4-14-15,-6-7-55 16,1-2-17-16,-1-10 18 16,1-18 7-16,1-7-12 15,-3-9 22-15,3-2 32 16,-3-1 8-16,-2 5 11 15,-3 5 0-15,-1 9 0 0,-2 6 8 16,-1 10 17-16,0 5 12 16,0 4 1-16,0 3-14 15,0 0-15-15,0 10-9 16,0 12 0-16,0 10 6 16,0 6 1-16,0 4-1 15,-5 0-5-15,0 0-1 16,-2-5 0-16,0-1-70 15,-1 3-180-15,3-10-292 0,-1-11-506 16</inkml:trace>
  <inkml:trace contextRef="#ctx0" brushRef="#br0" timeOffset="22527.43">13661 6423 1296 0,'0'0'566'0,"0"0"-410"0,0 0-95 15,0 0-45-15,0 0-16 0,0 0-42 16,0 0-284 0,-40 72-879-16</inkml:trace>
  <inkml:trace contextRef="#ctx0" brushRef="#br0" timeOffset="22679.19">13797 6423 1793 0,'0'0'312'0,"0"0"-86"16,0 0-149-1,0 0-77-15,0 0-55 0,0 0-307 16,0 0-1473-16</inkml:trace>
  <inkml:trace contextRef="#ctx0" brushRef="#br0" timeOffset="24127.02">22449 6344 477 0,'0'0'408'0,"0"0"-56"0,0 0-66 16,-27-79 33-16,20 54-35 15,-2 1 27-15,1 4-67 16,2 7-44-16,5 5 0 0,-2 8-89 16,3 0-67-1,0 18-23-15,2 17-21 16,6 15 26-16,7 9 33 15,-1 7 0-15,2 4-19 0,-1-3-22 16,-1 0-9-16,-1-6 2 16,0-4-11-16,-5-8-1 15,-4-8-36-15,-4-8-53 16,0-5-25-16,-3-9-14 16,-9-7-45-16,-6-10 121 0,-4-2 11 15,-3-16 13 1,-4-14 4-16,-1-9 3 0,2-1 16 15,3 0 6 1,6 6 1-16,4 12 41 0,7 10 15 16,4 4 25-16,4 8-33 15,0 0-26-15,0 6-14 16,4 12-8 0,15 10 6-16,1 1 20 0,8 4-2 15,3-1-2-15,4-4-13 16,1-1-1-16,-1-7-7 15,3-3-1-15,-2-6 0 16,-2-9-1-16,-6-2-4 16,-2-6-41-16,-5-14-28 15,-5-4 5-15,-2-4 18 16,-7-2 18-16,-3 3 20 16,-2 3 11-16,-2 4 0 15,0 5 1-15,0 4 15 16,-2 2 22-16,-2 9 20 0,-2 0-15 15,-3 13-23 1,-6 16-13-16,-9 17-5 16,-8 19 7-16,-11 22-8 15,-16 23-1-15,-8 11-29 0,-7-8-129 16,15-29-370 0,10-28-680-16</inkml:trace>
  <inkml:trace contextRef="#ctx0" brushRef="#br0" timeOffset="26880.2">23582 7651 695 0,'0'0'336'0,"-71"-87"-150"0,-1 30 22 0,-33-3-45 15,-15 16 0-15,-11 21 32 16,-5 21-45-16,4 9-44 16,-12 25 15-16,-3 18 41 15,4 22-72-15,17 20-64 16,20 19-17-16,24 19 13 15,18 17 8-15,20 17 40 16,30 2 21-16,18-1-8 16,39-5 40-16,23-12-35 0,18-8-37 15,12-16-24-15,16-23-12 16,13-23-13 0,9-30 4-16,8-28 3 0,1-20 13 15,-4-40-10-15,-4-32 2 16,-7-25 1-1,-13-25 1-15,-6-22-4 0,-16-12 4 16,-14-18-10-16,-22-5-5 0,-27 0 0 16,-20 4 7-1,-15 15-2-15,-32 18 1 16,-18 18-7-16,-19 22-17 16,-13 20-34-16,-6 18-43 0,-4 20 37 15,1 17-64 1,3 19 46-16,4 8 15 0,4 23 11 15,19 8 16 1,14 1-18-16,14-2 30 0,9 5 0 16,-6 17-11-16,1 23 23 15,6 25-15-15,7-17-116 16,17-19-532-16</inkml:trace>
  <inkml:trace contextRef="#ctx0" brushRef="#br0" timeOffset="27029.3">23396 7706 2001 0,'0'0'48'0,"0"0"-48"0,-71-20-13 16,53 20-16-16,7 0-105 0,8 0-374 0</inkml:trace>
  <inkml:trace contextRef="#ctx0" brushRef="#br0" timeOffset="28879.17">23105 9664 404 0,'0'0'720'0,"0"0"-493"0,0 0 17 0,0 0 95 15,0 0-27-15,0 0-64 16,0 0-85-16,-17-54-61 16,17 65-34-16,12 15 7 15,4 16 67-15,4 12 2 16,-1 9-69-16,-2 1-32 15,-2 0-22-15,-6-4-8 16,-4-5-11-16,5-8 5 16,-6-6-7-16,-1-9-49 0,-2-10-112 15,-1-14-93 1,-2-18-107-16,-11-16-162 0,-1-12-270 0</inkml:trace>
  <inkml:trace contextRef="#ctx0" brushRef="#br0" timeOffset="29147.5">23021 9627 1122 0,'0'0'284'0,"0"0"-69"0,0 0 58 16,0 0-53-1,0 0-65-15,0 0-70 16,0 0-47-16,-67 5 32 16,55 10 3-16,1 1-17 0,2-6-28 15,6-6-14 1,1-2-8-16,2-2 6 0,0-5 13 15,5-15 12 1,10-5-29-16,3-3-3 16,5 1-5-16,4 4 0 15,0 8-2-15,4 9-11 0,0 6-39 16,13 3-133-16,-7 10-114 16,-4-2-398-16</inkml:trace>
  <inkml:trace contextRef="#ctx0" brushRef="#br0" timeOffset="29313.02">23520 9532 1887 0,'0'0'267'0,"0"0"-194"0,0 0-54 15,0 0-13 1,0 0-6-16,0 0-321 0,0 0-799 0</inkml:trace>
  <inkml:trace contextRef="#ctx0" brushRef="#br0" timeOffset="29859.33">24541 8572 1134 0,'0'0'377'0,"0"0"-125"0,0 0 4 16,0 0-34-16,0 0 0 15,0 0-64-15,0 0-43 16,38 0-3-16,-10 0-11 15,4-7-36-15,3 0-35 16,2-3-17-16,-3 0-8 16,-5 3-5-16,-5 2-114 15,-3 0-78-15,-6 2-165 0,-8 1-357 16</inkml:trace>
  <inkml:trace contextRef="#ctx0" brushRef="#br0" timeOffset="30081.63">24564 8763 1473 0,'0'0'380'0,"0"0"-125"0,0 0-73 16,0 0 15 0,0 0-8-16,0 0-79 0,107-23-47 15,-57 5-12 1,0-1-26-16,-2-1-19 0,-7 4-6 15,-2-4-103 1,-12 5-242-16,-14-2-687 0</inkml:trace>
  <inkml:trace contextRef="#ctx0" brushRef="#br0" timeOffset="33797.18">1803 13717 932 0,'0'0'237'16,"0"0"-52"-16,0 0-32 0,-84-20 30 16,52 14 39-16,4 1-27 0,0-1-19 15,7 1 23 1,8 0-31-16,1 3 2 16,4 0-34-16,7 1-79 15,1 0-31-15,0-4-26 0,12 1-9 16,13-9 9-1,27-7 18-15,25-12-3 0,22-10 13 16,6 1-14 0,-15 7-8-16,-24 12-5 0,-22 7 0 15,-9 4-1 1,2-1 0-16,-3 2 0 16,-1 0-2-16,-14 6-113 0,-11 4-142 15,-14 9-233-15,-15 9-44 16,-7 4-516-16</inkml:trace>
  <inkml:trace contextRef="#ctx0" brushRef="#br0" timeOffset="34082.56">1534 13975 1360 0,'0'0'362'0,"0"0"-153"16,0 0 4-1,0 0-5-15,0 0 64 16,0 0-27-16,84 10-120 0,-22-28-49 16,21-20-14-16,17-13-5 15,7-10-2-15,-6 2-16 16,-24 10-10-16,-17 15-23 16,-19 7-5-16,0 3 5 0,2-2-4 15,1 0 0 1,-3-1-1-16,-8 8-1 0,-17 11-7 15,-20 19-47-15,-17 15-242 16,-21 11-450-16</inkml:trace>
  <inkml:trace contextRef="#ctx0" brushRef="#br0" timeOffset="43764.3">6057 10814 566 0,'0'0'857'0,"0"0"-556"0,0 0 15 15,0 0-64-15,0 0-7 16,0 0-51-16,-11-10-38 16,-27 55-22-16,-25 39 39 15,-31 46-7-15,-11 15-25 16,7 2-36-16,12-11-10 16,22-22-43-16,8-8 5 15,8-12-21-15,15-20-15 16,11-21-15-16,7-15 5 15,6-11-10-15,0 0 0 0,1-2 1 16,3-5-2-16,2-9-34 16,0-9-44-16,-2-2-36 15,2-18-54-15,0-45-298 16,-1 5-159-16,4-2-477 0</inkml:trace>
  <inkml:trace contextRef="#ctx0" brushRef="#br0" timeOffset="44079.41">5315 11396 1813 0,'0'0'400'15,"0"0"-46"1,0 0-114-16,0 0-49 0,0 0-5 16,-63 123-10-1,29-25-36-15,3 9-50 0,5-1-11 16,11-27-14-1,2-26-8-15,12-10-14 0,0-4 2 16,1 4-4-16,0 2-4 0,2-1-16 16,17-10-9-1,4-11-6-15,5-10-4 16,7-6-1-16,8-7 0 16,16-17 0-16,0-11 1 0,4-10-2 15,2-7-7 1,-14 7-68-16,-1 0-58 0,-9 8-25 15,-13 4-103 1,-10 8-319-16,-12 6-455 0</inkml:trace>
  <inkml:trace contextRef="#ctx0" brushRef="#br0" timeOffset="44279.2">5981 11837 2490 0,'0'0'296'16,"0"0"-171"-16,0 0-65 15,0 0 117-15,0 0-78 16,0 0-67-16,0 0-32 16,-15 23-222-16,0-10-376 0,-13 4-1329 15</inkml:trace>
  <inkml:trace contextRef="#ctx0" brushRef="#br0" timeOffset="45279.08">2627 11704 1527 0,'0'0'272'0,"0"0"46"15,0 0-74-15,0 0-142 16,0 0-42-16,0 0-23 0,0 0-24 15,-45 4-13 1,45 58 1-16,0 5 30 16,5-1 42-16,7-4 6 0,0-8-9 15,4 10 0-15,-4 7 5 16,5-7-4-16,-6-7-6 16,-3-13-42-16,-5-14-23 15,0-12-1-15,-3-12-23 16,0-6-6-16,-9 0 6 15,-10-16-62-15,-6-11 24 16,-4-8 9-16,-4-5 23 16,3-1 16-16,2 7 13 15,9 6 1-15,2 11 13 16,12 7 17-16,1 7-2 16,4 3-15-16,0 2-13 15,16 15 0-15,9 8 0 16,13 7 11-16,8 1 40 0,8-2 10 15,7-3-21 1,-3-5-16-16,-5-6-21 0,-1-7-3 16,-11-4-1-16,-9-6 0 15,-7 0-31-15,-5-17-20 16,-7-7 3-16,-4-5 1 0,-6-3 5 16,-3 4 25-1,0 3 12-15,0 8 6 16,0 11 13-16,-4 6 29 15,-8 8-15-15,-3 22 0 16,-4 10 22-16,-11 12 12 16,5 4-14-16,-5 1-13 0,3-1-13 15,3-4-11 1,1 0-10-16,-12 5-31 0,8-12-240 16,-3-16-749-16</inkml:trace>
  <inkml:trace contextRef="#ctx0" brushRef="#br0" timeOffset="52614.96">13587 6933 177 0,'0'0'231'0,"0"0"-4"16,0 0-2-16,0 0-11 0,0 0 20 15,-96-12-42 1,58 12 3-16,-9 18-43 0,-17 25-17 16,-18 35-17-16,-6 41-8 15,13 17 18-15,28 2-17 16,36-12-12-16,23-22-28 16,43-9-20-16,29-13-8 15,27-17 5-15,27-22 10 0,16-20-10 16,4-23-10-1,0-6-5-15,-14-27 0 0,-14-20-10 16,-24-16-5 0,-24-16 1-16,-21-11-7 0,-25-8-2 15,-18-10 4-15,-18-6 4 16,-6-5 10-16,-28 3-2 16,-14 9-5-16,-16 14-2 15,-6 21-1-15,-6 19 14 16,-4 18-32-16,-6 17-3 0,-13 18-56 15,-12 6-20 1,-10 20-32-16,4 16-7 16,5 6 3-16,31-8-108 0,13-8-631 0</inkml:trace>
  <inkml:trace contextRef="#ctx0" brushRef="#br0" timeOffset="60497.22">15722 13409 978 0,'0'0'587'0,"0"0"-278"0,0 0-12 15,0 0-38-15,0 0-42 16,0 0-37-16,-9 0-44 16,9 0-49-16,0 2-27 15,15 0-9-15,5-2 6 16,8 0-11-16,6 0-17 15,4 0-17-15,-3-2-11 0,0-2-1 16,-4-2-13-16,-4 2-86 16,-8 0-130-16,-6-2-91 15,-4 0-343-15,-9 1-621 0</inkml:trace>
  <inkml:trace contextRef="#ctx0" brushRef="#br0" timeOffset="60699.44">15688 13584 998 0,'0'0'993'0,"0"0"-705"15,0 0-55-15,0 0-116 16,0 0-6-16,0 0-41 0,0 0-28 16,40 10-7-1,0-10-14-15,9-7-9 16,7-5-4-16,4-3-8 15,15-5-11-15,34-13-124 0,-18 5-321 16,-2-3-585-16</inkml:trace>
  <inkml:trace contextRef="#ctx0" brushRef="#br0" timeOffset="68247.44">16388 11510 196 0,'0'0'1413'0,"0"0"-1052"15,0 0-95-15,0 0-19 16,0 0-36-16,-41-70-5 16,36 70-53-16,3 22-99 15,2 39-33-15,0 8-8 0,0 1 28 16,0 0-8-16,0-20-15 16,8 5-11-1,3 5-5-15,-1-10-1 0,-2-6-1 16,-6-6-14-16,-1-9-61 15,-1-8-33-15,0-7 11 16,-11-7 18-16,-5-7 36 16,-5 0 20-16,-4-15 4 15,2-8 6-15,-3-4 12 16,5 3 0-16,3 3 1 16,7 6 10-16,5 7 17 0,6 6 3 15,0 2-20 1,6 5-4-16,16 10-5 0,6 9 16 15,4-4 2-15,5 2-10 16,0-4-8-16,-2-4 0 16,-2-6 1-16,-5-2-1 15,-2-6 0-15,-4 0-1 16,-4-6-1-16,-5-10-8 16,0-8-13-16,-7-5 3 15,-3-2 4-15,-3 2 13 0,0 4 1 16,0 10 1-1,0 10 1-15,-10 5 9 0,-3 20-10 16,-9 16-1 0,-4 13 0-16,-1 12-5 15,-21 34-114-15,10-15-256 0,-3-9-818 0</inkml:trace>
  <inkml:trace contextRef="#ctx0" brushRef="#br0" timeOffset="-206299.8">13335 5698 1460 0,'0'0'519'0,"0"0"-271"16,0 0-11-16,0 0-54 15,0 0-75-15,0 0-65 16,-19 7-31-16,32 33-5 15,5 7 10-15,4 15-2 16,-1 4-3-16,0-2-11 16,-3 3 1-16,-4-5-1 15,-1-5-1-15,-6-5-14 16,-7-4-40-16,0-11-19 0,-9-5 5 16,-8 0 2-1,-9-8-16-15,-4-5 21 0,-7-4 23 16,-6-8 28-1,-2-4 10-15,-1-3 15 0,3 0 34 16,10 0 33 0,11-3 14-16,12 0 15 0,7 1-43 15,3 2-35 1,11 0-25-16,16 0-1 0,17 3 26 16,6 2 27-16,6 0-12 15,2-5-11-15,2 0-25 16,-3 0-6-16,-4-10-5 15,-5-5-1-15,-7-7-15 0,-9-1-40 16,-7-5 1 0,-11-4 6-16,-8-2-1 15,-4-1 18-15,-2 6 20 16,0 8 11-16,-3 14 1 0,-5 7 23 16,-5 44-17-1,-10 48-6-15,-9 40 5 0,-3 20 2 16,-2-1-7-1,9-14-1-15,9-50-3 0,1-20-373 0</inkml:trace>
  <inkml:trace contextRef="#ctx0" brushRef="#br0" timeOffset="-65338.01">5145 7870 1580 0,'0'0'596'16,"0"0"-366"-1,-126-150-33-15,51 32-42 0,-5-19-40 16,3-15 0 0,9-1 4-16,22 13-39 0,4 11-19 15,15 17-13 1,11 30 7-16,4 20-14 0,7 19-13 15,1 7-5 1,1-5-13-16,3-1-1 16,0-2-7-16,0 8-1 15,0 9-1-15,7 4-6 0,-2 6-3 16,2 7-42-16,-4 2-30 0,0 7-58 16,-1 1-48-1,-2 0-55-15,0 0 12 0,0 0 48 16,0 4-2-1,0 9 81-15,-11-3 36 16,0 3-60-16,-8 6 102 0,5-2 25 16,-5-3 7-1,3-2 18-15,0-5 70 16,2-7 47-16,2 0-6 16,2 0 21-16,-1 0 8 15,0-12-9-15,6 0-26 0,-1-3-27 16,3-6-38-16,3-3-28 15,3-4-3-15,11-1-19 16,8 1 0-16,0 5 5 16,6 9 2-16,2 10-13 15,1 4 0-15,3 11-9 16,-3 14-12-16,-1 7 2 16,-5 1-34-16,2 4-119 15,0 3-108-15,-6-10-336 0,-9-10-652 0</inkml:trace>
  <inkml:trace contextRef="#ctx0" brushRef="#br0" timeOffset="-64359.6">4463 5738 1677 0,'0'0'250'16,"0"0"53"-16,0 0-167 15,0 0-52-15,0 0 53 0,0 0-22 16,65 105-33-16,-48-63-33 16,-3 2-11-16,-3 0-16 15,-7-1-9 1,-4-4-1-16,0-5-6 15,0-5 2-15,-7-8-8 16,-1-8 0-16,-2-10 8 0,3-3 17 16,2-6 10-16,1-9-4 15,3-3 0-15,1 1-16 16,0 4-15-16,8 6 1 16,11 1 4-16,6 0-4 15,4 2 5-15,6-2 6 16,0 2-4-16,1-6-7 15,1-6 6-15,-6 0-6 16,-4-6 6-16,-6-4-6 0,-9-5 5 16,-9-4 0-1,-3-5-6-15,-8-5 6 0,-19-3-5 16,-12-1-1-16,-9-2 8 16,-7 5-7-16,0 12-1 15,1 7 15 1,4 9 12-16,10 13-5 0,9 5-7 15,7 0-6-15,12 10-8 0,9 11-1 16,3 9 0-16,21 8-1 16,11 4-6-1,12 1-2-15,7-3-5 16,10-6-64-16,2-6-67 16,-1-13-39-16,-4-8-14 15,-9-7-11-15,-12 0 34 16,-10-10 82-16,-12-2 93 0,-9-6 10 15,-6 1 79 1,0 2 74-16,0 3 22 0,0 7 24 16,0 4-37-16,0 1-66 0,0 1-78 15,2 14-17 1,12 9 4-16,4 5 40 0,4 6-13 16,4 1-13-1,-2 3-16-15,-5 1-11 0,2-5-2 16,-5 2 0-1,-4-8 0-15,-4-8-35 0,-5-5-5 16,-3-15 20-16,0-1 19 16,-14-11-23-16,-7-20 2 15,-10-21-4 1,-6-27 5-16,1 2 11 0,8 3 9 16,10 14 1-16,9 16 0 15,8 3 0 1,1-1-2-16,0 10-5 0,12 10 6 15,8 11-9 1,1 8 4-16,4 3-2 16,-2 8-10-16,-1 18-16 0,-2 9 1 15,-9 8-2-15,-5 5-23 16,-6 17-63-16,0-13-176 16,-4-11-313-16</inkml:trace>
  <inkml:trace contextRef="#ctx0" brushRef="#br0" timeOffset="-63839.87">5167 5675 1713 0,'0'0'382'0,"0"0"-102"0,0 0-30 0,0 0-34 15,35 105-10 1,-12-70-56-16,-1 0-72 0,-2-1-37 15,1-3-21-15,-9-5-12 16,2-6-7-16,-9-7 5 16,-2-6-6-16,-3-7 1 15,0 0 7-15,-7-10 7 16,-13-16-9 0,-10-22-5-16,-5-23 6 0,4-2-5 15,7 8 8-15,10 11-10 16,11 19-6-16,3-3 5 15,0 6-5-15,2 6 4 16,13 8-5-16,2 5-2 0,2 7 7 16,3 6-10-1,-3 0-9-15,1 11 10 0,-1 9-7 16,-6 10 9 0,-3 2 9-16,-5 6 1 0,-5 6 0 15,0-3 5 1,0 2 2-16,-1-4-8 0,-2-1-1 15,2-5 1-15,1-7-1 16,0-6 1-16,0-7 1 16,8-5 0-16,6-6 0 15,4-2 16-15,2-2 10 16,7-13-13-16,1-5-14 16,-1-1-30-16,5-4-204 15,-7 6-317-15,-3 3-628 0</inkml:trace>
  <inkml:trace contextRef="#ctx0" brushRef="#br0" timeOffset="-63619.96">4973 6459 1743 0,'0'0'364'0,"0"0"-43"0,0 0-163 0,0 0-15 16,0 0 2-16,93-82-72 16,-63 52-73-16,5 4-6 0,5 0-209 15,-8 5-372 1,-10 5-549-16</inkml:trace>
  <inkml:trace contextRef="#ctx0" brushRef="#br0" timeOffset="-63437.65">5007 6646 1746 0,'0'0'491'0,"0"0"-200"16,0 0-120-16,0 0-40 16,0 0 23-16,0 0-75 0,106-85-67 15,-16 29-12 1,-9 7-354-16,2-5-1530 0</inkml:trace>
  <inkml:trace contextRef="#ctx0" brushRef="#br0" timeOffset="-57509.36">14074 6735 778 0,'0'0'187'15,"0"0"-72"-15,0 0 9 16,0 0-15-16,0 0 1 0,0 0-23 16,0-5 0-1,0 3-5-15,0 1 14 0,0 1 5 16,0-2-19-1,0 1-23-15,0 1-6 0,0-2-6 16,0 0-8 0,0 2 1-16,2-2-13 0,-2 1-4 15,0-1 0-15,2-1 2 0,0 1-6 16,-2 2-1 0,0 0 3-16,0 0 4 0,0 0-4 15,0 0-1 1,0 0-5-16,0 0-2 15,0 0 1-15,0 0-8 0,0 0 4 16,0 0 12-16,0 0-4 16,0 0 15-16,0 0 7 15,0-2 0-15,0-2 2 16,0 0 6-16,0-4-20 16,0-2-7-16,0 0 12 15,-4-5-3 1,2-4-15-16,-3-1 1 0,2-8 1 15,0-1-3 1,2-3 4-16,-2-4-6 0,3 0-3 16,0-2 0-16,0 0-1 15,0 0-7-15,0-3 7 16,4-4-8-16,9-5 8 16,0-4-2-16,4-3 1 15,5 4 1-15,-3 4-8 16,0 4 1-16,3 3 11 0,2 6-2 15,-1 1-2-15,2 1 2 16,1 2-4 0,3-2-5-16,0 3 10 0,3 0-2 15,1-2-9-15,4-1 6 16,3 1 3-16,2 3 2 16,3 0-4-16,4 1-1 15,0 1 3-15,3 3 0 16,5 2 2-16,1 2 1 15,2 3-2-15,-1 1 8 16,-1 6-17-16,0 4 8 16,-3 6 6-16,-1 1 0 15,2 1-3-15,-3 12 8 16,4 1 16-16,-3 3-2 16,-1 3-9-16,2 1 5 0,-1 0 0 15,0 7 0 1,-2-2 8-16,-1 2 4 0,-4 0-11 15,2 0-8 1,-8 2 4-16,1-3 1 0,-9 0-4 16,-2-4-4-16,-6 0-7 0,0-2 1 15,-5 1-6 1,-3-4-7-16,-2 4-1 16,-2-4 1-16,-1-2 0 15,-2 1-1-15,2-3 0 16,-2 0 0-16,-3-1 0 15,2-2 0-15,0-2-14 16,-3-1-20-16,1-3-19 16,0 2-52-16,-2-4-56 15,-3-3-139-15,-2 0-191 16,0 0-292-16</inkml:trace>
  <inkml:trace contextRef="#ctx0" brushRef="#br0" timeOffset="-57219.57">15904 5969 1195 0,'0'0'936'0,"0"0"-774"15,0 0-22-15,0 0 25 0,0 0 43 16,0 0-6-1,82 66-42-15,-51-52-56 0,0-2-42 16,2-5-30-16,-1 1-16 16,-6-2-5-16,-2-3-10 15,-4-3-1-15,-4 0 0 16,-3 0-72-16,-4 0-120 16,3-18-131-16,-3 0-329 15,-8-4-687-15</inkml:trace>
  <inkml:trace contextRef="#ctx0" brushRef="#br0" timeOffset="-56967.64">16260 5649 2102 0,'0'0'361'0,"0"0"-153"15,0 0-77-15,0 0-2 16,0 0 124-16,-6 107-80 16,6-61-71-16,0 5-49 15,0 0-25-15,0-2-17 16,0-3-11-16,0-2-19 16,0-1-127-16,-2-9-419 0,-2-15-1015 0</inkml:trace>
  <inkml:trace contextRef="#ctx0" brushRef="#br0" timeOffset="-51883.31">17280 8597 1187 0,'0'0'362'16,"0"0"-11"-16,0 0-59 15,0 0-30-15,0 0-94 0,0 0-41 16,6-26-35 0,24 11-5-16,12-3 25 15,8 1-25-15,8 0-29 16,-1 3-28-16,-3 6-15 0,-7 2-15 15,-6 6 0-15,-7 0-66 16,-7 0-151 0,-5 12-99-16,-8-1-405 0,-8-2-402 0</inkml:trace>
  <inkml:trace contextRef="#ctx0" brushRef="#br0" timeOffset="-51668.81">17386 8777 351 0,'0'0'1444'0,"0"0"-1084"15,0 0-58-15,0 0-157 16,0 0-19-16,0 0 30 0,0 0-1 16,121-52-55-1,-67 28-52-15,-8 4-28 16,-5 6-14-16,-8 4-6 0,-6 6-17 15,9 4-209-15,-6 0-289 16,1 0-665-16</inkml:trace>
  <inkml:trace contextRef="#ctx0" brushRef="#br0" timeOffset="-49686.55">23215 6134 1185 0,'0'0'632'16,"0"0"-407"-16,0 0 72 0,0 0-15 15,0 0-27-15,-1-69-32 0,-1 69-64 16,2 0-76 0,0 12-45-16,2 15-22 15,11 18 19-15,7 12 46 16,-1 5-30-16,0 4-23 16,0-7-17-16,-9-1 1 15,-2-3-11-15,-5-5 0 16,-3-7-1-16,0-7-51 15,-8-5-23-15,-5-11-20 16,-4-8-30-16,-1-8-65 16,-6-4 15-16,-4-10 6 15,-4-18 37-15,-1-4 43 16,0-5 61-16,4 1 27 16,3 3 7-16,9 8 54 0,3 7 21 15,7 8 12-15,5 5-1 16,2 5-26-16,5 0-36 15,16 16 1-15,12 5 50 16,8 5-9-16,7-1-23 16,2 0-13-16,0-4-17 15,-3-5-7-15,-4-6-5 16,-9 0-8-16,0-10 0 16,-10 0-31-16,-5 0-67 15,-5-11-14-15,-5-7 10 0,-5-3 7 16,-2-4 32-1,-2-3 35-15,0-2 14 0,0 2 13 16,0 2 1 0,-5 8 11-16,2 8 34 0,-1 8 22 15,1 2-18-15,-2 18-31 16,-2 31 3-16,-8 27 21 16,-15 34-35-16,-16 10-7 15,3-25-200-15,1-21-772 0</inkml:trace>
  <inkml:trace contextRef="#ctx0" brushRef="#br0" timeOffset="73312.17">8449 5818 1336 0,'0'0'527'0,"0"0"-395"15,0 0 73-15,0 0 4 16,0 0-58-16,0 0-63 15,-19-12-46-15,61 53 24 0,1 9 53 16,9 9 7 0,0 6-43-16,-12-11-29 0,2 1 3 15,-6-12 24 1,-1-13-3-16,-2-15-17 0,4-15 2 16,5-8 18-1,16-47 23-15,9-47 11 0,17-49 7 16,1-29-44-1,-3-5-27-15,-10 18-15 0,-7 24-24 16,-5 15-3-16,1 13 1 16,-15 27-10-16,-8 25 0 15,-10 22-3-15,-7 13-16 0,1 5-16 16,2 7-26 0,9 7-89-16,18 9-74 0,40 36-237 15,-6 4-213 1,0 2-986-16</inkml:trace>
  <inkml:trace contextRef="#ctx0" brushRef="#br0" timeOffset="74193.03">17843 6149 1338 0,'0'0'318'15,"0"0"-200"-15,0 0-34 0,0 0 61 16,0 0-6 0,0 0-59-16,16 26-51 15,12 12 44-15,11 11 136 0,4 6-18 16,1 3-34-16,2-7-12 16,-1-11-44-16,0-15-3 15,1-17 9-15,20-14 7 16,20-46-10-16,21-50-14 15,9-29 28-15,-11-16-47 16,-16-2-19-16,-19 21-11 0,-5 8-10 16,-11 13-4-16,-6 24-9 15,-16 22-17-15,-8 23-1 16,-11 9 2-16,2 4-2 16,-6 5 0-16,0 3-1 15,-5 11-33-15,-4 1-34 16,0 5-49-16,-13 0-42 15,-11 0-166-15,-8 3-540 16</inkml:trace>
  <inkml:trace contextRef="#ctx0" brushRef="#br0" timeOffset="52243.35">22312 5157 1876 0,'0'0'538'0,"0"0"-238"16,0 0 2-16,0 0-130 0,0 0-94 16,-27 28-46-1,27 41-22-15,0 25 1 0,9-3 2 16,0-13 3-1,-2-28-8-15,-5-14-7 0,4 2-1 16,-5 1-13-16,-1-4-184 16,-11-14-131-16,-12-7-276 15,-2-14-416-15</inkml:trace>
  <inkml:trace contextRef="#ctx0" brushRef="#br0" timeOffset="52644.07">21930 5203 1428 0,'0'0'202'0,"0"0"-135"16,76-46-23-16,0 28-3 16,25 0 23-16,11 1-14 15,-17 4-6-15,-27 1-6 16,-28 6-1-16,-13-3 5 16,-3 0 11-16,-4 1 63 15,-3 0 60-15,-9 4-9 16,-4 1-6-16,-4 3-46 15,0 0-38-15,0 10-18 16,-7 12-35-16,-5 13-9 16,-1 9 13-16,4 4-6 15,4-1-11-15,5-2-5 16,0-7-5-16,1-7-1 16,10-8 1-16,4-10-1 15,0-9 0-15,5-4-6 16,4-10 1-16,2-19 4 0,0-8-10 15,-1-11-23-15,-2-17-22 16,-9 3-5-16,-6 2-47 16,-7 4 13-16,-1 20 2 15,-9 13-27-15,-18 23-169 16,5 1-107-16,4 19 10 0</inkml:trace>
  <inkml:trace contextRef="#ctx0" brushRef="#br0" timeOffset="53044.8">22939 5003 1721 0,'0'0'391'0,"0"0"-233"0,0 0 18 0,-22 116 41 15,17-34-45-15,5 15-23 16,0 7-38-16,0-14-53 15,3-17-29-15,1-25-16 0,-2-15-5 16,-1-13-8 0,1-4 1-16,-1-5-1 15,-1-11 0-15,0 0 0 16,-1-29 2-16,-11-28-2 0,-3-33-6 16,2-31 1-1,0-19 4-15,9 2 2 0,4 26-1 16,0 36 16-1,0 28-2-15,4 22-7 0,6 4 10 16,0 6-9-16,6 11-8 0,3 5-16 16,4 25-7-1,2 15 4-15,-2 14 5 0,-5 6-7 16,-9 3-48 0,-6 17-109-16,-3-15-87 15,0-15-304-15</inkml:trace>
  <inkml:trace contextRef="#ctx0" brushRef="#br0" timeOffset="53245.37">23001 5313 2134 0,'0'0'354'0,"0"0"-138"16,0 0-116-16,0 0-24 15,0 0-30-15,95-9-30 16,-51 1-16-16,1-4-36 16,1-6-170-16,-11 2-337 15,-8-3-602-15</inkml:trace>
  <inkml:trace contextRef="#ctx0" brushRef="#br0" timeOffset="53443.23">23293 4755 1820 0,'0'0'587'16,"0"0"-315"-16,0 0-144 16,0 0-78-16,-13 125 56 0,13-24 34 15,7 7-50 1,8-16-40-16,-3-29-5 0,-4-19-9 16,-3-2-19-1,0 3-11-15,-1 0-6 16,-1-8-72-16,12-20-160 15,-4-16-237-15,5-4-333 0</inkml:trace>
  <inkml:trace contextRef="#ctx0" brushRef="#br0" timeOffset="53693.4">23557 4894 854 0,'0'0'614'0,"0"0"-375"0,-60 73 39 15,36-31-31-15,2 2-38 16,9 2-50-16,7-6-25 16,6-5-10-16,1-5-6 15,20-6 3-15,7-2 8 16,11-11-32-16,6-1-22 16,7-8-21-16,7-2-23 15,0-3-20-15,-4-7-11 0,-7 0-8 16,-4 8-139-1,-16 2-344-15,-16 0-453 0</inkml:trace>
  <inkml:trace contextRef="#ctx0" brushRef="#br0" timeOffset="53923.05">22734 5753 1026 0,'0'0'1555'0,"0"0"-1385"16,0 0-110-16,0 0 41 0,108-30 41 15,-52 12-80-15,11 1-45 16,0 0-17-16,10 2-103 16,-13 2-193-1,-13 1-420-15</inkml:trace>
  <inkml:trace contextRef="#ctx0" brushRef="#br0" timeOffset="54107.06">22617 5820 2205 0,'0'0'372'0,"0"0"-268"0,0 0-47 15,0 0 86 1,0 0 90-16,76 12-77 0,11-12-60 15,31-6-57 1,14-6-39-16,-7-6-33 16,-35 6-296-16,-31-2-700 0</inkml:trace>
  <inkml:trace contextRef="#ctx0" brushRef="#br0" timeOffset="60523.29">24907 8944 1198 0,'0'0'385'0,"0"0"-46"15,0 0 52-15,0 0-81 16,0 0-95-16,0 0-79 0,-12 9-61 16,4 24 19-1,4 12 37-15,-3 9-36 0,4 6-32 16,0 2-10-1,3 0-1-15,0 0-23 0,0-8-13 16,0-4-10-16,0-9-5 16,0-5 0-16,1-9-1 15,-1-9-13-15,0-8-75 16,0-8-120-16,0-17-102 16,0-14-222-16,-3-6-258 0</inkml:trace>
  <inkml:trace contextRef="#ctx0" brushRef="#br0" timeOffset="60873.13">24987 8837 1409 0,'0'0'518'16,"0"0"-260"-16,0 0-29 16,0 0-74-16,0 0-15 0,-89 41-22 15,61-19-12 1,2-2-9-16,1-4 6 15,7-4-28-15,6-7-31 0,3 0-20 16,7-5 15-16,2 0 14 16,0-5 1-16,5-14-3 15,12-9-31-15,6-4-19 16,4-2-1-16,5 5-5 16,-2 7-3-16,5 12 2 15,1 8-4-15,0 2 4 16,1 15 0-16,-2 12-6 0,-3 10 6 15,-8 8 0-15,-4 16-47 16,-10 23-179-16,-5-9-349 16,-5-7-1160-16</inkml:trace>
  <inkml:trace contextRef="#ctx0" brushRef="#br0" timeOffset="69161.32">834 10971 1478 0,'0'0'189'0,"0"0"-168"0,0 0-21 0,0 0 0 16,83 7 12-16,1 4 16 16,31 7 17-16,25 2 31 15,10-6-26-15,5-4 4 16,5-8 20-16,19-2 40 0,15-6-14 16,9-16-39-1,14-8-11-15,4-7-4 0,16-5 1 16,5-3-9-16,5 0-15 15,-1 3 1-15,-1 5 0 16,2 1-8-16,-3 5 1 16,-4 2-11-16,-2 3-5 15,1 6 6-15,-5 4 1 0,-5 8-8 16,-6 5 0 0,-6 3 1-16,-4 0-1 0,-2 7 5 15,-7 4-5 1,-3-2 0-16,-7 1 0 0,0 0 3 15,6 0 4 1,-2-1-1-16,1 0-6 0,3-3-1 16,-3 2 0-1,5 1 1-15,2 4-1 0,-4 2 2 16,-3 1-1-16,-5 2 0 16,2 2 0-16,7-2 8 15,2-2-8-15,4-2 0 16,7-3 0-16,2 4 0 15,8-5 1-15,-2 4 14 16,4-3-13-16,1 1 8 16,-4 3-2-16,4-3 4 15,1 4-1-15,-2-2-11 0,1-1 0 16,3-2 0 0,5-3 1-16,-1-2 12 15,3-2-13-15,-2 0 0 16,2-3 1-16,-1 4 0 0,-6-2 0 15,-5 3 0 1,-7-2 5-16,2 6-5 16,-6-2 0-16,0-2-1 0,2-2 1 15,-5-4-1-15,14 0 0 16,0 0 1-16,2-1-1 16,5-8 1-16,-2 5 0 15,0-3-1-15,1 2 5 16,-4-1-5-16,-3 2-1 15,-3-1 0-15,-3 0 1 0,-10 0 5 16,-4-1-5 0,-6 2-5-16,-7-4 5 0,-2-1 1 15,-7 2 0-15,-11 0-1 16,-3-1 2-16,-8 1 2 16,-4 3 2-16,-5-4 12 15,1 4-7-15,-5 4-1 16,-5-5 0-16,-2 5-2 15,-6 0-7-15,2 0 7 16,-1 0-1-16,1-2-6 16,4-1 5-16,-3-2-6 15,0-2 0-15,-3-5 1 16,0 4 0-16,-1-4 0 0,2 0 0 16,-2 1 0-1,2-2 7-15,-3 1-8 16,-5-5 0-16,-1 2-6 0,-6-3 6 15,-1 2 0-15,-3-2 8 16,-5 2-7-16,-7-1 14 0,-6 3 12 16,-8 0-7-1,-17 3 1-15,-18 2 3 0,-17 3 3 16,-8 1 18 0,-4-2 1-16,-3 4-2 0,-3-2 4 15,-12 2 18 1,-5 1 7-16,-3 2-4 0,-2-1-20 15,0 1 2 1,0-2-18-16,0 2-12 0,0-4-7 16,0 0-8-1,-5 2-5-15,0-7 0 16,-6 2-1-16,-8-9-39 0,-33-19-118 16,1-1-319-1,-4-5-617-15</inkml:trace>
  <inkml:trace contextRef="#ctx0" brushRef="#br0" timeOffset="76093">14851 1337 1987 0,'0'0'308'0,"0"0"-22"0,0 0-35 15,0 0-40-15,0 0-102 0,-37 74-66 16,37 31-7 0,8 12 14-16,7-17-23 0,0-28-8 15,-4-28-11 1,-3-9-8-16,2 2-13 15,-5 1-143-15,-5-1-192 16,0-10-297-16,-12-14-520 0</inkml:trace>
  <inkml:trace contextRef="#ctx0" brushRef="#br0" timeOffset="76509.11">14600 1501 1555 0,'0'0'201'15,"0"0"-143"-15,101-49-9 16,-22 21-13-16,27-4 29 16,6-7-5-16,-6-2-8 15,-24 5-18-15,-30 8-7 16,-18 8-15-16,-10 4-2 16,-5 2-9-16,-6 2 7 15,-3 4 5-15,-10 6 164 0,0 2 5 16,-12 6-96-16,-10 20-53 15,-3 19-12-15,1 25 2 16,7 21 10-16,11-4-16 16,6-17-8-16,6-21-2 15,14-18-5-15,1-2 5 16,6-4-7-16,5-4 1 16,-5-16 1-16,-3-5-1 15,-3-11-1-15,-3-21 8 0,-3-14-7 16,-4-20 0-1,-10-25 0-15,-1 5-1 0,0 9-19 16,-10 16-12 0,-4 26 1-16,-4 9 7 0,5 7-32 15,-1 19-132-15,9 22-84 0,4 15-94 16,1 1-270-16</inkml:trace>
  <inkml:trace contextRef="#ctx0" brushRef="#br0" timeOffset="76928.39">15679 1228 1824 0,'0'0'399'0,"0"0"-51"0,0 0-212 16,0 0-45-1,-6 111 40-15,18-28-8 0,14 25-2 16,3 2-61-1,-2-11-21-15,-9-17-15 0,-8-29-10 16,-5-16-13-16,-1-10 5 0,0-4-4 16,-3-4-2-1,-1-11-1-15,0-8 1 0,-9-22-1 16,-11-30-22 0,-11-35 10-16,-2-41 7 0,3-17 6 15,7 8 2 1,14 35-1-16,9 46 7 15,0 23-7-15,2 13 1 16,12 6-2-16,2 6-6 16,11 6-2-16,0 2 7 15,1 21-6-15,-2 11 6 0,-7 16-5 16,-2 6-5-16,-8 8-44 16,-8-1-144-16,-1 16-58 15,0-18-295-15,-1-13-662 0</inkml:trace>
  <inkml:trace contextRef="#ctx0" brushRef="#br0" timeOffset="77105.88">15974 1538 743 0,'0'0'1414'0,"0"0"-1128"0,0 0-86 0,0 0-107 15,0 0-34-15,0 0-36 0,71-29-16 16,-30 7-7 0,21-16-103-16,-11 3-361 15,-7 4-769-15</inkml:trace>
  <inkml:trace contextRef="#ctx0" brushRef="#br0" timeOffset="77327.4">16395 957 2061 0,'0'0'481'16,"0"0"-291"-16,0 0-97 15,0 0-28-15,7 78 91 16,9-25-17-16,11 17-55 16,2 21-40-16,3 12-27 15,-5-11-11 1,-8-22-6-16,2-22-88 0,-6-29-254 15,-2-10-585-15</inkml:trace>
  <inkml:trace contextRef="#ctx0" brushRef="#br0" timeOffset="77643.18">16759 883 2038 0,'0'0'299'15,"0"0"-121"-15,0 0-23 0,-44 76 56 16,36-26 19 0,6 7-95-16,2 7-54 0,5 0-22 15,12-5-32-15,4-9-13 16,6-14-7-16,0-16-1 16,3-17 2-16,1-5-1 15,-1-26-1-15,0-15 2 16,-5-7-2-16,-4-13-6 15,-2-14 1-15,-12 6 0 16,-7 3 0-16,0 7-1 0,-15 21-10 16,-11 9-5-16,-8 19-47 15,-7 12-117 1,-4 49-121-16,5 7-68 0,15 6-286 0</inkml:trace>
  <inkml:trace contextRef="#ctx0" brushRef="#br0" timeOffset="77872.95">16601 2019 2462 0,'0'0'323'0,"0"0"-111"0,0 0-80 15,0 0-41 1,0 0-41-16,84-50-32 0,-28 22-11 16,5 1-7-16,2 2-24 15,5-3-186-15,-16 8-111 16,-16 3-477-16</inkml:trace>
  <inkml:trace contextRef="#ctx0" brushRef="#br0" timeOffset="78073.11">16427 2297 2650 0,'0'0'365'16,"0"0"-237"0,0 0-87-16,76-14 89 0,11-18-9 15,30-17-67 1,15-8-40-16,-5-4-14 15,-36 17-140-15,-29 0-617 0</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4:14:45.886"/>
    </inkml:context>
    <inkml:brush xml:id="br0">
      <inkml:brushProperty name="width" value="0.05292" units="cm"/>
      <inkml:brushProperty name="height" value="0.05292" units="cm"/>
      <inkml:brushProperty name="color" value="#FF0000"/>
    </inkml:brush>
  </inkml:definitions>
  <inkml:trace contextRef="#ctx0" brushRef="#br0">18554 2610 1411 0,'0'0'344'16,"0"0"-52"-16,0 0-157 0,0 0-82 16,0 0-27-16,0 0-11 15,26 8-14-15,1-19 1 16,11-1-1-1,5-3 0-15,3 2-1 0,2 8 0 16,-13 3-45-16,-13 2-490 0</inkml:trace>
  <inkml:trace contextRef="#ctx0" brushRef="#br0" timeOffset="165.96">18570 2925 1558 0,'0'0'245'16,"0"0"-11"-16,0 0-56 0,90-44-37 16,-4 1-58-16,32-7-40 15,7 8-41-15,-21 10-2 16,-33 20-361-16</inkml:trace>
  <inkml:trace contextRef="#ctx0" brushRef="#br0" timeOffset="1535.76">3090 4868 1650 0,'0'0'225'0,"0"0"-134"15,0 0-44-15,4 75-5 16,-13-65-18-16,-9-10-9 15,-10 0-14-15,-3-14 2 16,-5-11 7-16,3-7-10 0,2-4-38 16,5 1 14-16,8 5-38 15,6 8 24 1,5 8 20-16,4 10 17 0,3 4-5 16,8 0-25-16,11 11 16 15,6 11 15 1,10 3 25-16,5-1 35 0,5 1 26 15,-2-5-27-15,1-6-17 0,-3-6 0 16,0-7-5 0,-7-1-9-16,-7-3-14 15,-6-12-7-15,-8-7-1 16,-5-1-4-16,-7-1 0 0,-1-1 4 16,0 1-5-1,-9 4 1-15,-2 10-1 0,0 6 7 16,-3 4-8-1,-4 14 8-15,1 19 0 0,-7 10 3 16,-2 12 11 0,0 7 5-16,10 2-8 15,15 7-19-15,1-16-40 16,6-17-799-16</inkml:trace>
  <inkml:trace contextRef="#ctx0" brushRef="#br0" timeOffset="2485.58">7901 4236 1505 0,'0'0'394'0,"0"0"-19"0,0 0-55 16,0 0-92-16,0 0-48 0,0 0-113 15,0 0-46-15,-12 55 4 16,8-8 34-16,-1 3-7 16,5-4-19-16,-3 0-19 15,0-6-7-15,3-8-6 16,-3-4-1-16,1-6-9 16,-1-9-19-16,-1-5-62 15,-6-8-8-15,1 0 6 16,-5-10 15-16,-3-14 30 15,0-10 27-15,-1-5 13 16,2-3 7-16,7 7 0 16,1 10 16-16,2 9 23 0,3 10 7 15,3 6-26-15,0 6-19 16,15 15 0-16,6 6 9 16,3 5 2-16,6 1 5 15,4 1-2-15,0-4-14 16,-2-6 0-16,-4-6 0 15,-3-5-1-15,-10-4 0 16,-5-6-7-16,-3-2-13 16,-6-1 7-16,-1-4 1 15,0-10 10-15,0-8-10 16,0 4-6-16,0 0 8 0,-1 6 1 16,-6 6 0-1,2 6-3-15,-7 0-24 0,1 18 0 16,-5 7-10-1,1 6-34-15,-8 13-80 0,10-9-129 16,1-7-383-16</inkml:trace>
  <inkml:trace contextRef="#ctx0" brushRef="#br0" timeOffset="2635.84">8356 4639 1635 0,'0'0'363'0,"0"0"-150"16,0 0-213-16,0 0-47 0,0 0-569 0</inkml:trace>
  <inkml:trace contextRef="#ctx0" brushRef="#br0" timeOffset="3600.38">1711 10725 1347 0,'0'0'375'0,"0"0"11"0,0 0-74 15,0 0-83-15,0 0-39 16,0 0-69-16,-7 0-61 0,22-5-20 16,13-7-13-1,24-6-5-15,24-9 8 16,19-7 0-16,-4 1-12 16,-16 6-9-16,-25 9-7 0,-15 6-2 15,-2 1-9 1,1-3-214-16,-7 3-233 0,-15 4-360 0</inkml:trace>
  <inkml:trace contextRef="#ctx0" brushRef="#br0" timeOffset="3817.78">1728 10867 2029 0,'0'0'466'0,"0"0"-174"15,0 0-53-15,0 0-49 16,0 0-101-16,0 0-43 0,139-80-19 16,-33 28-11-1,10-8-8-15,-9 4-7 16,-13 12 0-16,-18 10-1 0,2 7-1 16,9 5-21-16,-22 9-198 15,-10 1-373-15</inkml:trace>
  <inkml:trace contextRef="#ctx0" brushRef="#br0" timeOffset="4465.96">7983 10543 1563 0,'0'0'476'16,"0"0"-153"-16,0 0-73 15,0 0-41-15,0 0 14 16,0 0-60-16,0 0-52 16,27 25-23-16,3-22-12 0,10 1-25 15,5-4-18-15,2 0-13 16,0-2-13 0,-5-8-6-16,-3-2-1 0,-10 2-89 15,-10-2-158-15,-4 1-292 16,-14 3-445-16</inkml:trace>
  <inkml:trace contextRef="#ctx0" brushRef="#br0" timeOffset="4650.59">7998 10817 1719 0,'0'0'382'0,"0"0"-94"15,0 0-114 1,0 0 11-16,0 0 64 0,130 5-54 15,-21-30-78 1,6-8-62-16,-21-1-34 0,-31 16-21 16,-34 10-29-16,-21 8-219 15,-5 0-382-15,-3 7-1284 0</inkml:trace>
  <inkml:trace contextRef="#ctx0" brushRef="#br0" timeOffset="6115.97">5586 11660 1465 0,'0'0'276'15,"0"0"65"-15,0 0-53 16,0 0-34-16,0 0-109 0,0 0-93 16,0 0-34-1,-38 5-17-15,38 42 0 0,11 9 21 16,1 2 51-1,3-1-17-15,-2-3-8 0,2-6-22 16,-4-6-25-16,1-5-1 16,-10-8-21-16,3-7-121 15,-5-6-46-15,-7-8-13 16,-9-8-2-16,-6 0-28 16,3-17-13-16,-6-8 159 15,3-6 75-15,-5-1 10 16,4-1 41-16,4 7 164 15,7 4 15-15,3 8-14 0,5 7-37 16,4 7-76 0,0 0-55-16,7 13-24 15,13 9-2-15,11 8 28 16,3 4 24-16,3 0-25 0,-2-3-9 16,1-3-15-1,3-6-9-15,-4-4-5 16,-3-4-1-16,-5-9-2 15,-5-5-51-15,-3 0-59 0,-7-10-2 16,-3-9-15-16,-4-5 14 16,-5-8 43-16,0-2 29 15,0-3 27-15,-5 1 16 16,-3 8 0-16,1 7 11 16,4 11 37-16,-4 10 27 15,-4 0-18-15,-1 23-29 16,-2 11 3-16,-3 9-7 15,-2 8-14-15,-2 6-8 16,-24 29-2-16,5-14-223 0,-4-9-1207 0</inkml:trace>
  <inkml:trace contextRef="#ctx0" brushRef="#br0" timeOffset="6915.84">5566 14522 1054 0,'0'0'770'0,"0"0"-511"16,0 0-78-16,0 0-30 15,0 0-7-15,0 0-51 16,40-45-55-16,-2 30-23 16,3-3-13-16,10 0-2 15,2-1 0-15,11-1-104 16,-11 3-185-16,-16 5-411 0</inkml:trace>
  <inkml:trace contextRef="#ctx0" brushRef="#br0" timeOffset="7100.82">5637 14701 1662 0,'0'0'210'16,"0"0"-150"-16,0 0-23 16,0 0 95-16,138-21 38 15,-32-25-98-15,16-7-45 16,-10 1-27-16,-36 15-2 0,-39 15-587 0</inkml:trace>
  <inkml:trace contextRef="#ctx0" brushRef="#br0" timeOffset="15853.43">1843 17545 642 0,'0'0'157'0,"0"0"307"16,0 0-225-16,0 0 28 15,0 0-7-15,0 0-5 16,-22-7-50-16,22 5-81 15,0 1-25-15,5-3-21 16,17-1-14-16,11-2 60 0,14-7 2 16,7 0-42-16,11-4-26 15,-1 0-14-15,1 6-16 16,-3-5-7-16,-6 4-12 16,-4 4-8-16,-8-1 5 15,-2 6-6-15,-7 1-57 16,6 3-174-16,-10 0-136 0,-9 0-534 15</inkml:trace>
  <inkml:trace contextRef="#ctx0" brushRef="#br0" timeOffset="19085.56">5115 17509 1283 0,'0'0'280'0,"0"0"-58"0,0 0-58 16,0 0 12-16,0 0-40 15,0 0-50-15,71-37-45 16,-28 19-20-16,7-3-8 16,8-5-13-16,29-7 0 15,-8 3-53-15,-14 4-259 0</inkml:trace>
  <inkml:trace contextRef="#ctx0" brushRef="#br0" timeOffset="34017.53">6736 17511 2066 0,'0'0'481'0,"0"0"-319"16,0 0-13-16,0 0-44 15,0 0-48-15,0 0 5 16,144-40 40-16,-34 9-10 0,11-5-24 16,-5 6-23-1,-20 3-25-15,-25 10-11 16,-19 4-9-16,-17 6-1 15,-6 1-65-15,-5 6-126 0,-12 0-92 16,2 0-242-16,-14 6-204 16</inkml:trace>
  <inkml:trace contextRef="#ctx0" brushRef="#br0" timeOffset="34195.85">6851 17736 1573 0,'0'0'326'16,"0"0"-177"-16,0 0 26 0,0 0-4 16,0 0 68-16,0 0-41 15,146-28-44 1,-35-20-61-16,13-11-17 16,3 1-25-16,-10 0-30 0,-10 2-21 15,7-6-17-15,-26 13-227 16,-11-1-397-16</inkml:trace>
  <inkml:trace contextRef="#ctx0" brushRef="#br0" timeOffset="39320.14">4780 13272 473 0,'0'0'987'0,"0"0"-920"0,0 0-67 0,0 0-188 16,0 0 133-16,62 0-26 0,-19 0-220 0</inkml:trace>
  <inkml:trace contextRef="#ctx0" brushRef="#br0" timeOffset="40465.54">5519 11811 652 0,'0'0'214'16,"0"0"-21"-1,0 0-16-15,0 0 81 0,0 0-77 16,0 0-66-16,0 0-71 16,-58-71-22-16,53 65-12 15,5 5 0-15,0 1-9 16,0 0 0-16,0 3-1 16,0 15-1-16,14 12 1 0,7 7 25 15,-4 5 69 1,8 2-17-16,-6-1 15 0,0 0-29 15,-4-2-21 1,1-3-10-16,-3-5-18 0,-3-2-14 16,-2-6-10-16,-4-6-18 15,-2-9-63-15,-2-2-34 16,0-8 26-16,0 0-2 16,-14 0-5-16,-5-12 3 15,-2-8-18-15,-6-2 82 16,-4-1 21-16,1-1 18 15,3 4 1-15,8 4 40 16,2 2 58-16,7 6 15 16,7 1 0-16,3 6-18 15,0 1-46-15,8 0-31 0,17 10-3 16,6 7 27 0,5 2 17-16,8 1-28 0,-4-2-11 15,2-2-6 1,-4-5-8-16,3-3 6 0,-6-7-12 15,2-1-1 1,-5 0 1-16,-5-12 0 0,-7-6-1 16,-4-5 0-16,-3 1-1 15,-3 0-11-15,-6 3 5 16,-4 6 6-16,0 10 1 16,-5 3-16-16,-17 20-33 15,-5 14 38-15,-36 44 9 16,8-9-131-16,-8-3-375 0</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4:15:45.902"/>
    </inkml:context>
    <inkml:brush xml:id="br0">
      <inkml:brushProperty name="width" value="0.05292" units="cm"/>
      <inkml:brushProperty name="height" value="0.05292" units="cm"/>
      <inkml:brushProperty name="color" value="#FF0000"/>
    </inkml:brush>
  </inkml:definitions>
  <inkml:trace contextRef="#ctx0" brushRef="#br0">9029 10069 1694 0,'0'0'495'16,"0"0"-222"-1,0 0-92-15,0 0 12 0,0 0 9 16,0 0-56-16,22 18-42 0,6-9-4 16,12 2-24-1,12-3-29-15,16-4-26 16,-3-4-6-16,1 0-3 15,1-2-5-15,-19-8-7 16,1-1-12-16,-11 0-99 16,-17-9-183-16,-9 6-253 15,-12-1-303-15</inkml:trace>
  <inkml:trace contextRef="#ctx0" brushRef="#br0" timeOffset="469.97">9193 9785 1765 0,'0'0'378'0,"0"0"-87"16,0 0-132-1,0 0-7-15,0 0 17 0,0 0-43 16,0 0-56-1,-5-12-33-15,-5 29-11 0,-5 7 10 16,-10 11 33 0,-12 9 7-16,-7 7-10 0,-4-1-15 15,0 3-15-15,7-8-5 16,11-2-10-16,8-10-9 16,15-8-1-16,7 1-2 15,5-6 0-15,22-3 9 16,27-2 21-16,33-4 12 15,31-6 3-15,12-5-8 16,-5 0-5-16,-16-12-14 16,-34-1-2-16,-15 4-10 15,-19 0-14-15,-8 4 1 16,-1-2-1-16,-1 0 1 0,-5 1-1 16,-11 2-1-1,-12 0-13-15,-3-2-53 0,-10 6-105 16,-50 0-159-1,2 11-539-15,-10 6-1155 0</inkml:trace>
  <inkml:trace contextRef="#ctx0" brushRef="#br0" timeOffset="4632.05">611 6118 932 0,'0'0'277'15,"0"0"-48"-15,0 0-38 0,0 0 2 16,0 0-19-16,0 0-41 0,0 0-38 16,-35-67-3-1,24 61-14-15,-3 2-16 16,0 4-1-16,-4 0-12 16,-5 2-19-16,1 16-8 0,-5 6-4 15,6 7-10 1,-3 5 1-16,7 4 4 15,6 0-1-15,4-2-11 16,7-2 5-16,0-4 4 0,9 1-9 16,7-5-1-1,4 2 6-15,5-3-5 0,-1 1 1 16,-2-1-1-16,3 1-1 16,-4 0 1-1,-3 0-1-15,-8 1 1 0,1 1-1 16,-11 0 1-16,0 1 0 15,0 0 0-15,-6 0-1 16,-7-1 6-16,-2-3-6 16,-2-8 1-16,4-2-1 15,3-9 1-15,-1-7 0 16,5-1 8-16,1-1 0 16,1-11 0-16,4-1-2 0,0 5-5 15,0-1 4-15,0 8-6 16,0 1 0-16,0 0-6 15,9 0-3-15,6 13 8 16,-3 7-1-16,3 7 2 16,-5 7 10-16,2 12 11 0,-3 6 9 15,-3 5-3 1,-5 1 3-16,1 4 16 16,-2-2 0-16,0-3 8 15,0-5 0-15,0-2-23 0,0-2 4 16,0 5-5-1,0-3-3-15,3 3-9 0,0-2-8 16,0-1-2 0,0-1-7-16,0-6 8 0,3-2 2 15,1-5-5-15,1-8-6 16,-2-6 6-16,1-5 0 16,-1-7-5-16,2 0-1 15,-2-6 0-15,-1-3 1 16,1-1 4-16,2 0-4 15,3 0-2-15,1-11-2 16,3-6-66-16,-5-2-71 16,7-10-63-16,-8 5-163 0,-5 3-484 0</inkml:trace>
  <inkml:trace contextRef="#ctx0" brushRef="#br0" timeOffset="4820.22">587 8064 2324 0,'0'0'516'0,"0"0"-451"0,0 0-23 0,0 0 11 16,0 0 74-16,0 0-67 15,0 0-57-15,-19 8-3 16,8-8-317-16,-3 0-1268 0</inkml:trace>
  <inkml:trace contextRef="#ctx0" brushRef="#br0" timeOffset="10573.08">2814 6677 837 0,'0'0'194'0,"0"0"24"16,0 0-17-16,0 0-17 0,0 0 3 15,0 0-21 1,-5-13-59-16,5 13-16 16,0 0-26-16,0 0-27 0,0 0-12 15,14 0 9-15,5 0 56 16,6 2-4-16,2 2-8 16,6 0-13-16,1-1-20 15,4 0-6-15,3-1-3 16,-1-2-5-1,5 2-8-15,-5 1-11 0,5 0 1 16,-5-1-3-16,-3 0 0 16,0-1-1-16,-1 1-1 15,-3-1-7-15,0-1 5 16,-3 0-1-16,3 0-5 16,-2 0 1-16,2 0-1 0,3 0 5 15,0 0-4 1,-2-1-1-16,-1-2 0 0,-2 1 0 15,-3 0 0 1,-1 2 0-16,-4 0 0 0,3 0 0 16,-2 0 0-16,2 0-1 0,1 0 1 15,2 0 0 1,3 0 0-16,4-3-1 16,3 0 0-16,-1-1 0 15,3 1 0-15,-3 0-1 16,1 1 1-16,-1 0 0 15,-4 2 1-15,5 0-1 16,-3 0 0-16,2 0 0 16,1 0 0-16,0 0 0 15,1 0 0-15,1 0 0 16,-1 0 1-16,4-2-1 0,-2 2 1 16,0-1-1-16,2 1 1 15,-1 0 0-15,-1 0-1 16,-1-1 1-16,1 1 0 15,-2-2 0-15,-1 2 0 16,-1 0 5-16,-2-2-6 16,1 0-1-16,-1-1 0 15,-2 3 1-15,-1 0-1 0,4 0 0 16,-3 0 1-16,1 0-1 16,0 0 1-1,2 0 0-15,-4 0 0 0,5 0 0 16,-2 0 0-1,-1 0 0-15,0 0 1 0,-4 0-1 16,3 0 1-16,-1 0 0 16,1 0-1-16,-1 0 1 15,0 0-1-15,0 0 1 16,4 0 0-16,-2 0 1 16,0 3-1-16,6-1 0 0,-1 0 5 15,3-2 3 1,2 0-3-16,0 0 4 0,-1 2-8 15,-1-2 7 1,-1 1 0-16,-2-1-3 0,-2 0-5 16,4 0 14-16,-5 0-2 15,1 0 1-15,2 0-5 16,-1 0 0-16,0 0 0 16,0 0 4-16,1-3 2 15,0 1 3-15,-1-3-1 16,4 4-4-16,1-3 5 15,-3 0-6-15,3 2 0 16,-4 0 0-16,7-2 0 0,-7 2-3 16,5-1 0-1,-4 3-1-15,0-1-1 0,-2-1 1 16,1 2 5 0,0 0-7-16,-1 0 3 0,-6 0-1 15,2 0-7 1,-2 0 9-16,0 0-1 15,-6 0-1-15,1 0-1 0,-3 0 4 0,-2 0-2 16,-1 0 0 0,-2 0 3-1,-3 0-2-15,2 0-2 0,-3 0-1 16,0 0 1-16,0 0-2 16,-1 2 1-16,4-2 2 15,-2 0 0-15,0 1 6 16,6-1-6-16,-1 0 5 15,2 0-4-15,1 0 5 16,2 0 2-16,2 0-2 16,-3 3-2-16,0-3-4 15,-5 2-3-15,0 2 2 16,-5-2 2-16,0-2 7 0,1 4-1 16,-2-2 7-16,2-2 4 15,-2 2-2-15,-2 0 1 16,0-2-4-16,1 0-1 15,-4 0 8-15,1 0-7 16,2 0 5-16,-1 0-4 16,-1 0-1-16,0 0 4 15,0 0-1-15,-3 0-4 16,3 0 2-16,0-4-4 16,-3 2-7-16,1-2-1 15,1 3-10-15,0 0 7 0,-1-3-8 16,-1 2 8-1,-2 2-8-15,0-3 1 0,-2 2 0 16,5 1 1 0,-8-2-2-16,1 2 2 0,0-4-1 15,-2 4 1 1,1 0-2-16,-1 0 0 0,0 0-5 16,-5 0-37-16,-48 0-91 15,1 0-142-15,-5 0-524 0</inkml:trace>
  <inkml:trace contextRef="#ctx0" brushRef="#br0" timeOffset="14149.95">1567 5503 1480 0,'0'0'316'16,"0"0"-78"-16,0 0 53 0,-19-92-22 15,16 73-49-15,1 6-37 16,1 4-31-16,-1 9-62 15,2 0-42-15,0 3-25 16,0 17-4-16,0 10-9 16,0 4 14-16,0 10 5 15,0-3-14-15,0 1-9 16,0-3 0-16,0-3-6 16,0-7 0-16,0-1 0 0,0-8-6 15,0-6-5 1,0-8-50-16,-4-4 4 0,-1-2 12 15,-4 0-13-15,0-13 14 16,-1-4 34-16,0-1 9 16,-1 6 0-16,5 2 1 0,0 4 0 15,4 4 6 1,2 2 6-16,0 0-10 0,0 5 7 16,8 9-3-1,9 5-5-15,3 3 6 0,6 0-1 16,2-6-5-1,2-2 1-15,0-4 10 16,-1-4-11-16,-4-4-1 0,-2-2 0 16,-6 0-1-1,-2-14-44-15,-4 0-15 16,1-4 8-16,-7 0 32 0,0 0 11 16,-3 0 8-16,-2 7 0 15,0 5 1-15,0 6 6 16,0 0 3-1,-8 0 6-15,-4 16-9 0,-5 5-6 16,-2 7 0-16,-4 4 0 16,1-1-1-16,1 2-5 15,-4 7-117-15,3-9-165 16,8-9-376-16</inkml:trace>
  <inkml:trace contextRef="#ctx0" brushRef="#br0" timeOffset="14301.31">1783 5762 1011 0,'0'0'1029'0,"0"0"-885"0,0 0-1 16,0 0-103-16,0 0-40 16,0 0-57-16,0 0-1051 0</inkml:trace>
  <inkml:trace contextRef="#ctx0" brushRef="#br0" timeOffset="16719.83">5803 5475 1136 0,'0'0'282'0,"0"0"-13"0,0 0 11 15,0 0-66-15,0 0-32 16,-90-30-28-16,65 37-69 16,2 13-27-16,-3 5-9 15,10 10-13-15,5 0-2 16,5 2-1-16,6 0-13 0,0-4-8 15,19-5-4 1,4-7-7-16,4-8 3 0,5-7-4 16,1-6-1-16,2-4 1 15,-2-16 0-15,-10-7-1 16,-2-8-15-16,-9-4-2 16,-7-1 6-16,-5 0 10 15,0 4-4 1,0 4 6-16,0 12 0 0,-3 9 0 15,3 8 0-15,0 3 0 16,0 26-5-16,6 10 5 16,7 16 1-16,3 8 8 15,3 2 6-15,-1 3-4 16,2-3-11-16,2-3 1 16,-3-5 0-16,-1-9-1 15,1-10 0-15,-3-10-8 16,-5-14-77-16,-1-11-30 0,-1 0 17 15,-1-26-32-15,-4-14-33 16,5-9 23-16,-3-9 85 16,-1-6 40-16,-1-1 15 15,0 0 24-15,1 8 59 16,-2 11 26-16,3 10 23 16,-1 12-16-16,-4 12-5 15,2 12-29-15,-1 0-46 0,5 18-12 16,3 11 23-1,3 6 15-15,1 5-22 16,0 2-16-16,7-3-11 16,-2-4-5-16,0-6-8 15,3-9 1-15,-5-7 0 16,-1-8-1-16,-3-5 1 16,-4-6 0-16,-2-15 5 0,-4-10-5 15,-1-8-1-15,-2-1 1 16,0 0 0-16,0 4 0 15,0 10 0-15,0 7 1 16,0 10 7-16,4 9-8 16,4 0-1-16,6 14 1 15,6 8 8-15,7 8 2 16,0 4 5-16,5-1 7 0,2-3 5 16,-2-3-16-1,3-4-6-15,-4-7-6 16,-7-6-7-16,-2-8-109 15,-5-8-89-15,-6-7-164 16,-1-9-286-16</inkml:trace>
  <inkml:trace contextRef="#ctx0" brushRef="#br0" timeOffset="17650.09">6674 5475 1655 0,'0'0'209'0,"0"0"-150"0,0 0-23 0,0 0-2 16,0 0-16-16,0 0-12 16,71 48-5-16,-60-46 6 15,1-2 2-15,-3 0 7 0,-3-11-3 16,-3-6 0-16,-2-3-12 16,-1-2 7-16,0 1 12 15,-1 1 97 1,-7 5 46-16,-2 4-18 0,1 5-23 15,3 6-25-15,-2 0-28 16,1 8-39-16,4 12-8 16,0 8 17-16,3 3 7 15,0 7-7-15,9-3-15 16,12-3-6-16,7-6 7 16,9-9-11-16,3-11-7 0,-2-6 1 15,1-2-7 1,-6-17 7-16,-11-6-7 15,-8-3-1-15,-8-7 1 16,-6 2 5-16,0-2 0 0,-5 3 2 16,-2 6 4-16,-1 3 55 15,5 8-5-15,-1 7 1 16,2 6-16-16,2 2-24 16,0 0-22-16,0 8 0 15,12 14 0-15,5 6 6 16,3 2 1-16,5 3 1 15,-3-2-3-15,5-2-5 16,-2-5 7-16,-3-7-8 0,-1-5 0 16,-4-4 0-1,-6-8-75-15,-3 0-88 16,2-10-72-16,-5-11-21 16,3-7-106-16,-1-3 46 15,-4-4 85-15,-3 3 150 16,0 5 81-16,0 2 15 15,-3 10 127-15,-3 5 70 16,4 4-36-16,1 6-76 0,1 0-74 16,0 10-19-16,9 3 20 15,6 4 1-15,3 0-12 16,1-5-2-16,2-3-5 16,1-5 1-16,-5-4 0 15,-1 0-9-15,-3-13 5 16,-7-5 0-16,-5-2-5 15,-1-5 8-15,0 1 0 16,-6 1 13-16,1 5 88 0,1 5 21 16,1 4-11-1,3 9-23-15,0 0-57 16,0 17-34-16,12 9 8 0,10 12 32 16,2 12 26-16,6 4 0 15,6 5 27-15,-2 1-27 16,0-2-17-16,-7-4-11 15,-5-6-23-15,-14-3-14 16,-8-3-7-16,-6-2 1 16,-23-3 1-16,-16 1-1 0,-5-1-1 15,-29 5-63 1,12-7-130-16,16-15-458 0</inkml:trace>
  <inkml:trace contextRef="#ctx0" brushRef="#br0" timeOffset="18479.91">9412 5726 1409 0,'0'0'577'0,"0"0"-276"0,0 0-47 0,0 0-60 16,0 0-21-16,0 0-27 15,0 0 12-15,56 16 5 16,-4-6-46-16,25 0-21 16,24-4-5-16,12-2-22 15,-5-4-6-15,-14 0-12 16,-26-2-22-16,-15-4-1 0,-13 0-7 16,-5 0-3-1,-2 0-7-15,-1-2-10 0,-4 3 6 16,-13 0-5-1,-5 5-2-15,-8 0-10 0,-2 0-92 16,-41 18-123-16,-3 6-321 0,-13 4-604 16</inkml:trace>
  <inkml:trace contextRef="#ctx0" brushRef="#br0" timeOffset="21120.17">1297 7331 963 0,'0'0'344'0,"0"0"-148"16,0 0-44-16,0 0-18 15,0 0-13-15,0 0-41 16,-12 0-28-16,13 0-30 15,12 4 18 1,14 1 23-16,3 0 14 0,12 0 25 16,6 0-19-16,6-2-12 15,1 0-26-15,6 3 6 16,2-2-4-16,-1 0-17 16,0-2-8-16,16-1-2 15,11-1 8-15,15 0-8 16,-2 0-10-16,-15 0-1 15,-23 0-8-15,-21-1 0 0,0-1 5 16,7 2-6-16,4 0 1 16,8 0 5-16,-2 0-6 15,-2 0 1-15,-1-2-1 16,1 0 1-16,1-2-1 16,-1 2 1-16,6-3-1 15,0 2 1-15,5-1 0 16,1 1-1-16,-4 2 0 0,1-1 0 15,-3 0-1 1,-3 2 2-16,-2-2 0 16,0 0 0-16,-1 2 0 15,-1 0-1-15,0 0 1 16,-1 0-1-16,-1 0 1 16,0 0-1-16,-2 0 1 15,1 0-1-15,1 0 1 0,0 0-1 16,2 0 0-1,3 0-1-15,3 0 1 0,3-1 0 16,1-1 1 0,-2-1 8-16,-1 1-7 0,-4 0 5 15,4 2 1-15,-5 0-1 16,-1 0 2-16,-1 0 2 16,-3 0-10-16,4 0 8 0,-1 0-3 15,13 0 0 1,23 0 28-16,26 0 65 0,9-2-51 15,-3-2-30 1,-11 0-11-16,-14 4-1 0,-4 0 6 16,4 0 9-16,-5 0-4 15,-1 0-2-15,-5 0 7 16,-2 0-7-16,2 0-4 16,-5 0-2-16,-1 0-9 15,-2 0 6-15,-5 0 4 16,0 0-10-16,-12 2 7 15,-9-2-6-15,5 2 4 16,15-1 1-16,-2 1-5 16,-3 1 0-16,-15-3 0 15,-12 4-1-15,7 0 1 16,10 2 0-16,18 0 3 16,-8 0-4-16,2 2 0 15,8-3 0-15,2 0 6 0,25 1-5 16,2-2 4-1,-2-1-5-15,-6-3 2 0,-13 0-1 16,-1 0 7-16,1 0-2 16,-2 0 0-16,5 0 1 15,-2 0-6-15,-3 0 14 16,-2-3-4-16,-3 1 4 16,-3 2 6-16,-1-2-9 15,-1 2 3-15,-2 0 14 0,1 0-7 16,-2-1-1-1,4-1 2-15,-15 1-7 0,-8-1-5 16,-9 2 4-16,-5 0 1 16,7-2 1-16,3 0 8 15,5 1-8-15,-4-2 2 16,-8 1-4-16,-8-2 0 16,-3 3 0-16,-10-2-4 15,-6 2-4-15,-8 1-6 16,-6 0 1-16,0-1-1 0,-2-1-1 15,-4-1-17 1,-19 0-73-16,-65 1-153 0,3 0-316 16,-20 0-454-16</inkml:trace>
  <inkml:trace contextRef="#ctx0" brushRef="#br0" timeOffset="22049.98">825 8100 1524 0,'0'0'326'0,"0"0"-124"16,0 0-34-16,0 0 63 0,0 0-40 16,0 0-41-1,0 0-29-15,94 10 24 16,-60-10-29-16,1 0-44 15,5 0-26-15,2-6-11 0,-2-2-10 16,5 0-9-16,-5-2-6 16,-4 2-9-16,-3-1-1 15,-11 6 6 1,-9-3-5-16,-3 5-1 0,-6 0 0 16,-4 1-35-16,0 0-90 0,-6 1-179 15,-6 6-301-15</inkml:trace>
  <inkml:trace contextRef="#ctx0" brushRef="#br0" timeOffset="26050.18">3839 7829 1001 0,'0'0'243'16,"0"0"-17"-1,0 0-13-15,0 0-20 0,0 0-69 16,0 0-58 0,16 0-23-16,10 0 36 0,10 2 10 15,5 2-18-15,6 1-12 16,7-2 22-16,19 1-13 16,21-4 6-16,23 0-10 0,7 0-8 15,-2-10-18 1,-8-2-2-16,-13 0-1 0,0-1 0 15,-6 6-8 1,-6 1 0-16,-3 0 9 16,-4 0-7-16,0 1 23 15,-3-4 2-15,-14 0-9 0,-10 0 3 16,-15 4 6-16,-3-5-8 16,3 2-6-16,5-1-4 15,-2 0-7-15,-8 1-7 16,-10 4-5-16,-3 0-1 15,-11 2-4-15,-3 1-3 16,-6 1-8-16,-2 0 7 16,0 0-7-16,0 0 0 15,0 0-1-15,-7 0-7 16,-35 5-127-16,0 6-357 16,-3-2-608-16</inkml:trace>
  <inkml:trace contextRef="#ctx0" brushRef="#br0" timeOffset="27303.76">9206 7684 533 0,'0'0'1084'15,"0"0"-908"-15,0 0 58 16,-37-74-8-16,26 53-8 15,-1 1-50-15,5 1-40 0,0 4-19 16,3 6 12 0,0 1-31-16,1 6-39 15,1 2-15-15,1 0-6 16,-2 0-8-16,3 0-8 16,0 11-14-16,0 12 0 15,0 16 0-15,0 20 29 16,6 3 20-16,4 5-27 15,1 1 20-15,-1-9 9 0,4 7-18 16,1-4-3 0,2-2-19-16,3-5-10 0,1-6-1 15,-2-8-10-15,4-9-111 16,0-12-161-16,16-24-202 16,-3-16-202-16,-5-17-634 0</inkml:trace>
  <inkml:trace contextRef="#ctx0" brushRef="#br0" timeOffset="27600.11">9563 7683 1446 0,'0'0'226'15,"0"0"56"-15,0 0-75 16,0 0-16-16,0 0-37 16,0 0-68-16,-39 73-23 15,46-58-8 1,10 5-4-16,4-1-13 0,1 0-9 15,3-1-4-15,0 0-5 16,-1 0-10-16,-2 2 2 16,-6-1-12-16,-4 4 6 15,-8-2 2-15,-4-2-8 16,0 4 1-16,-7-2 1 16,-9-2 4-16,-2-6-6 0,1-2 1 15,-1-1-1 1,7-8-54-16,-2-2-64 0,10 0-122 15,2 0-268 1,1-6-301-16</inkml:trace>
  <inkml:trace contextRef="#ctx0" brushRef="#br0" timeOffset="27902.36">9638 7756 592 0,'0'0'85'0,"0"0"-85"0,0 0-225 0</inkml:trace>
  <inkml:trace contextRef="#ctx0" brushRef="#br0" timeOffset="28080.01">9638 7756 1121 0,'19'-25'334'0,"-19"25"-64"15,0 0-99-15,1 0-29 16,11-3-44-16,10-7 1 16,6 0-35-16,7-1-38 15,0-2-14-15,7 3-6 16,-7 2-6-16,6 6-11 15,-10 2-177-15,-7 0-405 0</inkml:trace>
  <inkml:trace contextRef="#ctx0" brushRef="#br0" timeOffset="33880.1">12451 6244 913 0,'0'0'365'15,"0"0"-97"-15,0 0-56 0,0 0-91 16,0 0-37-1,77-42-5-15,-52 42-7 0,-1 6-22 16,-2 13-6-16,-5 8-10 16,-3 4 10-16,-9 8 1 15,-5 4 5 1,0 3 1-16,-11 4-2 16,-5-2 4-16,3-2-19 0,0-4-5 15,3-3-7-15,5-5-13 16,3-4-8-16,2-8 0 15,0-4 0-15,7-4-1 16,4-6 0-16,1-3-12 16,-1-5-16-16,-1 0 16 0,4-15 12 15,-4-7 1 1,4 0 9-16,-5 2 4 0,-3 4 3 16,-2 6 53-1,-1 8 29-15,-3 2-20 16,0 4-36-16,0 20-10 15,0 11 24-15,-10 19 45 0,-1 25 9 16,-1 20 11-16,1 8-45 16,1-1-23-16,1-23-38 15,4-23 5-15,0-16 30 16,1-8-9-16,0 3-3 16,-4 4-12-16,1 0-6 15,-3-7-9-15,1-8 0 16,1-10-10-16,-1-7 5 15,-4-5-1-15,-3-6-5 16,-9 0-1-16,-8 0-13 16,-11 0-69-16,-57 11-149 0,11 13-428 15,-14 6-821-15</inkml:trace>
  <inkml:trace contextRef="#ctx0" brushRef="#br0" timeOffset="34800.04">3403 9069 315 0,'0'0'88'15,"0"0"99"-15,0 0-81 16,0 0 60-16,0 0-14 0,0 0 4 16,0 0-40-1,-38-51-6-15,35 47-17 0,0 0-12 16,-2 4-21-16,5 0 13 16,0 0-21-16,-3 0-9 15,3 0-13-15,0 0-16 16,0 0-3-16,0 0-3 15,0 0-8-15,0 0 2 16,0 0-1-16,0 0 1 0,0 0-1 16,0 5 0-1,0 0-1-15,0 3-7 0,0 6-59 16,0-1-154 0,0-3-448-16</inkml:trace>
  <inkml:trace contextRef="#ctx0" brushRef="#br0" timeOffset="36302.1">8576 9831 796 0,'0'0'321'0,"0"0"-62"16,0 0-63-1,0 0 8-15,16-78-59 0,3 61-41 16,3 4-7 0,4 1-39-16,4 8-2 0,-1 4-8 15,-1 0 18 1,-2 7-15-16,-7 8-12 15,-1 9-6-15,-8 2-2 16,-4 6 22-16,-6 6-15 0,0 7 15 16,-14 3-5-16,1 0-11 15,-3 1-2-15,0-3 5 16,6-2-18-16,5-2-16 16,3-5 2-16,2-5-7 15,2-5 0-15,10-7-1 16,7-7 2-16,2-3 8 15,3-10 2-15,1 0-3 16,2-10-8-16,-5-10 0 0,1-4-1 16,-4-3 1-16,-9 1 0 15,1 2 0-15,-6 4 0 16,-4 10 7-16,-1 2 0 16,0 8 2-16,0 0-8 15,0 17-1-15,-3 14 20 16,-6 23 66-16,4 22 37 15,4 23-4-15,1-7-29 16,0-16-22-16,0-23-15 16,1-16-11-16,4 4-8 15,6 2 1-15,-3 7-11 16,2-8-10-16,0-5 5 16,-2-8-7-16,-4-3-5 15,2-9-2-15,-3-6-5 0,0-5 5 16,-2-3-4-1,-1-2 5-15,0-1 1 0,0 0 4 16,0 0 10-16,-16-4-1 16,-10-6-19-16,-12 3-2 15,-33 7-6-15,-30 4-48 0,-44 38-73 16,17-2-209 0,7 4-466-16</inkml:trace>
  <inkml:trace contextRef="#ctx0" brushRef="#br0" timeOffset="44929.79">5115 11157 754 0,'0'0'414'16,"0"0"-208"-16,0 0-86 16,0 0-46-16,0 0 15 15,0 0 2-15,31 0-27 16,-13 0-36-16,4 0-12 16,3 0-6-16,2-8-10 15,22-1 0-15,-11-1-122 16,-2 2-286-16</inkml:trace>
  <inkml:trace contextRef="#ctx0" brushRef="#br0" timeOffset="45149.72">5288 11298 1321 0,'0'0'175'0,"0"0"-135"16,0 0-19-16,0 0-11 15,0 0 0-15,0 0 0 0,103-26-10 16,-58 13-114-16,-2-2-174 0</inkml:trace>
  <inkml:trace contextRef="#ctx0" brushRef="#br0" timeOffset="49069.92">2481 13371 1977 0,'0'0'287'0,"0"0"-176"16,0 0-44-16,0 0 26 0,0 0 66 31,0 0-51-31,94-84-71 0,-51 61-16 0,6-1-15 16,-3 3-6 0,-4 3 0-16,-5 5-33 0,-9 7-151 15,-6 6-180 1,-12 0-270-16,-8 0-466 0</inkml:trace>
  <inkml:trace contextRef="#ctx0" brushRef="#br0" timeOffset="49270.17">2502 13596 1802 0,'0'0'312'16,"0"0"-185"-1,0 0 12-15,0 0 49 0,77-10 3 16,1-24-49-16,22-13-84 16,9-5-23-16,-12 4-34 15,-17 12-1-15,-32 14-227 0,-19 9-602 0</inkml:trace>
  <inkml:trace contextRef="#ctx0" brushRef="#br0" timeOffset="56684.78">15596 6264 867 0,'0'0'501'0,"0"0"-252"16,0 0 12-16,0 0-26 15,0 0-2-15,0 0-67 16,-12-4-42-16,12 4-38 16,0 0-17-16,0 0-14 15,0 0 2-15,8 0-6 0,8 0-3 16,12 0 34-16,9 0-15 16,5 0-5-16,10 0-20 15,18 1-11-15,23 2-5 16,21 0-9-16,6 0 21 15,-3 2-10-15,-16-1-11 16,-13-1 1-16,-15 0 6 16,-15 1 3-16,-16-3-5 0,-5 2 2 15,5-1 3-15,2-1 9 16,7-1-4-16,-3 0 4 16,-4 0 9-16,1 0 7 15,-4-1 1-15,-3-5-8 16,-6 1 3-16,-5-1-21 15,-7 2-9-15,-6 0-8 16,-5 1 2-16,-3 0-4 16,-5 1-2-16,3 1 0 15,-4 1-5-15,0 0-1 16,0 0 0-16,-5-1-27 0,-13 1-47 16,-21 0-119-1,1 0-145-15,7 0-504 0</inkml:trace>
  <inkml:trace contextRef="#ctx0" brushRef="#br0" timeOffset="57952">20717 6288 723 0,'0'0'296'0,"0"0"-51"15,0 0-48-15,0 0-41 0,0 0 6 16,0 0-16 0,-6-23-17-16,6 20-22 0,0 2 12 15,0 0 2 1,0 1-45-16,0 0-26 0,0 0-16 16,6 0-20-16,9 0 19 15,8 0 37-15,5 0 3 16,6 0-8-16,5 0-2 15,2 1 7-15,6-1-1 16,4 0-9-16,4 0 10 16,3 0 5-16,4 0-28 0,0 0-8 15,2 0-14 1,-1 0 3-16,1 0 4 16,-1 0-5-16,3 0-8 15,-5 0 1-15,-1 0-7 16,11 3 1-16,13 1 2 15,-7 0 10-15,-7-2 2 16,1-2-5-16,3 0-4 0,29 0 2 16,17 0 0-16,3 0 8 15,-3-4 2-15,-10-1 1 16,-3 1 8-16,0-2-16 16,-6 1-3-16,-7-1 3 15,-7 2-3-15,-19 1 2 16,-14 0-1-16,-12 1-2 0,-7 0 1 15,5 0-5 1,0 1 1-16,0-1-5 0,-4-1 0 16,-10 3-5-1,-3-4-1-15,-7 2-5 0,-4-1 0 16,-4 0 0-16,-5 1-1 16,-3 2-26-16,0-1-85 15,-63 1-102-15,0 0-399 16,-16 0-698-16</inkml:trace>
  <inkml:trace contextRef="#ctx0" brushRef="#br0" timeOffset="58800.23">14425 6901 524 0,'0'0'260'0,"0"0"15"16,0 0-22-16,0 0-90 0,0 0-19 15,0 0 35 1,0 0-2-16,-49-12-26 0,49 12-6 16,0 0 0-16,6 10-17 15,10 6 22-15,15 4 64 16,5-2-15-16,14-2-37 16,5-3-37-16,8-4-26 15,1-5-21-15,6-4-13 16,-5 0-8-16,-1-2-14 15,-8-6-4-15,-7-2-15 16,-3 2-7-16,-11-1-8 16,-7 2-2-16,-7 1-5 15,-6 2-1-15,-7 2 0 16,-6 1-1-16,-2-2 0 16,-6 3-61-16,-61 0-119 15,4 10-437-15,-15 0-676 0</inkml:trace>
  <inkml:trace contextRef="#ctx0" brushRef="#br0" timeOffset="64402.04">18747 11821 1568 0,'0'0'294'0,"0"0"-143"16,0 0-36-16,0 0-35 16,0 0 0-16,0 0 9 0,29-3 22 15,-7 1-14 1,9 0-36-16,4 2 3 0,2 0 9 16,10 0-18-1,-3 0-10-15,7 0 1 16,-1 0-13-16,-1 0 11 15,2 0-3-15,-2 0-6 0,-2 0-7 16,1 0 2 0,-4 0-7-16,-1-6-8 15,-4 2-5-15,-2 0-2 16,-4 4-1-16,-3-2-5 16,-2 2 7-16,1 0-8 0,-2 0 0 15,2 0 7-15,4 0-7 16,3 0 7-16,0 0-2 15,3 0 0-15,3 0 0 16,-2 0 4-16,0 0-2 16,0 0 2-16,-1 0 4 15,-1 2-7-15,-4-2 1 16,-1 4 2-16,2-2-2 16,-3 0 3-16,1 1 1 15,-1-3 0-15,0 0 2 0,5 3-1 16,2-3-1-1,-3 0-1-15,1 1-4 0,0-1-1 16,-1 0-5-16,2 1-1 16,-1-1 1-16,-3 0 7 15,4 0-7-15,-2 0 8 16,-2 0 0-16,0 0-1 16,0 0-1-16,1 0 1 15,-2 0 1-15,1 0-3 16,3 0-5-16,-2 0 5 0,0 0 1 15,0 2-6 1,1 0 1-16,-2-1 4 16,0 0-5-16,-2 1 0 0,-2 0 5 15,4 2-5 1,-4-4 0-16,-1 3 7 0,-3-3-7 16,0 3-1-16,-3 1 1 15,0-4 0-15,1 1 0 16,2-1 5-1,-1 2-5-15,2-2 0 0,0 0 5 16,0 0-5-16,-2 0 0 0,0 0 0 16,-3 0 5-1,1 0-5-15,0 0 7 0,0 0-7 16,0 0 7 0,-1 0-7-16,0 0 7 15,0 0 2-15,2 0-1 16,-3 0 0-16,0 0 2 15,-2-2-1-15,3 1 1 16,-2 1 2-16,-1-3-2 0,2 3 1 16,0-1 0-16,-1-2 0 15,-2 3-2-15,3-1 5 16,-1-1 0-16,-1 0 5 16,0-2 4-16,2 2-2 15,-1-2-1-15,-3 1 2 16,1-1-2-16,-4-1-5 15,1 3 7-15,-3-2-4 16,1 0 1-16,-4 2-4 0,-1 0-1 16,0 0 0-1,-3 0 0-15,1 0 0 0,-2 2-3 16,0 0-1-16,1-2-2 16,-2 0-8-16,-1 2 11 15,0 0-11-15,-2 0 0 16,1 0 0-16,-1 0 0 15,0 0-1 1,0 0 1-16,0 0-1 0,0 0-1 16,0-1-11-16,-8 0-21 15,-11-1-82-15,-31-6-92 16,3 4-113-16,-2-4-508 0</inkml:trace>
  <inkml:trace contextRef="#ctx0" brushRef="#br0" timeOffset="99185.79">18439 13344 1438 0,'0'0'484'16,"0"0"-219"-16,0 0 18 0,0 0-83 15,0 0-26 1,0 0 43-16,4 3-58 0,37-23-43 16,29-13-27-1,5-2-37-15,-1 4-23 0,-4 1-14 16,-18 9-15-16,9 1 0 16,5 3-54-16,2 14-107 15,-18 3-303-15,-17 3-257 0</inkml:trace>
  <inkml:trace contextRef="#ctx0" brushRef="#br0" timeOffset="99350.99">18437 13809 2300 0,'0'0'290'0,"0"0"-188"15,109-55-17-15,25-17 26 16,38-10 7-16,26 0-33 15,0 22-64-15,-61 27-21 0,-31 12-329 16</inkml:trace>
  <inkml:trace contextRef="#ctx0" brushRef="#br0" timeOffset="123699.93">8013 16838 1155 0,'0'0'562'0,"0"0"-272"16,0 0 25-16,0 0-64 16,0 0 25-16,0 0-89 15,-2-18-63-15,48 11-46 16,47-8 25-16,51-8 1 15,37-1-19-15,2-3-25 16,-16 4-15-16,-34 1-19 0,-14 4-2 16,-29 4-6-16,-27 4-8 15,-20 2-4-15,-16 3-5 16,-5 0 1-16,-4 2-2 16,-1-2-42-16,-12 1-41 15,-5 1-64-15,-5 0-130 16,-45 3-205-16,1 0-178 15,-8 0-575-15</inkml:trace>
  <inkml:trace contextRef="#ctx0" brushRef="#br0" timeOffset="123999.97">8126 16989 1839 0,'0'0'548'16,"0"0"-354"-16,0 0 30 15,0 0 88-15,0 0-45 16,158 80-75-16,-15-80-23 16,33 0-50-16,9-28-64 0,-3-9-1 15,-24-5 5 1,-8-1-17-16,-14 2-20 0,-19-1-22 16,-29 6 0-1,-23 6 0-15,-24 7 0 0,-11 5 0 16,-2-3 0-1,-3 0 0-15,-4 0 0 0,-12 4 0 16,-9 5 0-16,-6 4 0 0,-60 6-170 16,-3 2-169-1,-10 0-759-15</inkml:trace>
  <inkml:trace contextRef="#ctx0" brushRef="#br0" timeOffset="127849.64">8345 15480 953 0,'0'0'195'16,"0"0"-47"-16,0 0-83 15,0 0-32-15,0 0-11 16,0 0 16-16,-14-62 3 0,14 62-14 16,-2 0-11-1,2 5-16-15,0 18-4 16,0 11 4-16,0 9 4 15,2 5 24-15,3 1 8 0,3-4 14 16,0-5-20-16,-4-6-6 16,0-6 12-1,-1-7 1-15,-3-8-12 0,0-8-11 16,0-5 4 0,-15-2-1-16,-2-14-9 0,-2-7-8 15,-3-5-7-15,2-5-22 16,4 2-34-16,3 3 41 15,4 8 5-15,3 6 16 16,5 8 0-16,1 6 1 16,0 0 0-16,1 12 0 15,14 10 0-15,6 4 6 16,4 6 15-16,5 0 19 16,-1-3 9-16,1-3 27 15,4-4-9-15,-6-4-17 0,4-8-15 16,-4-6-8-1,1-4-10-15,-4-4-3 0,-4-12-6 16,-3-5-2-16,-6-6-5 16,-8 5 1-16,-1 3-1 15,-3 2 6-15,0 10 3 0,-9 6 11 16,-9 1-13 0,-6 13-8-16,-7 12 0 0,-6 8 0 15,-3 5 0 1,1 5 0-16,-6 19-34 15,12-10-225-15,5-9-412 0</inkml:trace>
  <inkml:trace contextRef="#ctx0" brushRef="#br0" timeOffset="128009.84">8673 15751 86 0,'0'0'1750'0,"-82"5"-1568"0,23 14-137 0,6-1-45 16,12-3-292-16</inkml:trace>
  <inkml:trace contextRef="#ctx0" brushRef="#br0" timeOffset="166330.06">20861 16892 581 0,'0'0'135'0,"0"0"376"16,0 0-256-16,0 0-48 0,0 0 24 16,0 0-16-1,-37-7-17-15,37 7 3 0,-2 0-55 16,2 0-20-1,0 0-17-15,0 0-32 0,0 0-35 16,0 0-16 0,0 0-8-16,10 0 2 0,14 0-2 15,24 0 21-15,32 3 10 16,34 4-8-16,20-2-5 16,5 1-17-16,-5-3 17 15,-7-2-14-15,-5 2 22 16,-2 2-28-16,4-4-2 15,0 3-1-15,8-1 2 16,5 0 0-16,4-2-1 16,9 0 1-16,-2 2-3 15,-2-1 1-15,-4-1-12 0,-5 2 11 16,-5-2-1-16,-8-1-5 16,-11 0 0-16,-14 0 0 15,-23 0 1-15,-22 0 2 16,-18 0-9-16,-9 0-1 15,-2-1 1-15,-1-3 0 16,-2-1 1-16,-7 3 0 16,-7-1 10-16,-3 1-4 15,-3 1-6-15,-1 1 7 0,-1 0-8 16,0 0 1 0,0 0-1-16,0-1-1 0,-13 1-23 15,-62 0-42 1,2 0-287-16,-18 1-671 0</inkml:trace>
  <inkml:trace contextRef="#ctx0" brushRef="#br0" timeOffset="169335.98">2484 17444 936 0,'0'0'285'0,"0"0"-108"15,0 0-37 1,0 0-9-16,0 0 37 0,0 0 15 16,24 1 26-1,2-1 1-15,1-2-61 16,6-4-55-16,3 2-38 15,4-2-16-15,3 2-14 0,2 0 1 16,2-1-6-16,-2 0-3 0,-1 3-9 16,-2-1-3-1,0-2-4-15,-2 3-2 0,-4-1 0 16,-5-1-7 0,-8 0-45-16,5-2-139 15,-6 0-157-15,-8-1-310 0</inkml:trace>
  <inkml:trace contextRef="#ctx0" brushRef="#br0" timeOffset="170599.87">12294 17073 539 0,'0'0'1089'0,"0"0"-851"16,0 0-116-1,0 0 45-15,0 0 57 0,70-14-45 16,-28 2-85 0,1-2-54-16,6 2-20 0,4-3-14 15,-5 6-5 1,-5-5-1-16,-9 0-19 0,-13-7-186 15,-10 3-310-15,-11-2-504 0</inkml:trace>
  <inkml:trace contextRef="#ctx0" brushRef="#br0" timeOffset="170879.68">12149 16795 1676 0,'0'0'305'0,"0"0"-177"0,0 0-71 16,0 0 61-1,0 0 59-15,0 0-31 0,-54 109-38 16,35-55-5 0,-1 5-15-16,6 1-8 15,4-2-22-15,10-6-13 16,7-7-23-16,22-9-13 15,30-7-7-15,36-18 4 0,44-11-5 16,23-16-1-16,2-21 0 16,-15-13-109-16,-49 12-148 15,-27-1-452-15</inkml:trace>
  <inkml:trace contextRef="#ctx0" brushRef="#br0" timeOffset="-174267.02">13238 2173 564 0,'0'0'174'0,"0"0"344"0,-106 8-277 15,65-7 31-15,10 1-18 0,12-1-112 16,9 1-66 0,10 0-44-16,0 6-14 0,26 2-9 15,27 10 47 1,45 2 55-16,50-8-20 0,38-6-42 15,16-8 69-15,10-2-62 16,-13-12 7 0,-15 1-22-16,-10 1-10 0,-22 1-22 15,-18 1 15-15,-18 0-5 16,-19 0-5 0,-20 1-5-16,-23 2-9 15,-15 0-1-15,-9 0-6 16,-1 1 5-16,-6 1-16 0,-4-1-16 15,-14 3-32-15,-24 3-104 16,-16 0-172-16,-14 3-386 0</inkml:trace>
  <inkml:trace contextRef="#ctx0" brushRef="#br0" timeOffset="-173984.7">13581 2435 1697 0,'0'0'373'16,"0"0"-264"-16,-73 27-8 16,65-17-47-16,8 1 10 0,31 1 116 15,47-2-63 1,57-10-15-16,36 0-24 0,20-13-29 16,-6-10 21-1,-34 2-38-15,-8-1-3 0,-13-2 1 16,-11-1-22-1,-10-1 4-15,-10 1-12 0,-13-2-7 16,-20 2-16 0,-13 6-29-16,10-17-30 0,-22 8-156 15,-6-7-646-15</inkml:trace>
  <inkml:trace contextRef="#ctx0" brushRef="#br0" timeOffset="-129146.85">3753 5306 1446 0,'0'0'531'0,"0"0"-305"16,0 0 21-16,0 0-64 0,0 0-60 15,0 0-22-15,0 0-38 16,21 12 22-16,13 12 60 16,4 4-46-16,0 2-5 15,-2-5-41-15,-3-5-14 16,-1-8 1-16,-2-3-1 0,0-9 8 16,5-2-8-1,2-23 15-15,10-29 15 0,12-41-2 16,14-43 13-1,4-16-10-15,-10-1-19 0,-14 18-22 16,-13 30-5 0,-10 25-14-16,-7 21 2 15,-10 21-12-15,1 12 1 0,-3 4-1 16,-4 2 0-16,2 6 2 16,-6 8-2-16,0 4-8 15,-1 4-13-15,-2 0-30 16,0 0-46-16,0 5-44 15,-5 8-63-15,-17 33-120 0,0-6-385 16,-3-1-567-16</inkml:trace>
  <inkml:trace contextRef="#ctx0" brushRef="#br0" timeOffset="-101846.81">21407 15665 617 0,'0'0'353'0,"0"0"-97"16,0 0-26-16,0 0 66 15,0 0-11-15,0 0 27 16,-46-64-72-16,46 62-42 16,0 2-29-16,0 0-10 15,0 9-51-15,4 16-30 16,11 12 31-16,4 4-12 15,4 0-41-15,3-6-10 16,3-8-20-16,5-10-2 16,7-10 13-16,9-7 11 15,18-24-4-15,20-34-5 0,20-29 13 16,8-17-10 0,-7 0-9-16,-11 11-12 0,-28 24-3 15,-13 22-11 1,-10 14-6-16,-10 9-1 0,6-2 11 15,-3 4-10-15,-1 2 1 0,-12 6-2 16,-12 11-6 0,-15 3-51-16,-3 5-108 15,-78 41-78-15,6-2-391 16,-21 0-472-16</inkml:trace>
  <inkml:trace contextRef="#ctx0" brushRef="#br0" timeOffset="-100416.12">2993 16768 1228 0,'0'0'408'0,"0"0"-130"15,0 0-116-15,0 0-67 16,0 0-44-16,0 0 10 0,35 4 86 16,-9 7 9-1,-1-2-46-15,-1 1-12 0,-2-4-12 16,-2-2 3-1,0-4-15-15,2 0-3 0,3 0-5 16,-2-14-4 0,1-6-5-16,1-11-7 0,-1-10-18 15,10-20-11-15,3-23-11 0,0 4-2 16,0 7-8 0,-2 13 0-16,-3 18 0 15,16 5-54-15,33 14-201 16,-13 14-321-16,-4 9-449 0</inkml:trace>
  <inkml:trace contextRef="#ctx0" brushRef="#br0" timeOffset="-99596.77">6069 17033 765 0,'0'0'200'0,"0"0"-30"16,0 0-27-16,0 0-33 15,0 0-17-15,-57-77-35 16,53 68-10-16,2 2 12 16,1 3 30-16,-1 2 21 15,2 2-7-15,-1 0-17 0,1-3-31 16,0 3-5-1,0 0-13-15,0 0 8 0,0 0-12 16,6 0-9-16,15 6 39 16,9 11 111-16,5 6-44 15,7-3-25 1,-1-4-22-16,0-5-13 0,-3-8 6 16,2-3 6-16,2-21 13 0,1-31-1 15,11-32-15 1,-2-35-27-16,-5-13-20 0,-7 4-9 15,-5 19-18-15,-11 32-6 16,-1 20 1 0,-5 21-1-16,-1 9 0 0,0 1-54 15,7 1-175 1,-3 4-272-16,-12 10-436 0</inkml:trace>
  <inkml:trace contextRef="#ctx0" brushRef="#br0" timeOffset="20649.87">7692 12255 1311 0,'0'0'215'15,"0"0"-112"-15,-5-73 45 16,5 45-43-16,10 5-13 16,3 7-14-16,9 8-43 15,1 8-17-15,-1 1 16 16,-1 21 7-16,0 9 23 0,-6 6-1 16,-10 16 11-1,-1 14-1-15,-4 17-11 16,-6 15-19-16,-6-9-13 15,4-18-13-15,5-21 2 0,3-14 6 16,0 2-13-16,6 3-11 0,8-2 10 16,2-8-4-1,1-7 8-15,2-11-8 16,-3-6-1-16,0-6 3 16,-5-2 6-16,-2-5 2 15,-2-10-2-15,-6-4 4 16,-1-2 5-16,0 0 4 15,0 6 8-15,-5 3 3 16,2 8 16-16,-1 4 5 16,1 14-46-16,0 30 3 15,0 30 13-15,3 23 29 0,0 15 8 16,3-9-7 0,7-22-3-16,-3-26-3 15,-3-15-8-15,1-5-5 0,-1 1-13 16,-1 0-8-1,-3 0 4-15,0-10-11 0,0-9 7 16,0-9 10-16,-7-6-5 16,-14-2 20-16,-11-9-25 15,-13-11-2-15,-19-11-18 0,-20-6 12 16,4 5-11 0,12 5 5-16,12 10-6 15,14 13 0-15,2 1-1 16,-2 2 0-16,11 1-11 15,8 0-7-15,7 3-23 0,5 2-21 16,7 5-38-16,4 1-75 16,0 2-128-16,25 1-46 15,-1-4-337-15,-1-4-465 0</inkml:trace>
  <inkml:trace contextRef="#ctx0" brushRef="#br0" timeOffset="20798.85">7761 13552 2181 0,'0'0'487'16,"0"0"-440"-16,0 0-32 16,0 0-15-16,0 0-103 15,0 0-378-15</inkml:trace>
  <inkml:trace contextRef="#ctx0" brushRef="#br0" timeOffset="23532.94">9899 8931 705 0,'0'0'231'0,"0"0"-21"16,0 0-18-16,0 0-36 16,0 0-11-16,0 0 13 15,-27-48-31-15,17 46-39 16,-7 2 0-16,-2 8-7 16,-3 13-28-16,-2 9 5 15,-1 6 29-15,5 2 8 0,8-2-19 16,7-7-15-16,5-5-25 15,2-5-3-15,17-4 8 16,9-1-18-16,3-4-1 16,3 0-4-16,0-4-3 15,-3 4-14-15,-4-2 8 16,-5 2-3-16,-8 0-5 0,-3 0 6 16,-8 2 2-1,-3 0 0-15,0 2 6 16,-6 0-1-16,-15 5-1 15,-9 1-3-15,-4 3-8 0,-8-4 8 16,3-3-10-16,3-5-1 16,3-7 0-16,14-4-70 15,13-7-117 1,6-11-294-16,0-2-438 0</inkml:trace>
  <inkml:trace contextRef="#ctx0" brushRef="#br0" timeOffset="23793.14">10147 8903 1864 0,'0'0'514'0,"0"0"-263"0,0 0-151 16,0 0-9-16,0 0 42 15,1 110 4-15,13-67-51 0,-1 2-46 16,4 1-22 0,-4-4-6-16,1 2-11 0,-6-6 5 15,0-2-6-15,-2-7-55 16,-5-7-167-16,-1-12-75 16,-3-10-228-16,-10-12-67 15,0-13-192-15</inkml:trace>
  <inkml:trace contextRef="#ctx0" brushRef="#br0" timeOffset="24213.23">10159 9035 733 0,'0'0'487'0,"0"0"-179"0,-2-104 7 16,8 66-127-1,6 6-54-15,8 4-38 0,-1 6-35 16,2 8-23-16,0 2-9 16,0 9 0-1,-5 3-2-15,-2 0 7 0,-4 15-7 16,-4 7-3-1,-6 8-2-15,0 2-6 0,-6 1 7 16,-7 3-14-16,-1-4-3 16,3-8-5-16,4-6-1 15,1-7 12-15,3-6 22 16,2-3 1-16,1-1 0 16,0 1 4-16,3-1-6 0,11 5-3 15,5 0 1 1,4 1 5-16,6 4-26 0,-1 1 1 15,-1 1 4 1,-4 3 16-16,-5 2 13 0,-10 1-13 16,-3 1-7-16,-5-1-5 0,-8 2-5 15,-10 2-2 1,-10-3-3-16,-8-1-8 16,-3-2 0-16,-4-6-1 15,1-4-14-15,2-5-91 16,6-4-52-16,8-16-163 15,12 1-414-15</inkml:trace>
  <inkml:trace contextRef="#ctx0" brushRef="#br0" timeOffset="24467.23">10514 8829 1652 0,'0'0'335'0,"0"0"-32"0,0 0-150 16,0 0 25-16,0 85-1 15,0-41-20-15,3 1-25 16,8 2-42-16,3-1-27 0,1-3-18 16,3-1-23-1,4-9-14-15,-4-8-7 0,4-6-1 16,-3-10-32-1,5-9-184-15,-5-16-237 0,-4-4-439 0</inkml:trace>
  <inkml:trace contextRef="#ctx0" brushRef="#br0" timeOffset="24649.15">10618 9058 1263 0,'0'0'535'0,"0"0"-308"0,0 0-89 15,0 0-46-15,0 0-5 16,0 0 4 0,0 0-39-16,82-12-27 15,-56 1-25-15,2-10-53 0,-6 0-268 16,-11-2-562-16</inkml:trace>
  <inkml:trace contextRef="#ctx0" brushRef="#br0" timeOffset="24815.98">10468 8818 1291 0,'0'0'243'16,"0"0"-156"-16,0 0-59 16,0 0-28-16,133-36-10 15,-70 23-246-15,-1-1-279 0</inkml:trace>
  <inkml:trace contextRef="#ctx0" brushRef="#br0" timeOffset="25350.58">10928 8819 1341 0,'0'0'327'0,"0"0"155"0,-15 94-234 16,15-54-46-16,0 5-42 15,4-3-29-15,11-3-44 0,0-4-42 16,2 0-27-1,-4-7-10-15,-1-2-8 16,-4-10-1-16,-4-8-75 0,-3-8-71 16,-1 0 35-16,0-24-51 15,0-14-60-15,-7-5 40 16,-5-11 112 0,-1-8 52-16,2 2 19 0,0 0 23 15,7 10 85 1,4 8 46-16,0 9-56 0,1 9-21 15,13 8-30-15,1 4-27 0,7 9-5 16,2 3-3 0,0 1 5-16,0 17-3 15,-3 4-1-15,-6 8-1 16,-5 1 9-16,-7 8 21 0,-3-1 6 16,-5 1-8-1,-13-1-15-15,-4-6-14 0,-3-5-2 16,-2-6-8-1,4-8 0-15,3-6 9 0,7-7 6 16,0 0-1-16,6 0 2 0,3-2 26 16,2-2 4-1,2 3-4-15,0 1-29 0,12 0-13 16,12 0-1 0,10 0 1-16,9 0 10 15,5 0-11-15,0 0 0 16,2 0 0-16,6-10-130 15,-9-4-168-15,-15-2-543 0</inkml:trace>
  <inkml:trace contextRef="#ctx0" brushRef="#br0" timeOffset="25583.11">11326 8712 1844 0,'0'0'322'0,"0"0"7"0,0 0-204 0,0 0-34 16,0 0 58-16,0 0 45 16,23 85-71-16,-9-49-33 15,2 2-21-15,-5-3-23 16,0 1-25-16,-2-2-10 16,-7-6-11-16,2-4-11 0,-4-6-98 15,0-6-184 1,-4-8-244-16,-4-4-470 0</inkml:trace>
  <inkml:trace contextRef="#ctx0" brushRef="#br0" timeOffset="25785.21">11136 8711 1903 0,'0'0'302'0,"0"0"-96"15,0 0-123-15,0 0 46 16,113-37-33-16,-59 26-54 16,3 1-19-16,2 7-23 15,-8 3-1-15,-5 6-138 0,-16 12-385 16,-14 0-794-16</inkml:trace>
  <inkml:trace contextRef="#ctx0" brushRef="#br0" timeOffset="25995.09">10713 9631 693 0,'0'0'1847'16,"0"0"-1640"-16,0 0-114 15,0 0-48-15,79 0 103 16,-24-17-47-16,2-3-50 15,3 0-28-15,-8 0-23 0,-11 6-46 16,-8 4-207-16,-14 4-297 16,-11 0-738-16</inkml:trace>
  <inkml:trace contextRef="#ctx0" brushRef="#br0" timeOffset="26183.14">10491 9979 2403 0,'0'0'307'16,"0"0"-34"-16,0 0-156 0,0 0 31 15,83 7-18 1,-28-18-50-16,7-6-49 0,6-3-31 16,9-6-1-1,-10 4-246-15,-12 2-854 0</inkml:trace>
  <inkml:trace contextRef="#ctx0" brushRef="#br0" timeOffset="55517.86">5560 11729 1439 0,'0'0'254'16,"0"0"-129"-16,0 0-40 15,0 0-34-15,0 0-18 16,-5-1 3-16,5 1-7 0,0 0-12 15,0 12-1-15,0 8-9 16,0 6 9-16,0 4 26 16,5 4 2-16,3-3-4 15,2 0 0-15,-2-1-14 16,-1-3-2-16,-1-3-9 16,-6-5-8-16,0-4-7 15,0-7-20-15,-14-4-48 16,-9-4-1-16,-6 0-3 15,-3-15 47-15,-5-8 25 0,2-3 20 16,7-3 36-16,3 4-50 16,10 3-6-1,6 6 0-15,3 4-1 16,6 6 1-16,5 5 0 16,16 1 0-16,8 0 0 0,12 15 2 15,5 3 30 1,6 4 29-16,1 4-17 0,-2-2 38 15,1 0-8-15,-5-5-13 16,-1 1-30-16,-9-7-16 16,-3-7-14-16,-13-6 1 0,-1-2-2 15,-6-18 0 1,-6-9-23-16,-5-8 1 0,-3-1 13 16,0 2 9-1,0 7 0-15,0 9 0 0,-6 10 0 16,-1 10-9-1,-7 11-17-15,-14 34 26 0,-13 24 9 16,-11 28 7-16,-5 7-1 0,6-7-15 31,18-32-71-31,8-28-751 0</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4:18:06.621"/>
    </inkml:context>
    <inkml:brush xml:id="br0">
      <inkml:brushProperty name="width" value="0.05292" units="cm"/>
      <inkml:brushProperty name="height" value="0.05292" units="cm"/>
      <inkml:brushProperty name="color" value="#FF0000"/>
    </inkml:brush>
  </inkml:definitions>
  <inkml:trace contextRef="#ctx0" brushRef="#br0">3368 6278 1130 0,'0'0'339'0,"0"0"390"15,0 0-397-15,0 0-18 0,0 0-18 16,-63-3-71 0,63 3-84-16,0-1-83 0,3-1-29 15,16-2-16 1,30-7-1-16,36-9 17 15,41-14 13-15,16-6-9 0,6-2-11 16,-15 7-8-16,-19 8-2 16,-12 4-2-16,-18 4-4 0,-21 8-5 15,-20 2-1 1,-9 1-2-16,1 0 1 0,2-2 1 16,2 0-12-1,-9 3-62-15,-8 2-76 0,-10 3-142 16,-12 2-239-1,-12 0-131-15,-12 6-533 0</inkml:trace>
  <inkml:trace contextRef="#ctx0" brushRef="#br0" timeOffset="260.97">3595 6449 1741 0,'0'0'475'15,"0"0"-241"-15,0 0 21 0,0 0 54 16,0 0-84-16,0 0-32 16,0 0-49-16,123-46-51 15,-23 10-38-15,8-3-19 16,-3 3-16-16,-14 6-11 16,-7 5-9-16,-2 1 1 15,-12 4-1-15,-12 5 0 0,-15 2 0 16,-1 3-6-1,3-2-1-15,10 1-61 0,24-5-98 16,-13 4-290 0,-12 1-563-16</inkml:trace>
  <inkml:trace contextRef="#ctx0" brushRef="#br0" timeOffset="4613.02">6338 6317 765 0,'0'0'1067'0,"0"0"-722"16,0 0-113-16,0 0-60 15,0 0-12-15,0 0 13 0,58-57-47 16,-3 35-43-16,28-8-38 0,30-3-22 16,5-1 1-1,-4 3-14-15,-31 7-8 16,-22 13-2-16,-20 2-33 16,-7 2-132-16,9-5-168 15,-11 2-389-15,-6 0-703 0</inkml:trace>
  <inkml:trace contextRef="#ctx0" brushRef="#br0" timeOffset="4781.22">6457 6486 2036 0,'0'0'298'0,"0"0"-202"16,0 0-35-16,129-23 118 0,-11-17 25 15,26-8-63-15,12-3-79 16,-4 5-42-16,-22 10-20 16,-19 0-139-16,-38 10-414 15,-29 4-962-15</inkml:trace>
  <inkml:trace contextRef="#ctx0" brushRef="#br0" timeOffset="6691.24">856 7196 1257 0,'0'0'262'0,"0"0"11"0,0 0-20 16,-73-8-98-16,39 20-3 15,-6 17-8-15,-6 16-31 16,-6 19-18-16,-2 19 7 16,13 20-17-16,11 5-3 15,27 0 8-15,9-8-26 16,24-10 26-16,2 2-10 0,1 0-31 16,-9 0-28-1,-7 2-6-15,-14 2-3 0,-3-3-6 16,-22 0 0-1,-10-3-5-15,-7-1 5 0,-7-6-6 16,4-13 1-16,7-20 0 16,8-10 0-16,4-13-1 15,3-2-5-15,0-5 3 0,8-6-5 16,5-8 7 0,7-6-1-16,0 0 1 15,0 0-1-15,0 0-1 16,5 0-7-16,7 7-6 0,9 12 14 15,5 14 1-15,11 25 0 16,1 32 18 0,1 35 9-16,-10 16 12 0,-13 13 6 15,-8-7 4-15,-8-8-1 16,0 3-7-16,-11 4-13 16,-2 1-1-16,-2 0-12 15,-3-1 9-15,5-7-9 16,-4-8 9-16,4-11-9 15,2-1 0-15,2-6-1 16,2 7-2-16,2-6-3 0,2-9 0 16,-1-23-8-1,4-22 5-15,0-17-5 0,0-4 5 16,0 6-4 0,0 0-1-16,9 5 5 0,1-12-5 15,2-10 0 1,-4-8 1-16,2-8 5 0,2-6-7 15,0-6 0 1,1 0 0-16,1-6-13 0,2-13-1 16,-1-7-31-1,8-4-25-15,-4-6-19 16,5-1-71-16,6-10-158 0,-9 9-264 16,-2 4-370-16</inkml:trace>
  <inkml:trace contextRef="#ctx0" brushRef="#br0" timeOffset="6866.03">550 12135 2678 0,'0'0'653'0,"0"0"-580"0,0 0-28 0,0 0 5 15,0 0 8-15,0 0-58 16,0 0-24-16,4-1-512 15,20-32-1023-15</inkml:trace>
  <inkml:trace contextRef="#ctx0" brushRef="#br0" timeOffset="9010.79">14981 6027 1303 0,'0'0'350'0,"0"0"3"0,0 0-124 0,0 0-56 15,0 0 28-15,0 0-1 16,42 6 45-16,14-6-56 16,27-6-68-16,29-12-12 15,9-10-23-15,-4-6-29 16,-13 7-18-16,-30 6-14 0,-15 7-7 16,-17 7-9-1,-11 1-8-15,-3 2-1 0,-1 2-11 16,-5-1-57-1,-14 3-101-15,-6 0-152 0,-17 7-29 16,-15 7-255 0,-7-1-379-16</inkml:trace>
  <inkml:trace contextRef="#ctx0" brushRef="#br0" timeOffset="9232.89">15170 6245 1691 0,'0'0'310'15,"0"0"-82"-15,0 0 68 16,86 5-1-16,-16-5 39 16,2-10-119-1,-6-3-81-15,-8 0-59 0,-15 1-26 16,7-2-22-16,2-2-15 16,-1 2-10-16,-2 1-2 15,-3 2-52 1,-2-2-155-16,-13 5-411 0,-19-1-865 0</inkml:trace>
  <inkml:trace contextRef="#ctx0" brushRef="#br0" timeOffset="13480.82">13591 6680 839 0,'0'0'260'0,"0"0"-76"15,0 0-3-15,0 0-63 0,0 0 12 16,0 0 4-16,-14-52 1 16,3 52-37-16,-8 0-22 15,-6 0-37-15,-3 18-5 16,-7 13-8-16,-3 7 8 16,4 7-3-16,4 5-8 15,9 1-10-15,8-1 9 16,7 0 6-16,6-2-5 15,8 1 0-15,12-1 10 16,9 0 19-16,5 4-9 0,1-5-3 16,10-1-14-16,-4-2-8 15,-1 0-6-15,-4 1-2 16,-9 0 0-16,-11 9-1 16,-11 2-3-16,-5 13-4 15,-14-4-1-15,-9 3 0 16,-9 0 8-16,2-12-9 15,-8 3-1-15,-1-7 0 16,4-10-5-16,5-16 5 16,8-12 1-16,10-14 0 15,3 0 6-15,5-16-6 16,4-4-9-16,0 0 8 16,9 4-1-16,4 6 1 15,6 8-5-15,4 2 5 16,4 12 1-16,4 20 27 0,4 23 21 15,2 30 14-15,-3 30-14 16,-9 16 7-16,-11 3 1 16,-12-5 24-16,-2-8-5 15,0-5-19-15,0-8-14 16,0-6-8-16,0-6-5 16,0-3-16-16,0-4 5 15,2-1-9-15,-2-2 1 16,0 3-1-16,0 4-3 15,0 4 5-15,0 2-10 0,-5 0 1 16,-3-1 8-16,1 3-1 16,-3 5-9-1,5-3-8-15,-3-5 8 0,-1-4-1 16,6-6 1-16,-2 0 0 16,-2 0 0-16,1-2 2 15,-3 0-1-15,-1-5 10 16,4-7-10-16,-4 3 0 15,-1-3-1-15,-1-2 0 16,3 3 0-16,1-1 0 16,-1 5 0-16,2-1 0 0,2 2 1 15,5 4 5 1,0-2-6-16,0-15 1 0,0-13-1 16,2-18-7-1,4-7 7-15,0 4 14 0,4 4-1 16,1 4-5-1,-1-3 1-15,0-1-3 0,-1-5 7 16,1-2-4-16,-7 0-3 16,2-3 3-16,-2-1-1 15,-1 3 2-15,-2-2 1 0,0 1-1 16,0 4-1 0,0-4-3-16,0 0-4 0,0-4 5 15,0-4-1 1,0-6-5-16,0-4 0 0,0-5 0 15,0-3 0 1,3-2-1-16,3 0 1 0,0 0-1 16,4-7 6-1,2-7-5-15,-1-4-1 16,-2-9 0-16,6-2-13 16,-5-4-35-16,2-2-24 0,-4 2-57 15,-1-8-133-15,1 8-77 16,-4 7-332-16</inkml:trace>
  <inkml:trace contextRef="#ctx0" brushRef="#br0" timeOffset="13680.92">13618 12554 2415 0,'0'0'645'0,"0"0"-568"16,0 0-73-16,0 0-4 0,0 0-69 15,0 0-104-15,0 0-192 0</inkml:trace>
  <inkml:trace contextRef="#ctx0" brushRef="#br0" timeOffset="17182.91">20082 7357 983 0,'0'0'896'0,"0"0"-744"16,0 0-25-1,0 0 13-15,0 0 55 0,0 0-32 16,-22 0-24-16,24 16-14 0,9 2 17 16,2 2 5-1,3-2-39-15,-1 0-20 0,-1-5-20 16,1-2-10 0,-4 0-10-16,6-3-7 0,4-3-11 15,4-5 6 1,9-8-5-16,6-25 4 0,25-26-7 15,20-40-10 1,21-37-11-16,9-13-7 16,-9 14-2-16,-21 38 1 0,-30 42-39 15,-20 23-50-15,-14 22-129 16,-8 4-473 0,-9 6-1161-16</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4:25:33.081"/>
    </inkml:context>
    <inkml:brush xml:id="br0">
      <inkml:brushProperty name="width" value="0.05292" units="cm"/>
      <inkml:brushProperty name="height" value="0.05292" units="cm"/>
      <inkml:brushProperty name="color" value="#FF0000"/>
    </inkml:brush>
  </inkml:definitions>
  <inkml:trace contextRef="#ctx0" brushRef="#br0">12081 4933 124 0,'0'0'502'0,"0"0"-290"0,0 0-57 15,0 0 29-15,0 0 0 16,0 0-38-16,-42-62 55 0,38 52-50 16,4-1-11-16,0-1-25 15,0-3 34-15,11 2-32 16,5-1-28-16,7 2-22 16,6 6-27-16,6 6-12 15,1 0-9-15,4 16-1 16,-1 16-6-16,-4 10-6 15,-5 23 6-15,-14 21 9 16,-15 19 6-16,-2 9 0 16,-23-7 14-16,-4-11-3 15,2-10-17-15,7-17 0 0,5-12-11 16,3-19 5-16,6-11-14 16,1 0 5-16,2-6-6 15,2-1 1-15,0-10 0 16,0-4 0-16,8-6 1 15,4-6 19-15,3-15 4 16,-1-8-10-16,-2-7-4 16,-2 1-6-16,0 3-4 15,-6 7-1-15,-1 10 10 0,-1 7 50 16,-2 6-2 0,0 2-20-16,0 14-20 0,4 28-5 15,6 31 68 1,8 41 22-16,6 27-34 0,7 9-6 15,2 5-4-15,0-14-19 16,0-7 10-16,-6-3 17 16,-5-10-10-16,-4-7 5 0,-5-5-11 15,-4 1-33 1,-8 0-6-16,-1-11-2 0,-8-1 8 16,-11-7-17-1,-6-7 8-15,4-12-8 16,2-16 5-16,2-19-4 15,2-6 4-15,-3-1 3 0,-2-2-9 16,-1-2 0-16,1-8 5 16,-3-8-5-16,-2-7 0 15,-2-3 0-15,-3 0 0 16,-4-10 1-16,-5-5 7 16,-1 2-8-16,-7-1-1 15,-2 8 1-15,-5 6 1 16,-13 0-1-16,-19 23 0 15,-20 23 2-15,-6 9-2 16,3 2 9-16,24-9-9 16,27-14-11-16,14-9 4 0,7-2 6 15,-2 2-17 1,1-1-45-16,9-6-57 16,26-18-78-16,3-2-429 15,7-23-1235-15</inkml:trace>
  <inkml:trace contextRef="#ctx0" brushRef="#br0" timeOffset="910.22">15564 5135 629 0,'0'0'500'0,"0"0"-242"0,0 0 0 15,0 0-5-15,0 0 0 16,0 0-14-16,-36 17-62 0,36-17-64 16,5 4-41-1,12-3 5-15,13 3 35 0,9-2-23 16,5-2-34 0,6 0-28-16,0 0-18 0,-1 0-9 15,-3-7 0 1,-3-3-39-16,-9 5-121 0,-5-7-123 15,-9 2-228-15,-13 2-157 0</inkml:trace>
  <inkml:trace contextRef="#ctx0" brushRef="#br0" timeOffset="1118.3">15644 5254 1318 0,'0'0'250'16,"0"0"-23"-1,0 0-89-15,0 0 29 0,0 0-24 16,0 0 7-16,0 0-30 16,42 54-25-16,-13-54-26 15,9 0-31-15,3 0-20 0,5-12-16 16,11-3-2 0,26-16-82-16,-12 5-242 0,-11 2-536 15</inkml:trace>
  <inkml:trace contextRef="#ctx0" brushRef="#br0" timeOffset="7080.08">9742 5203 947 0,'0'0'260'16,"0"0"-89"-16,0 0 27 0,0 0 42 16,0 0-19-1,0 0 3-15,-38-12-44 0,38 9-66 16,0 3-11-1,0 0-2-15,0 0-13 16,0 0-10-16,4 0-23 16,18 0 11-16,10 0 25 15,13 6-2-15,8-4-16 16,20 5-6-16,19-1-5 0,17-4-13 16,4-2-10-16,-7 0 3 15,-13 0-7-15,-14 0-2 16,-15-1 3-16,-11-5-12 15,-9 5-12-15,-4-2 0 16,5-1 0-16,8 2 6 16,2-1-17-16,-2 3 7 15,-5-3-2-15,-1 0 9 16,-3 2-6-16,-5 0-3 0,-3-1-5 16,-2 2 5-1,-4-3-4-15,-8 2-2 0,1-2 0 16,-5 2-1-1,-7-1 1-15,-1-1 8 0,-7 3-8 16,0 0-2 0,-3 0-70-16,-6 0-48 0,-70 5-126 15,-1 3-535-15,-17 2-945 0</inkml:trace>
  <inkml:trace contextRef="#ctx0" brushRef="#br0" timeOffset="9450.24">1522 5927 486 0,'0'0'357'0,"0"0"-49"16,0 0-98-16,0 0-60 0,0 0-27 16,0 0 7-1,0 0 30-15,45 15 4 0,-10-10-26 0,5 1 6 16,10 2-9 0,7-3-34-16,15 2-13 15,15-3-9-15,17 0-4 16,-12-1-20-16,-15-1-1 0,-20-1-20 15,-16-1 11-15,7 2-3 16,7-2-9 0,5 0-5-16,0 0 2 0,-1 0-6 15,3 0-4 1,8 0 8-16,14 0-2 0,17-8 4 16,-1-4-8-1,-5 2-6-15,-3 3-8 16,-12 0-7-16,2-1 8 15,-1 3-9-15,-14 0 14 16,-12 0-5-16,-12 3-8 0,1-1 9 16,7 0-1-16,10 1-3 15,4-1 2-15,0 3-2 16,-4 0-5-16,-4 0 0 16,-3 0-1-16,-1 0 1 15,-3 0-2-15,4 0 1 16,2 0 0-16,1 0 1 15,1 0 9-15,0 0-10 0,-1 0 0 16,2 0 9-16,0 0-4 16,2 0-4-16,0 0-1 15,2 0 10-15,0 0-4 16,0 0-5-16,-4 3 0 16,3 0 1-16,-3-1-1 15,-2 2-1-15,6-3 0 16,-3 1-5-16,2-1 4 15,1 1 2-15,1 0-2 16,-3 1 2-16,1 0-1 16,0 1 0-16,-5 0 6 15,-2 0-5-15,4 2-1 0,-6 0 0 16,-1-2-1 0,-2 2 2-16,4-2 6 0,-5 0-7 15,4 0 2 1,-2 1-2-16,-3-2-1 0,0-1 1 15,2 0 0-15,-1-1-6 16,1 1 5-16,1-2 1 16,6 0 1-16,-2 0 9 0,3 0-10 15,-1 0 0 1,3-7 14-16,-1-1-14 16,1 0 14-16,0-2-13 15,5 0 14-15,0 0-8 16,-1 2 2-16,0 0-7 15,-3 1-1-15,0-1 6 16,-4 3-6-16,0 0-1 0,1 0 1 16,-1 0 0-16,0 1-1 15,-3 0 8-15,-1-1-7 16,0 0 0-16,1-1 0 16,-1-1 8-16,-1-1-4 15,-1 1-4-15,0-1 3 16,-5-1-3-16,2 1 5 15,-5 1-5-15,-1-3 1 16,-3 4-1-16,0-2 0 16,-4 2 5-16,-2 0-6 15,-4 0 0-15,-2 4 0 0,-2-2 0 16,-1 2-5-16,-1 1 4 16,-4 0 1-1,5-3 0-15,-1 4 0 0,4-2 1 16,3 2 5-16,8 0-5 15,2-3 8-15,5 3 0 16,0-1-3-16,1-1-5 0,2-2 5 16,-1 4 4-1,-4 0 4-15,1-1-14 0,-3-2 1 16,-6-1 5 0,3 2-5-16,-4-1 5 0,0 0 2 15,0-1 7 1,1 0-9-16,-1 0 0 15,-2 1 5-15,-1-2-11 16,-2 4 0-16,1-3 8 0,-2 1-8 16,0 0 0-16,-3 0 0 15,1 0 1-15,-1 1 0 16,-1-1-1-16,0 1 0 16,0 1 0-16,1 1 1 15,-1 0-1-15,0 0 0 0,1 0 0 16,2 0 0-1,3 0 0-15,1 0 1 16,5 0-2-16,-1 0 1 16,-1 0 0-16,0 1 0 0,1 1 0 15,-1 3 0 1,-2 0 0-16,1-1 0 16,-1-1 0-16,4 2 0 15,-2 0 0-15,2 0 0 16,4 0 0-16,0-2 0 0,2 2 1 15,-4-2 5-15,-6 1-6 16,-5 1 0-16,-2-4 0 16,-4-1 0-16,-4 6 0 15,0-5 0-15,0 2-1 16,-2-3 1-16,7 2 0 0,-3 2 0 16,3-3 0-1,5 0 0-15,0-1-1 0,1 2 1 16,1 0 0-1,3 0 1-15,1 2-1 16,-2-3 8-16,-6 4-7 16,0-1-1-16,-9-3 8 0,0 0 2 15,-8 3 7-15,1-4 8 16,-4 0-13-16,1 0 2 16,-3 0 2-16,-3 0 1 15,0 0-4-15,3 0-4 16,-3 0 0-16,0 0-7 15,1 0-2-15,-1 0 0 16,0 0-10-16,0 0-62 16,-27 0-82-16,-5-8-353 15,-13-4-899-15</inkml:trace>
  <inkml:trace contextRef="#ctx0" brushRef="#br0" timeOffset="11300.11">911 6745 1142 0,'0'0'306'16,"0"0"-43"-16,0 0-66 15,0 0-37-15,0 0-24 16,0 0-54-16,14-1-30 16,16 4 74-16,10 6 10 0,21 2-22 15,23-1 25 1,23-1-25-16,7-3-16 0,-2-4 0 15,-8 0-37 1,-16-2-5-16,-2 0-13 16,-1 0 3-16,-2 0 4 0,7 0-17 15,0 0-11-15,-1-7-5 16,5 2 1-16,-10-2 3 16,1 4-12-16,-2-2 1 15,0 0-1-15,0 2 5 0,2 1 4 16,-1-1-3-1,0-1-8-15,-1 1 8 16,3-1-13-16,4-1 7 0,0 1 0 16,1 0 1-1,-1 1 2-15,-2 2-3 0,-4 1-7 16,-2 0 7-16,-3 0 0 16,-2 0-2-16,-5 0-5 15,-8 0 13 1,-10 0-8-16,-10 0 0 0,1 0-6 15,9 0-1-15,5 0 6 16,6 0-5-16,1 0 8 16,-8 0-3-16,1 2-4 15,-3 0 8-15,1 0-2 16,0-2 2-16,0 0 5 16,3 0 2-16,0 0 1 15,-3 0-2-15,-3 0-1 16,-5 0-1-16,-3 0-7 15,-4 0 4-15,1 0-1 16,-3 0 2-16,4 0 5 16,-1 0 2-16,4 0-2 0,1-4 1 15,1 2-3 1,2-1-2-16,2-2 4 0,0 2 1 16,-1-2 0-16,-3 1-6 15,-4 0-4-15,-5 2-8 16,-8-2 0-16,-5 3 0 15,-3 1 0-15,-7-2 0 16,-3 2 0-16,-5 0 0 0,-1-1 0 16,-4 1 0-1,-4 0 0-15,3 0 0 0,-3-2 0 16,0 2 0-16,0 0 0 16,0 0 0-16,0 0 0 15,0-2 0-15,3 2 0 16,-3 0 0-16,0 0 0 15,2 0 0-15,-2 0-18 16,4 0-272-16,-4-4-501 0</inkml:trace>
  <inkml:trace contextRef="#ctx0" brushRef="#br0" timeOffset="12310.23">7506 6652 683 0,'0'0'670'0,"0"0"-372"16,0 0 10-16,0 0-51 15,0 0-33-15,-36 12-57 0,42-6-32 16,19 0 53 0,27 2 58-16,32 0-50 15,29-6-60-15,14-2-37 16,-1 0-9-16,-7-2-3 15,-13-4-10-15,-3 0-14 0,-9 0-18 16,-10 0-5 0,-14 2-26-16,-18 2 1 0,-16-3-3 15,-7 2-5-15,2 1 1 16,-4-2-8-16,-3 2 1 16,-11 1 1-1,-1 0-1-15,-7-3 1 16,-4 4-2-16,-1 0-1 15,0 0-29-15,0 0-51 0,-4 0-61 16,-23 17-95-16,3 6-338 16,-1-3-654-16</inkml:trace>
  <inkml:trace contextRef="#ctx0" brushRef="#br0" timeOffset="14430.06">3103 7454 386 0,'0'0'544'0,"0"0"-292"16,0 0-61-16,0 0-41 16,0 0 46-16,0 0-17 15,0 0-40-15,14 0-16 16,0 0 28-16,12 0-26 15,4 3-18-15,17 5 4 16,-1-2-27-16,6 0-10 16,1 4-12-16,1-5-6 15,1 2-8-15,-1-6-1 16,3 3 3-16,1-4-5 0,-1 2-6 16,-3-2-9-1,0 0-9-15,-4 0-4 0,-2 0 4 16,-6 1-20-1,3-1 13-15,-2 0-7 0,0 0 1 16,5 0-1-16,-3 0 5 0,2 0-1 16,6-7-1-1,-2-3 6-15,3 2-4 0,-4 3 0 16,-2-2-12 0,2 4 9-16,-1 1-3 0,5 2-5 15,1 0 5 1,2 0 0-16,3 0-5 15,2 0 7-15,5 0-7 16,2 0 7-16,1 0-2 16,1 0 1-16,0 0-5 15,13 0 10-15,-12 0-3 0,-2 0 1 16,-1 0-2-16,-11 0 4 16,7 0 1-16,-3 0 4 15,3 0-1-15,-1 0-2 16,3 0-4-16,8-5 1 15,13-1-2-15,10 1 3 16,1 1-3-16,-3-2-3 16,-14 0 0-16,-16 2-5 15,-12 0 8-15,-13 1-3 16,1 1 3-16,2-1-3 16,7-1-5-16,6 2 12 0,-5 1-2 15,0-1-2 1,-1 1 1-16,2 1 7 0,5 0-2 15,-2 0 3 1,4-2-9-16,-1 2 7 0,0-2-8 16,1 2 5-16,0-2-1 15,-1 1-10-15,1 1 16 16,3 0-17-16,-2 0 14 16,-5 0-14-16,0 0 19 15,-5 0-7-15,1 0 4 16,-1 0 1-16,-4 0 10 15,-2 0 2-15,-3 0 0 16,-6-2 2-16,2 1-1 16,-9-1-13-16,-6 2-3 15,-3-2 3-15,-4 0-5 0,-9 1-13 16,0 1 0 0,-4-2 0-16,0 2 0 0,-1 0 0 15,-2 0 0 1,0 0 0-16,0-1 0 0,0 1 0 15,0-2-8-15,-14 2-89 0,-13 0-128 16,-38 0-48 0,2 13-314-16,-8 2-253 0</inkml:trace>
  <inkml:trace contextRef="#ctx0" brushRef="#br0" timeOffset="16716.12">3971 8243 731 0,'0'0'292'0,"0"0"-112"0,0 0-40 15,0 0 17-15,0 0 28 16,0 0-23-16,0 0-54 15,-3 0-44-15,6 4-3 16,13 2 15-16,7 3 56 16,10 1 25-16,11-2-23 15,20 1-6-15,21-3-13 0,-5-4-18 16,-7-2-16 0,-5 0 2-16,-16 0-15 0,8 0-11 15,5 0-11 1,-1-2-2-16,-4 0-10 0,-6 1-4 15,-7 1-6 1,-2 0 1-16,-3 0-10 0,0 0 3 16,1 0 0-16,0 0-1 15,3 3-5-15,-1-3 1 16,1 0-2-16,0 0 4 0,1 0 1 16,0 0 5-1,-1 0-13-15,-4 0 5 16,0 0-7-16,-4 0 4 15,1 0-9-15,-2 0 7 16,1 0-8-16,7 0 11 0,3 0 1 16,1 0-5-1,7 0 1-15,1-2-7 0,2 1 15 16,2-2-2 0,4 3-5-16,1-2-8 15,-3 2 8-15,-1 0-9 16,1 0 1-16,-1 0 0 15,-1 0 0-15,-4 0 7 0,2 0-3 16,-3 0-4-16,-4 0 4 16,2 0-3-16,-5 0-1 15,-3 0 8-15,1 0-3 16,3 0-6-16,1 0 9 16,1 0-2-16,3 0 1 15,-1-2-7-15,6-3 5 16,-2 2-4-16,-1-1-2 15,-2 0 6-15,5 0-6 0,-4-1-1 16,0 2 1 0,1 1 9-16,2-1-8 0,-4 1-1 15,1-1 0-15,-1 3 8 16,-2 0-6-16,-1 0-2 16,2 0 6-16,-1 0-5 15,-1 0 5-15,1 0-5 16,-3 0 0-16,-1-4 5 15,3 0 1-15,3-3 1 16,-1 0-7-16,-2-1 5 16,-2 1-5-16,1 0 7 15,-2 0-8-15,0 2 0 16,-2 2 6-16,3-2-6 0,-6 5 0 16,4 0 0-1,-7 0 0-15,1 0 1 16,-5 0 8-16,5 0-8 15,-3 0 3-15,3 0-4 0,-3 0 0 16,4 0 5 0,-1 0-5-16,1 0 0 0,-1 0 9 15,0 0-9-15,-2 0 1 16,-1 0 9-16,-1 0-4 16,-4 0-6-16,4 0 6 0,2 0-6 15,-2 0 8 1,6 0-2-16,-2-2 1 15,3 1 7-15,1-1-4 16,0-1 10-16,1 1-11 16,1 2 4-16,-3-2 11 0,3 1-13 15,-2-1 2 1,-4 2 4-16,-1-3 5 0,-4-1-9 16,-3 4-13-1,-4-3 0-15,-3 1 0 0,-4 0 0 16,-1-2 0-1,0 3 0-15,-3-4 0 0,0 3 0 16,3 0 0-16,0-4 0 16,-1 4 0-16,-2 1 0 15,0-2 0-15,-1 1 0 16,-3 1 0-16,-1 0 0 16,-1-1 0-16,-1 2 0 15,-5-1 0-15,0 0 0 16,-4 1 0-16,1-2 0 15,-1 2 0-15,1-2 0 0,-3 2 0 16,0-1 0-16,-1 1 0 16,0 0 0-16,0-1 0 15,-37-1 0-15,0 2-212 16,-5-6-484-16</inkml:trace>
  <inkml:trace contextRef="#ctx0" brushRef="#br0" timeOffset="19265.95">13577 5129 530 0,'0'0'75'16,"0"0"446"-16,0 0-232 0,0 0-22 15,0 0-43-15,0 0 12 0,0-17-35 16,0 9-75 0,6-5-41-16,10-4-40 15,6-2-17-15,6-1-6 16,4 0-12-16,3 5-10 16,-4 4-10-16,-2 4-71 15,-2 3-146-15,-3 4-68 0,-3 6-183 16,-12 2-234-16</inkml:trace>
  <inkml:trace contextRef="#ctx0" brushRef="#br0" timeOffset="19450.16">13641 5206 839 0,'0'0'228'16,"0"0"-41"-16,0 0-74 15,0 0-20-15,0 0 14 16,0 0 27-16,0 0-27 15,69-6-53-15,-35-11-38 16,3-5-16-16,9-10-172 16,-11 4-185-16,-9 0-603 0</inkml:trace>
  <inkml:trace contextRef="#ctx0" brushRef="#br0" timeOffset="19662.18">13765 4892 1370 0,'0'0'304'16,"0"0"-122"-16,0 0-110 15,0 0-2-15,72 0 51 0,-34 10-5 16,-2 10 0 0,-5 7-27-16,-6 8-48 0,-17 11-16 15,-14 23-23 1,-61 28 8-16,-75 33-10 0,5-17-247 15,-11-15-719-15</inkml:trace>
  <inkml:trace contextRef="#ctx0" brushRef="#br0" timeOffset="21912.22">13443 9882 1147 0,'0'0'310'0,"0"0"-75"16,0 0-57-16,0 0-78 0,0 0 2 15,0 0-9-15,0 0-40 16,36-6-10-16,-10 0-20 16,8 2-23-1,-4 2 0-15,-3-2-19 16,-1 4-103-16,-12 0-144 15,-4 8-236-15,-10 2-239 0</inkml:trace>
  <inkml:trace contextRef="#ctx0" brushRef="#br0" timeOffset="22060.44">13329 10037 773 0,'0'0'363'15,"0"0"-119"-15,0 0-106 16,0 0-20-16,0 0 19 15,0 0-46-15,0 0-44 0,103-59-43 16,-59 32-4-16,11-7-80 16,-12 5-228-16,-11 5-463 0</inkml:trace>
  <inkml:trace contextRef="#ctx0" brushRef="#br0" timeOffset="22300.16">13549 9699 522 0,'0'0'773'16,"0"0"-519"-16,0 0 11 0,0 0-117 15,0 0 3-15,85-20 4 16,-43 20-17-16,-1 12-39 16,-4 8-26-16,-7 7-18 15,-15 8-19-15,-15 7-6 16,-18 15-20-16,-47 18-10 15,-45 20-1-15,9-18-117 16,1-15-441-16</inkml:trace>
  <inkml:trace contextRef="#ctx0" brushRef="#br0" timeOffset="25250.12">11903 9316 602 0,'0'0'681'15,"0"0"-571"-15,0 0-15 0,74-81 78 16,-38 67-33-16,4 7-24 16,7 7-30-16,2 7-17 15,0 21 5-15,4 13-5 16,-2 22 3-16,-5 26-3 16,-15 16 9-16,-19 7-26 0,-12-5-4 15,-18-13-11 1,-10-9 0-1,-5-3-10-15,6-13-8 0,8-14-5 16,2-13-8-16,10 1-1 16,0 3-4-16,0 8-1 0,7 4 0 15,0-6 0 1,6-4 0-16,8-9-8 0,4-13 8 16,4-7-1-1,-1-16-12-15,3-3 13 0,0-8 0 16,2-14 0-1,-3-4 0-15,-5 4 1 0,-1 2 8 16,-8 6-7 0,-4 7 5-16,-3 5 8 0,-2 2 0 15,0 7-3-15,1 29-11 0,4 32 31 16,3 34 33 0,7 24 47-16,2 11 11 0,5 2 18 15,1-4-33 1,-1 6-1-16,-5 15-23 15,-8-9-27-15,0-5-6 16,-6-13-36-16,-1-20 14 16,-2-2-17-16,0-4 40 15,0-1-11-15,-5-7-14 16,-6 7-9-16,-5 0-8 0,-1 1 10 16,4-2-11-16,0-13-3 15,-1-3 7-15,-1-21-12 16,4-14 1-16,-1-14 11 15,0-6-12-15,2 0 10 16,-2 2-10-16,1-3 16 16,1-8-10-16,3-9-6 15,-1-5 6-15,1-7 1 16,-3 0-7-16,0-7 8 16,-3-6-8-16,-3-3 0 0,-2 4-1 15,-2 1 0 1,-2 4 1-16,-2-1-3 0,-1 8 3 15,-3-1-1-15,1-2 0 16,1 2 0-16,-3-5-4 16,1 2 2-1,0-4-11-15,2 2-4 0,4 2-1 16,3 1-31-16,2 2-55 16,5 1-7-16,9 0-102 15,3 0-345-15,0 0-435 0</inkml:trace>
  <inkml:trace contextRef="#ctx0" brushRef="#br0" timeOffset="25450.4">12135 13299 2512 0,'0'0'301'0,"0"0"-219"15,0 0-69-15,0 0-13 0,0 0-6 16,0 0-168 0,0 0-323-16,5-40-1192 0</inkml:trace>
  <inkml:trace contextRef="#ctx0" brushRef="#br0" timeOffset="29266.9">13799 14428 930 0,'0'0'315'0,"0"0"-128"16,0 0 24-16,0 0 42 15,0 0-27-15,0 0-15 16,-24-12-69-16,27 3-70 16,11-1-37-16,2-6-21 0,8 1-14 15,-1 2 0-15,4 3-10 16,-2 0-45-16,-3 10-126 16,-9 0-48-16,-6 10-142 15,-7 8-38-15,0 1-131 0</inkml:trace>
  <inkml:trace contextRef="#ctx0" brushRef="#br0" timeOffset="29402.55">13750 14551 596 0,'0'0'278'0,"0"0"48"15,0 0-81-15,0 0-106 0,0 0-59 16,0 0 49 0,0 0 16-16,4 20-53 0,38-41-35 15,3-7-32 1,2-2-25-16,7-14-174 0,-10 8-222 15,-13 4-601-15</inkml:trace>
  <inkml:trace contextRef="#ctx0" brushRef="#br0" timeOffset="29633.99">13879 14221 1803 0,'0'0'250'15,"0"0"-158"-15,0 0-33 0,80-5 108 16,-30 5 2-16,3 5-62 16,2 15-32-16,-7 9-33 15,-9 9-20 1,-18 9-16-16,-16 20 4 0,-20 25-10 16,-45 30-7-16,-29 15-86 15,9-30-223 1,6-23-486-16</inkml:trace>
  <inkml:trace contextRef="#ctx0" brushRef="#br0" timeOffset="30284.61">9220 16343 482 0,'0'0'1093'0,"0"0"-849"0,0 0-60 15,0 0-41-15,0 0-28 16,0 0-9-16,0 0-57 0,22-31-25 16,-4 20-17-1,3 3-7-15,0-1 0 16,-5 5-59-16,8 4-120 15,-7 0-110-15,-6 0-373 0</inkml:trace>
  <inkml:trace contextRef="#ctx0" brushRef="#br0" timeOffset="30450.3">9198 16547 1478 0,'0'0'242'0,"0"0"-160"0,0 0-18 15,0 0 28-15,0 0 12 16,129-70-55-16,-41 18-49 16,-9 3-280-16,-19 8-842 0</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4:26:14.282"/>
    </inkml:context>
    <inkml:brush xml:id="br0">
      <inkml:brushProperty name="width" value="0.05292" units="cm"/>
      <inkml:brushProperty name="height" value="0.05292" units="cm"/>
      <inkml:brushProperty name="color" value="#FF0000"/>
    </inkml:brush>
  </inkml:definitions>
  <inkml:trace contextRef="#ctx0" brushRef="#br0">23975 4730 847 0,'0'0'212'0,"0"0"-187"0,0 0 24 0,0 0-17 0,0 0 53 16,0 0 33 0,-42-71-56-16,74 54-4 0,23 2-37 15,30 1-2 1,21 14-1-16,-6 0 7 16,-20 22 6-16,-28 10-27 15,-20 19-3-15,1 37-1 0,-17 45 1 16,-16 27 44-1,-20 12 19-15,-27-2-8 16,-7-15-2-16,1-5-10 16,4-4-22-16,6-15 3 15,9-11-19-15,10-16-5 0,13-25 14 16,8-26-14-16,3-18 0 16,0-10-1-16,10-3-1 15,11-6 1-15,3-9-1 16,6-7-7-16,5-11 8 15,4-11 11-15,2 0-3 16,-1 7 4-16,1 10-3 16,-9 5 0-16,-1 40 3 15,-4 39 52-15,-6 49 21 16,-7 30 24-16,-5 19 2 16,-9 2-1-16,0-9-30 15,0 0-30-15,0-1 14 0,0 1-9 16,0 2-1-1,8 10-8-15,14 4-13 0,6 5-11 16,5-2 65 0,-4-14-42-16,-2-6-24 0,1-8 5 15,-4-7-5-15,-4-3-13 0,-2-4 1 16,-3-1-2 0,-6-4 2-16,-6-11 6 0,-3-9-14 15,-6 1 8 1,-15-3-8-16,-9-1-1 0,-2 5 10 15,-1-1 1 1,2 4-4-16,0 5-6 0,4 3 10 16,2 3-11-16,3 3 0 15,2-2 0 1,4 3 0-16,-1-2 0 0,4 2 0 16,-1 0 1-16,3-1 0 15,-3 0 3-15,2 3-4 16,-4-2 0-16,0 7 0 15,-4 0 0-15,-2 3 0 16,-6 4 0-16,-2 2 1 16,-4-3 0-16,-6-1 0 15,1 0-1-15,-2 0 0 0,3-2 0 16,1-1 0 0,6 1 8-16,4-3-8 0,2-4 0 15,4-4-1 1,-1-4 1-16,3-8 0 0,2 2 1 15,-1-6 0-15,5-3 11 16,-2-3-8 0,5-3-4-16,-2-2 0 0,7-3 0 15,2-6 1-15,2-2 0 16,1-9 8-16,0-6-8 0,0-20 7 16,0-17-7-1,0-13 7-15,0-9-8 16,0 0-1-16,0-3 1 15,0-2 0-15,0-11 2 16,0-4 11-16,-6-9 11 16,-11 0-12-16,-3-9 3 15,-7-9 3-15,-4-2 7 16,-4-4-4-16,1 0 0 0,0 0-4 16,0 3-16-16,0 0 0 15,0 4 5-15,0 0-5 16,-5 7-1-16,3 2-32 15,-1 3-38-15,-2 5-69 16,4 0-96-16,3-5-98 16,7-1-300-16,11-1-630 0</inkml:trace>
  <inkml:trace contextRef="#ctx0" brushRef="#br0" timeOffset="149.88">23658 16624 2569 0,'0'0'382'0,"0"0"-339"0,0 0-42 0,0 0-1 16,0 0 0-1,0 0-12-15,0 0-212 0,-13-45-505 0</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4:26:18.281"/>
    </inkml:context>
    <inkml:brush xml:id="br0">
      <inkml:brushProperty name="width" value="0.05292" units="cm"/>
      <inkml:brushProperty name="height" value="0.05292" units="cm"/>
      <inkml:brushProperty name="color" value="#FF0000"/>
    </inkml:brush>
  </inkml:definitions>
  <inkml:trace contextRef="#ctx0" brushRef="#br0">6212 2062 1536 0,'0'0'314'0,"0"0"-90"0,0 0-9 15,0 0-55 1,0 0-32-16,0 0-53 0,40-60-37 15,-1 24-5-15,21-14-23 16,24-7-10-16,0 3-9 16,9-6-135-16,-31 21-398 15,-28 16-722-15</inkml:trace>
  <inkml:trace contextRef="#ctx0" brushRef="#br0" timeOffset="160">6261 2444 2512 0,'0'0'284'16,"0"0"-219"-1,0 0-43-15,0 0-9 0,189-178-4 16,2-12-9 0,-15 10-243-16,-16 5-1976 0</inkml:trace>
  <inkml:trace contextRef="#ctx0" brushRef="#br0" timeOffset="5160.05">11475 5474 856 0,'0'0'617'16,"0"0"-400"-16,0 0 2 0,0 0-30 16,0 0 8-16,0 0-31 15,-9 7-61-15,9-4-21 16,0-3-17-16,4 0 3 16,15 0 20-16,9-7 37 15,10-8-2-15,10-12-33 0,17-9-34 16,19-17-13-1,-6 3-23-15,-6 4-20 16,-10 7-1-16,-16 12 5 16,2 0 2-16,-3 2-8 15,-12 7 0-15,-13 8-84 16,-13 5-145-16,-12 5-110 0,-15 3-214 16,-7 6-322-16</inkml:trace>
  <inkml:trace contextRef="#ctx0" brushRef="#br0" timeOffset="5681.93">11398 5259 1398 0,'0'0'394'16,"0"0"-133"-16,0 0-6 16,0 0-17-16,0 0 0 15,0 0-41-15,0 0-47 0,-5-19-63 16,2 19-44 0,2 0-16-16,-3 0-12 0,-1 14-4 15,-5 10-10 1,0 14 7-16,-7 8 9 15,3 9 30-15,-1 5-19 16,4 2 4-16,2-5-1 0,5-4-10 16,4-9-9-1,0-7-3-15,0-9-7 0,7-4 5 16,4-8-6-16,1-4 0 16,2-1 0-16,4 0 7 15,0-5-1-15,5-4 10 16,7-2 7-16,6-2 24 15,4-15-5-15,7-9-10 16,5-7-1-16,3-9-13 0,2-3-19 16,-5 1-1-1,-4 0-1-15,-7 8 1 0,-10 12-5 16,-11 6-2 0,-10 12-85-16,-10 6-55 15,-25 36-158-15,-12 11-434 16,-16 6-728-16</inkml:trace>
  <inkml:trace contextRef="#ctx0" brushRef="#br0" timeOffset="8583.62">4667 7095 1009 0,'0'0'291'0,"0"0"-107"0,0 0 19 15,0 0 0 1,0 0-111-16,0 0-41 0,0 0-21 15,-24 11-13-15,24-10-3 16,0 1-1-16,0-2-1 16,3 0 8-16,10 0 5 15,8-3 2-15,5-8-8 16,5 0-1-16,2-3-2 16,1 2-4-16,-1 1-11 15,-4 1-1-15,-6 4-1 0,-8 5-109 16,-6 1-182-1,-6 0-274-15</inkml:trace>
  <inkml:trace contextRef="#ctx0" brushRef="#br0" timeOffset="8783.09">4537 7422 1310 0,'0'0'218'0,"0"0"-66"0,0 0 81 15,0 0 40-15,0 0-130 0,82-49-52 16,-39 17-27 0,6-3-17-16,5-7-23 15,7-2-12-15,2 0-5 16,0 0-6-16,-2 11-1 16,-13 11-196-16,-26 12-387 0</inkml:trace>
  <inkml:trace contextRef="#ctx0" brushRef="#br0" timeOffset="9399.84">3698 7946 1099 0,'0'0'316'0,"0"0"-114"0,0 0-43 0,0 0-17 16,0 0-41-1,0 0-50-15,0 0-16 0,20-7-7 16,-1-5 0-1,4-5-7-15,5-4 3 0,3-1-1 16,1-2-8-16,1 0-6 16,-3 4-9-1,-3 4-12-15,-6 8-75 0,-9 4-263 16,-6 4-527-16</inkml:trace>
  <inkml:trace contextRef="#ctx0" brushRef="#br0" timeOffset="9612.12">3696 8207 1469 0,'0'0'207'16,"0"0"-39"-16,0 0 19 16,0 0 28-16,0 0-65 15,0 0-77-15,0 0-51 16,68-61 6-16,-38 37-10 15,4-2-7-15,11-6-10 16,15-6 7-16,24-6-8 0,29-8-134 16,-17 9-355-16,-12 5-789 0</inkml:trace>
  <inkml:trace contextRef="#ctx0" brushRef="#br0" timeOffset="10332.73">10053 7528 1036 0,'0'0'574'0,"0"0"-342"0,0 0-68 16,0 0-11-16,0 0 36 16,0 0-24-16,0 0-37 15,49-24-10-15,-20 2-38 16,5 3-20-16,3-5-27 0,2 2-18 16,-3 0-10-1,1 2-5-15,-3 2-16 16,-1 4-119-16,-3 0-177 15,-5 6-325-15,-13 2-401 0</inkml:trace>
  <inkml:trace contextRef="#ctx0" brushRef="#br0" timeOffset="10529.96">10117 7809 72 0,'0'0'1819'15,"0"0"-1620"-15,0 0-143 0,0 0-35 16,0 0 137 0,107-74 21-16,-17 3-97 0,31-27-43 15,6-5-26 1,-17 17-13-16,-26 15-29 0,-39 30-257 16,-30 18-455-16</inkml:trace>
  <inkml:trace contextRef="#ctx0" brushRef="#br0" timeOffset="16780.77">2076 9183 457 0,'0'0'95'16,"0"0"-20"-16,0 0-11 16,0 0 8-16,0 0-8 0,26-48-11 15,-2 27-10 1,6-3-19-16,0-1-1 0,2 0 13 15,2 0-13-15,-1 2-7 0,-3 3 0 16,-2 1-15 0,-2 6 9-16,-5 6 2 0,-2 5-12 15,-7 2 1 1,-6 13-1-16,-6 3-104 0</inkml:trace>
  <inkml:trace contextRef="#ctx0" brushRef="#br0" timeOffset="16999.95">2136 9382 996 0,'0'0'135'0,"0"0"-95"16,0 0 24-16,0 0 13 0,0 0-3 16,0 0-15-16,75-43-18 15,-45 20 0-15,-1 0-1 16,7 1-18-16,4-4-10 15,4-2-5-15,22-6 2 16,22-4-3-16,25-1 1 16,7 1 0-16,-26 13-7 15,-26 6-188-15</inkml:trace>
  <inkml:trace contextRef="#ctx0" brushRef="#br0" timeOffset="17881.96">10481 9279 1486 0,'0'0'295'0,"0"0"-139"16,0 0-18-16,0 0-14 0,0 0 31 16,0 0-18-1,63-60-50-15,-26 26-38 16,8 0-29-16,4 0-10 15,2 2-2-15,-1 2-7 0,-3 3-1 16,-6 5-29 0,-3 2-129-16,-12 10-166 0,-10 6-266 15,-12 4-480-15</inkml:trace>
  <inkml:trace contextRef="#ctx0" brushRef="#br0" timeOffset="18079.96">10563 9412 1680 0,'0'0'243'0,"0"0"-167"15,0 0-51-15,0 0 40 16,0 0 119-16,106-66 1 0,-24-3-79 16,25-21-72-1,3-7-12-15,-14 15-14 0,-29 26-8 16,-21 15-83-1,-16 16-255-15,-14 10-517 0</inkml:trace>
  <inkml:trace contextRef="#ctx0" brushRef="#br0" timeOffset="24314.34">10192 10715 1044 0,'0'0'628'0,"0"0"-324"15,0 0-83-15,0 0-85 16,3 0-10-16,5 0-19 16,9-12-3-16,10-4-26 15,5-8-41-15,10-6-9 0,3-2-14 16,0 0-14-16,-3 2-8 16,-4 5-62-16,-4 5-94 15,-10 5-208-15,-11 10-375 0</inkml:trace>
  <inkml:trace contextRef="#ctx0" brushRef="#br0" timeOffset="24500.19">10065 11088 1781 0,'0'0'238'16,"0"0"-168"-16,0 0-54 0,0 0 74 15,100-77 25 1,-12-1-53-16,28-15-32 0,3 0-30 16,-32 25-182-16,-30 26-560 0</inkml:trace>
  <inkml:trace contextRef="#ctx0" brushRef="#br0" timeOffset="29399.79">1271 11008 695 0,'0'0'260'15,"0"0"-90"-15,0 0-26 16,0 0 12-16,0 0-6 0,0 0-73 15,-30 20-36-15,30-19-18 0,0-1-7 16,0 0-1 0,0 0 1-1,0 0-6-15,0 1-10 0,6 6 0 16,12-3 6-16,3 2 13 16,2 4 24-16,8-2 17 15,2 0 1-15,0-3 17 16,4-2-28-16,2 1 0 15,1 1-13-15,2-2-2 16,-2 4-1-16,2-4-13 16,-4 6 16-16,-3-3 17 15,-3-1-5-15,0 1-1 16,-2-5-11-16,-2 4 2 16,-1-5-16-16,-4 0 6 0,2 0-7 15,-1 0 0 1,3 0-7-16,0-2-3 0,1-1 0 15,3 2 8 1,5-1-9-16,1-2 7 0,0 4 2 16,3-1-4-16,-2-2 2 15,-9 3 1-15,7 0-5 16,-2-1 7-16,-1-2-2 0,-2 3-2 16,0-2-1-1,-3 0 0-15,3-1-5 0,-1 3 1 16,3-1-2-1,3 1-2-15,-1 0 4 0,0 0-3 16,1 0-2-16,0 0 5 16,-1 0 3-16,0 0 12 15,0 0-6-15,-3 0 0 16,4 0-6-16,0 0-2 16,-2 0-12-16,2 0 12 15,1 0-13-15,2 0 9 16,-3 0-3-16,4-4 14 15,4 4 2-15,-4 0 5 0,2-6-4 16,-4 4-5 0,3-2 3-16,-4-2-8 15,2 1 5-15,0 0-4 16,1-2-8-16,4 2 15 0,0-3-4 16,-2 0-3-1,7-2 1-15,-1 1 0 0,-1 0 0 16,2 1-2-1,-3 2-1-15,-3 2-12 0,1 0 5 16,-4 2-5-16,0 0 0 0,3 2 24 16,1 0-10-1,2 0-5-15,-2 0 9 0,5 0-11 16,-3 0 7 0,1 0 1-16,-1 0-3 0,1 0 9 15,-4 0-11 1,1 0 11-16,-6 0-7 15,-3-1-5-15,-2 0 0 0,-2-1-3 16,-7 1 6-16,-2-2 1 16,-1 3-4-16,-1 0 9 15,-5-2 6 1,3 1-3-16,-2 0 2 0,-3-2-16 16,4-1 16-16,-4-1-14 15,2 1 6-15,-3-1 3 16,3 0-17-16,-4 1 15 15,-1 2-15-15,-1-3 5 16,-1 5-6-16,-5 0 0 16,-2 0-6-16,-1 0-6 15,0 3-104-15,-36 32-89 16,-4-2-373-16,-5-3-712 0</inkml:trace>
  <inkml:trace contextRef="#ctx0" brushRef="#br0" timeOffset="30110.05">8614 10336 1340 0,'0'0'509'0,"0"0"-251"0,0 0 42 15,0 0-44-15,0 0-18 16,0 0-45-16,0 0-65 16,2-16-62-16,18 8-36 15,6-6-21 1,8 1 5-16,6-2-12 0,2 1-2 15,-2 1-9-15,-4 3-59 16,1-1-166-16,-10 5-232 16,-12 1-375-16</inkml:trace>
  <inkml:trace contextRef="#ctx0" brushRef="#br0" timeOffset="30331.17">8412 10597 2131 0,'0'0'461'0,"0"0"-257"16,0 0-109-16,0 0 30 15,0 0 0-15,131-101-53 16,-32 41-33-16,8-4-27 16,-16 11-12-16,-24 16-8 15,-27 15-4-15,-5 1-97 0,18-15-129 16,-7 1-269-1,-10 0-437-15</inkml:trace>
  <inkml:trace contextRef="#ctx0" brushRef="#br0" timeOffset="30609.93">8688 9947 1416 0,'0'0'1076'0,"0"0"-828"15,0 0-128-15,0 0-71 0,0 0 83 16,0 0 25 0,0 0-43-16,96 21-35 15,-40-10-12-15,4 2-8 16,-7 6-2-16,-4 4-15 0,-9 6 6 16,-4 4-8-1,-9 7-11-15,-15 17-4 0,-18 32-13 16,-70 39-12-1,-50 23-14-15,-52 13-58 0,-37-5-114 16,47-52-463-16,17-23-1561 0</inkml:trace>
  <inkml:trace contextRef="#ctx0" brushRef="#br0" timeOffset="39849.81">10033 12605 1383 0,'0'0'314'16,"0"0"50"-16,0 0-51 0,0 0-68 15,0 0-136-15,0 0-55 16,30-16-29-16,12 1-7 16,24-3-1-16,29-9 10 15,27-5 22-15,7-1-9 16,-5 1-16-16,-14 5-9 16,-24 7-13-16,-15 4-1 15,-20 5-1-15,-17 4 0 16,-11 5-1-16,-6-3-6 15,-3 4-14-15,-14 1-180 0,-14 1-305 16,-12 8-279-16</inkml:trace>
  <inkml:trace contextRef="#ctx0" brushRef="#br0" timeOffset="40149.83">10121 12882 1788 0,'0'0'275'16,"0"0"-43"-16,0 0-32 15,0 0 90-15,0 0-149 16,0 0-45-16,129-6-8 16,-17-33-16-16,19-9-18 15,11-15-2-15,-7 1-4 0,-12 8-26 16,-2 1-5-1,-7 7-16-15,-17 7 5 0,-25 10-5 16,-20 9 8-16,-22 9-9 16,-17 6-17-16,-10 5-17 15,-43 28-39-15,-15 9-441 16,-30 7-1290-16</inkml:trace>
  <inkml:trace contextRef="#ctx0" brushRef="#br0" timeOffset="47760.04">9748 13936 1180 0,'0'0'313'0,"0"0"-96"16,0 0-2-16,0 0-13 0,0 0-1 16,0 0-17-1,-21 14-60-15,21-13-30 0,1-1 0 16,15 0 33 0,9 0-11-16,8 0-12 0,10-3-28 15,8-8-28 1,2-1-25-16,1-2-14 15,-1-2-1-15,-5 4-8 0,-7 0 0 16,-2 2-22 0,-12 4-130-16,-5 0-127 0,-10 6-107 15,-6 0-229 1,-6 0-266-16</inkml:trace>
  <inkml:trace contextRef="#ctx0" brushRef="#br0" timeOffset="48014.9">9657 14197 1751 0,'0'0'259'16,"0"0"-124"-1,0 0-51-15,0 0 79 0,0 0 127 16,0 0-8 0,150 19-48-16,-36-41-79 15,13-6-60-15,-12-2-29 16,-31 2-24-16,-25 9-11 15,-15 2 1-15,-5-1-17 16,2 0-5-16,-1 0-4 16,-5 0-6-16,-11 6-35 0,-30 12-82 15,-16 0-222-15,-25 12-598 0</inkml:trace>
  <inkml:trace contextRef="#ctx0" brushRef="#br0" timeOffset="51732.76">5614 15649 606 0,'0'0'594'0,"0"0"-375"15,0 0 85-15,0 0 67 0,0 0-43 16,0 0-78-16,0 0-33 16,-52 8-42-16,55-20-44 15,12-3-38-15,8-6-29 16,7-5-21-16,12-2-20 16,4-4-7-16,5 4-8 15,4-3-7 1,3 3-1-16,0 4 0 0,-8 4-6 15,-7 9-87 1,-13 8-165-16,-15 6-218 0,-12 15-241 16,-3 2-852-16</inkml:trace>
  <inkml:trace contextRef="#ctx0" brushRef="#br0" timeOffset="51949.93">5479 15941 1783 0,'0'0'325'0,"0"0"-133"16,0 0 22-16,0 0-31 0,0 0 23 16,0 0-33-1,87-65-47-15,-35 33-54 16,15-8-19-16,15-5-21 16,19 0-20-16,3 1-11 0,-1 4-1 15,-6 1-109 1,-28 11-249-16,-11 2-359 0</inkml:trace>
  <inkml:trace contextRef="#ctx0" brushRef="#br0" timeOffset="55065.62">10053 14407 313 0,'0'0'81'0,"0"0"-7"15,0 0 15-15,0 0-25 16,0 0 291-16,0 0-22 16,8 0-73-16,-8 0-33 15,0-5-17 1,-3 0-38-16,-2 1-2 0,-4 0-28 15,-6-2-45-15,-8 2-59 0,-8 0-14 16,-12 1 19 0,-22 3 4-16,-19 0-3 0,5 11-11 15,10 3-1 1,10 1 23-16,17 1 12 0,-1 3-14 16,-7 4-9-1,3 3-17-15,-2 4-13 16,8 2-8-16,1 4 0 15,6 0 3-15,4 5-9 16,3 3 6-16,3 4-4 0,3 4 5 16,-1 3 1-16,4 4-1 15,0 2 5-15,4 0-1 16,0-1 1-16,4-2 4 16,5-2 4-16,2-2 1 15,3-4 6-15,0-1-6 16,5-4-2-16,8 0-3 15,5-5-1-15,3-3 6 16,2-2 11-16,4-3-5 16,0-2 0-16,3-5 1 0,2-1 10 15,-1-4-13-15,4-2-1 16,3-2 6-16,0-3 2 16,0-4 8-16,1 0-8 15,-1-5-5-15,-1-3-3 16,-3-1-6-16,2 0 4 15,-5 0-4-15,3-5-1 16,-3-2-5-16,1-3 3 16,-1-2 0-16,-3 0-8 15,-1-2 2-15,-1 0-1 0,1-2-7 16,-6 0 11 0,4-4-4-16,-2 2-7 0,1-4 7 15,-5-2-7 1,0-2 7-16,0 1-1 0,0-5 1 15,-2-2-7-15,2 0 10 16,-2-3-5-16,-2-2-5 16,1 0 8-16,-3 2-4 15,1 0-4-15,-4 0 6 16,-1-2-1-16,0 5-5 16,-3-1 0-16,-1 0 7 15,-3 1-8-15,1-2 1 16,-3 1-1-16,0-3 1 15,0 2-1-15,0 2 1 0,0 1-1 16,0 0 0 0,-1 4 0-16,-4 1 0 15,-1 0-1-15,0 2 0 16,-1 1-6-16,0-2 6 16,-2 2-5-16,-2-1-3 0,1 0 1 15,-3 0-4-15,-1 0-1 16,0 1 1-1,-2 2 0-15,-2 0 1 0,1 1-8 16,-6-1-10-16,-1 3 8 16,-3 0-3-16,-3 3 2 15,-3 1-1-15,-7 4-2 16,-5 4-19-16,-19 6-2 16,-28 7-16-16,-31 45-23 15,-13 16-5-15,27-3 3 0,22-12-620 0</inkml:trace>
  <inkml:trace contextRef="#ctx0" brushRef="#br0" timeOffset="74781.89">13884 2319 1825 0,'0'0'189'0,"0"0"-175"15,0 0 7-15,0 0 2 16,0 0-12-16,-13 104-11 0,6 18 25 15,-2 26 126-15,2 0-36 16,-4-15 28 0,9-21-27-16,2-29-10 15,0-19-68-15,2-24-38 0,22-24-237 16,-3-6-383-16,3-10-609 0</inkml:trace>
  <inkml:trace contextRef="#ctx0" brushRef="#br0" timeOffset="75010.17">14103 2453 1413 0,'0'0'267'0,"0"0"115"15,0 0-172-15,-83 35-127 0,32 5-17 16,-3 16 0 0,0 2-4-16,8-3 6 15,10-3-6-15,16-10-27 16,12-10-5-16,8-12-16 15,17-8-5-15,15-12 7 0,30-6 0 16,29-30-16-16,22-18-28 16,9-2-139-16,-26 12-182 15,-31 12-413-15</inkml:trace>
  <inkml:trace contextRef="#ctx0" brushRef="#br0" timeOffset="75529.84">14516 2523 1482 0,'0'0'367'0,"0"0"22"0,0 0-162 16,0 0-126-16,0 0-25 16,-41 87 9-16,41-45-26 15,0 3-8 1,0 2-13-16,0 0-6 16,9-3-15-16,-3-6-8 15,-1-11-9-15,-2-3 0 16,0-13 0-16,-3-10 0 0,0-1 1 15,0-36 14-15,-8-32-13 16,-1-25-1-16,0 1 8 16,8 20 0-16,1 31-7 15,0 27-2-15,0 4-23 16,0 5-4-16,4 2-3 16,7 3-14-16,2 10 17 15,6 12 19-15,3 8 8 0,1 10 1 16,-6 0 17-1,0 9 2-15,-8-5-7 0,-6-2-5 16,2-8-8 0,-5-12 1-16,0-11 0 15,3-8 0-15,-3-3 61 0,0-17 136 16,0-12-74-16,0-8-88 16,2-8-24-16,4 4-12 0,1 3-1 15,6 10-20 1,-2 9-9-16,1 11-5 0,4 8-2 15,4 0 8 1,4 11 14-16,4 9 6 16,4 10 8-16,1 3-5 15,-1 2 6-15,1-2-6 0,1-3-214 16,7-13-258-16,-8-10-163 16,-7-7-617-16</inkml:trace>
  <inkml:trace contextRef="#ctx0" brushRef="#br0" timeOffset="75862.21">15092 2404 1480 0,'0'0'327'0,"0"0"70"16,0 0-153-1,0 0-46-15,0 0-60 0,0 0-93 16,0 0-31 0,-56 28-13-16,45 13 0 0,4 6 0 15,1 3 8 1,6-2 9-16,0-7-12 0,0-4-5 15,9-12-1 1,4-10 0-16,-1-12-1 0,-3-3-14 16,5-16 15-1,-4-14-16-15,0-11-26 0,-2-6 6 16,-3-3 3 0,-2 3-9-16,1 9 13 0,-3 10 8 15,1 10 0-15,-1 11 3 16,1 7-21-16,1 0-143 15,-2 18 81-15,5 7 15 16,6 18-153-16,1-9-105 16,-4-4-386-16</inkml:trace>
  <inkml:trace contextRef="#ctx0" brushRef="#br0" timeOffset="76309.86">15269 2453 1195 0,'0'0'376'0,"0"0"-13"0,0 0-144 15,0 0-67-15,0 0-63 16,77-61-27-16,-58 61-26 16,-1 10-12-16,1 8 3 15,-8 7-1-15,0 3-2 16,-7 4 10-16,-4 0-7 0,0 1-10 16,-1-5-8-1,-8-8-8-15,4-3 1 0,2-10-1 16,3-7 0-1,0-12-1-15,3-18-17 0,9-8-17 16,0-12 10 0,3-6 9-16,-5 1 5 0,1-2 10 15,-2 6 0-15,-1 5 0 16,-3 13 16-16,1 8 17 16,-3 13 23-16,-3 11-6 15,2 1-31-15,-2 21-11 16,3 13 5-16,0 9 66 15,7 10-6-15,7 3-34 16,9-4-13-16,8-4-10 16,8-8 1-16,7-11 0 15,2-14-6-15,-1-12-4 16,-2-3 1-16,-10-18-8 0,-9-11-22 16,-29-34-182-1,-15 9-353-15,-19 1-893 0</inkml:trace>
  <inkml:trace contextRef="#ctx0" brushRef="#br0" timeOffset="76634.55">13109 940 1652 0,'0'0'664'0,"0"0"-403"0,0 0-168 0,0 0-62 15,-5 95-18-15,7 3 35 16,21 18 45-16,2 6-2 15,0-8-12-15,-5-15-9 16,-5-18-34-16,-8-20-30 16,-6-22-6-16,-1-12-161 15,-31-6-123-15,-2-7-255 16,-12-10-832-16</inkml:trace>
  <inkml:trace contextRef="#ctx0" brushRef="#br0" timeOffset="77047.78">13012 962 852 0,'79'-31'210'16,"12"0"27"-16,-2-4-103 16,-22 11-8-16,-24 9-28 15,-12 2-33-15,0-2-17 16,-5 5-18-16,-1 0 3 15,-17 8 52-15,-8 2 75 16,-8 7 11-16,-19 18-75 16,-4 8 33-16,0 11-40 15,4 4-39-15,7 14-24 16,15-1-5-16,5 4-9 16,5-2-1-16,20-8-4 15,9-14-6-15,5-12 6 16,7-18 1-16,-1-11-1 0,-1-13 25 15,-4-23-2-15,-9-14-13 16,-6-15-15-16,-10 0-1 16,-15 0-1-16,0 4-7 15,-13 23-27-15,-5 8-10 16,-2 18-44-16,5 12-183 16,8 24-41-16,6 8-45 15,1 0-550-15</inkml:trace>
  <inkml:trace contextRef="#ctx0" brushRef="#br0" timeOffset="77430.08">13931 1113 1737 0,'0'0'520'0,"0"0"-293"16,-19 77-84-16,19-14-4 0,0 27-17 15,17 24-41 1,7 7 11-16,2-10-36 15,-4-17-34-15,-10-26-14 0,-3-18-8 16,-5-20 0 0,-1-12-1-16,-1-7-11 0,-2-10-31 15,0-1 7-15,0-42 6 16,-14-38-55-16,-5-50 27 16,3-19 38-16,3-4 11 15,6 31 3-15,7 49 6 16,0 25 10-1,4 14-2-15,11 2-7 0,2 0 5 16,7 6-5-16,1 12-1 0,-1 14 0 16,-2 1 0-1,-7 26-1-15,-6 13-5 0,-9 12 6 16,0 8 1 0,-14 4-1-16,-3-1-43 0,4 3-193 15,-1-19-368 1,8-18-862-16</inkml:trace>
  <inkml:trace contextRef="#ctx0" brushRef="#br0" timeOffset="77632.49">14190 980 1889 0,'0'0'327'0,"0"0"-3"16,0 0-196-1,0 0-84-15,0 0-5 16,36 102 27-16,0-21-8 15,4 22-12-15,-3 11 14 0,-8-7-9 16,-14-25-48 0,-4-35-3-16,6-21-211 15,-2-18-330-15,0-8-307 0</inkml:trace>
  <inkml:trace contextRef="#ctx0" brushRef="#br0" timeOffset="77849.99">14507 983 1527 0,'0'0'269'16,"0"0"45"-16,-82 68-124 15,51-18 19-15,8 15-73 16,9-1-51-16,13 0-26 16,1 1-27-16,28-17-13 15,23-2 25-15,27-15 60 0,25-23-29 16,-4-8-47-1,-20-9-16-15,-26-11-12 0,-13-4-129 16,-5 4-165 0,-14 3-558-16</inkml:trace>
  <inkml:trace contextRef="#ctx0" brushRef="#br0" timeOffset="78060.92">13947 2038 2092 0,'0'0'302'16,"0"0"-169"-16,0 0-45 15,0 0 72-15,0 0-16 0,104-46-91 16,-46 24-35-16,5-2-18 16,-5 4-166-16,-8 3-424 15,-13 3-1122-15</inkml:trace>
  <inkml:trace contextRef="#ctx0" brushRef="#br0" timeOffset="78212.94">13808 2239 955 0,'0'0'1450'16,"0"0"-1231"-16,0 0-34 0,0 0 0 15,136-37-4 1,-24 6-109-16,17-1-52 0,1 3-20 15,-36 9-249-15,-28 3-887 0</inkml:trace>
  <inkml:trace contextRef="#ctx0" brushRef="#br0" timeOffset="80416.05">13226 5286 1338 0,'0'0'162'0,"0"0"-115"0,0 0-34 15,0 0-4-15,99-54-4 0,-55 54-4 16,4 21 24 0,8 24 9-16,3 32 90 15,-10 39-7-15,-19 14 10 16,-20 11 17-16,-13-1 29 16,-24-6 9-16,-9 0-42 15,-4 0 8-15,-2-14-44 16,8-13-18-16,10-6-12 15,14-13-45-15,7-19-11 16,3-17-9-16,0-17-8 0,7-8-1 16,5-2 0-16,3 0-1 15,2-5-7 1,-1-10 8-16,4-10 6 0,3-1 7 16,3-18 34-16,-5-6-8 15,4 4-11-15,-7 3 1 16,-9 8-4-16,-4 10-10 15,-3 2-7-15,-2 25-8 16,0 30 1-16,-2 36 5 16,-8 33 28-16,5 19 13 15,0 3-4-15,5 6-5 16,0-7 5-16,5 7-19 0,3 12 6 16,3 1-6-1,3 7-16-15,0 5 13 0,-4 1 0 16,-6 4 0-1,-4 11-11-15,0 3 10 0,-13-1 2 16,-5 6 2-16,-7-3-4 16,-4 8-8-16,-4 9 6 15,3-6-11-15,0 7-6 0,2-4-1 16,1 5 9 0,3 6 0-16,-3 0 3 15,-1 5-11-15,-2 0-1 16,0 0 11-16,0 1 13 15,4-2-18-15,3-6-5 0,7-9 9 0,10-5 8 32,3-10 3-32,3-5-12 0,0-5 2 15,-2-3-5-15,-1-6 6 16,-9 1 12-16,-5-5-3 16,-3-5-17-16,-6-3-3 15,4-8-1-15,1-9 8 0,2-11 13 16,-1-11-8-1,5-9-10-15,2-10 5 0,1-8-8 16,-2-24 0 0,7-17 0-16,-1-20 8 15,1-7-7-15,0 3 0 0,4 1 1 16,-3-3-1-16,4-3 7 16,0-9-2-1,2-2-6-15,0-2 0 16,0 3 0-16,0 4 0 15,0-1 0-15,5 3 0 0,1-3 0 16,0-1 0-16,3-6 0 16,-4-2 0-16,-1-2 0 15,-2-8 0-15,-2-1 0 16,1-1 0-16,-1-4 0 16,0 0 0-16,0 0 0 15,-9 0 0-15,-13 0 0 16,-13-9 0-16,-27 5 0 15,-20-10 0-15,4 4 0 0,5-3 0 16,15 2 0-16,17 0 0 16,3 0 0-16,0-1 0 15,6 2-23-15,10 2-67 16,5-1-66-16,10-10-61 16,3 1-349-16,-1-2-659 0</inkml:trace>
  <inkml:trace contextRef="#ctx0" brushRef="#br0" timeOffset="80615.75">12349 16687 2041 0,'0'0'1116'0,"0"0"-941"0,0 0 62 16,0 0-144-1,0 0 19-15,0 0-70 0,0 0-42 16,-43-53-39-16,73 3-127 0,-4 3-410 16,-2-9-1227-16</inkml:trace>
  <inkml:trace contextRef="#ctx0" brushRef="#br0" timeOffset="83683.19">9712 15502 320 0,'0'0'585'16,"0"0"-288"-1,0 0-10-15,0 0 20 0,0 0-36 16,0 0-41-16,-30 0-32 0,30 0-93 16,0 0-20-1,8-6-30-15,6 0-34 0,9-4-15 16,7-4-6 0,3-2-6-16,4-1-74 0,13-5-144 15,-12 2-148 1,-7 5-337-16</inkml:trace>
  <inkml:trace contextRef="#ctx0" brushRef="#br0" timeOffset="83861.95">9697 15532 1303 0,'0'0'304'0,"0"0"-69"0,0 0-62 16,0 0-72-16,0 0-47 15,102-42-27-15,-12 12-27 16,-11 4-8-16,-13 8-344 0</inkml:trace>
  <inkml:trace contextRef="#ctx0" brushRef="#br0" timeOffset="85079.75">16898 14576 2027 0,'0'0'525'0,"0"0"-375"16,0 0-63 0,-14 78 40-16,14-3 84 15,0 28-85-15,6-4-56 16,7-18-36-16,-7-23-16 16,2-20-12-16,-2 5-4 15,-2 1-2-15,0 1-1 16,-4-13-141-16,-5-12-173 15,-15-13-291-15,-2-7-552 0</inkml:trace>
  <inkml:trace contextRef="#ctx0" brushRef="#br0" timeOffset="85514.99">16364 14673 668 0,'0'0'1238'0,"0"0"-1093"16,148-105-88-16,-11 53 7 15,25 4 55-15,7 10-18 16,-19 16-46-16,-27 11-31 16,-30 4-18-16,-28 4-6 0,-23 3-15 15,-21 0 2 1,-5 0-5-16,-6 0-7 0,-10 10 15 16,-7 9 10-1,-17 5 28-15,-4 10 22 0,-3 4 38 16,4 6-6-1,7 2-21-15,8 5 0 0,8-1-6 16,4 2-23 0,11-6-20-16,14-7 3 0,9-7 11 15,4-13 4-15,3-10 2 0,1-9-7 16,-6-6-19 0,0-21 8-16,-8-11-8 0,-7-11-6 15,-8-8-6 1,-11-5-38-16,-2-1-38 15,-17 2-15-15,-10 8-3 0,-9 16 33 16,-4 12 10-16,-3 18-48 16,0 7 43-16,6 5 7 15,12 25-53-15,12-6-119 16,11 1-302-16</inkml:trace>
  <inkml:trace contextRef="#ctx0" brushRef="#br0" timeOffset="85949.74">17894 14496 1743 0,'0'0'271'0,"0"0"-67"0,0 80 51 0,0-30-54 16,0 17-60-16,10 21-18 0,12 19-14 15,1 3-46 1,-9-8-20-16,-3-25-29 0,-8-27-8 15,-3-16-5 1,3-13 8-16,-2-5-9 0,-1-7-10 16,0-9-7-16,0-14 17 15,-7-36-7-15,-13-31-2 16,-2-39 3-16,3-13 6 16,3 9 6-16,9 28 6 15,7 40 6-15,0 19 1 16,10 7 2-16,3 1-6 0,6-1-4 15,6 5-4 1,2 9-6-16,-4 12-1 0,1 4-10 16,-8 12-2-1,-4 14 1-15,-4 8 2 0,-8 8-6 16,0 0-1 0,-8 0 10-16,-11-1-2 0,0-5-38 15,2-8-81-15,-2-12-68 16,6-9-306-16,4-7-613 0</inkml:trace>
  <inkml:trace contextRef="#ctx0" brushRef="#br0" timeOffset="86381.93">18900 14347 1388 0,'0'0'855'0,"0"0"-681"0,0 0-1 16,0 0-81-16,0 0 68 0,97-86-74 15,-48 68-50 1,5 3-18-16,3 0-3 16,-7 2 18-16,-9 3 27 0,-8 3-14 15,-13 6 10 1,-9 1-5-16,-2 7-6 16,-5 17 11-16,-1 11-3 15,2 12-8-15,1 9 7 16,-3 8-17-16,3 11-13 15,-2 13-16-15,-4 12-6 0,0-13-6 16,0-15-34-16,-4-27-106 16,-8-19-217-16,1-5-364 15,-2-11-1127-15</inkml:trace>
  <inkml:trace contextRef="#ctx0" brushRef="#br0" timeOffset="86565.39">18916 14747 1965 0,'0'0'568'0,"0"0"-308"0,0 0 32 15,0 0-118-15,117-49-55 16,-2 8-51-16,18-4-37 16,2 1-17-16,-14 5-14 15,-14 10-46-15,-30 11-249 16,-19 6-516-16</inkml:trace>
  <inkml:trace contextRef="#ctx0" brushRef="#br0" timeOffset="87159.8">19295 16025 1583 0,'0'0'546'0,"0"0"-312"16,0 0-26-16,0 0-59 0,-93 46-27 15,70-13 13-15,2-2-11 16,10 1-25-16,6-5-29 16,5-6-16-16,6-2 18 15,16-2 27-15,10 2-45 16,6-1-20-16,7 0-8 15,1 4-14-15,-4-2-5 16,-6-2-7-16,-10 2-5 16,-8-1-5-16,-12 1 1 15,-6-2 9-15,-5 1-24 16,-21-2 6-16,-9-3-47 16,-40-14-123-16,9 0-285 15,1-6-351-15</inkml:trace>
  <inkml:trace contextRef="#ctx0" brushRef="#br0" timeOffset="87315.75">19103 15918 1393 0,'0'0'676'0,"130"-104"-468"16,-12 38 48-16,26-1-135 16,6 23-36-16,-15 24-85 15,-46 14-118-15,-19 6-769 0</inkml:trace>
  <inkml:trace contextRef="#ctx0" brushRef="#br0" timeOffset="87929.77">19567 17037 1536 0,'0'0'764'15,"0"0"-507"-15,0 0-17 16,0 0-88-16,0 0-26 16,36-81-56-16,-8 71-40 15,4 4-16-15,-4 6-4 16,-3 0-1-16,-7 9-8 15,-4 14 7-15,-8 4-8 16,-6 7 1-16,0 9 7 16,-17 4 8-16,-7-4 7 0,2-1-8 15,3-8-14 1,1-8 10-16,9-7 2 16,2-12 27-16,7-4 41 15,0-3-4-15,6 0-26 16,10 0-11-16,15 0 1 0,6 0-5 15,10 0-8 1,-1 0-7-16,2 0-1 0,-7 3-8 16,-9 11-5-16,-11 4-6 15,-15 8 1-15,-12 10-1 16,-52 13-1-16,-69 19-7 16,-111 27-21-16,-82 25-49 15,-71 20-68-15,69-27-236 16,59-15-395-16</inkml:trace>
  <inkml:trace contextRef="#ctx0" brushRef="#br0" timeOffset="93079.79">20511 14108 1336 0,'0'0'186'15,"0"0"-133"-15,73-26-27 0,-24 24 57 16,5 2 25-16,7 14-28 0,1 18-20 15,-4 11-11 1,-9 23-8-16,-17 20-8 0,-24 21 0 16,-8 6 34-1,-29-7 9-15,-8-10 4 0,2-12 4 16,6-11-20 0,9-17-21-16,10-14-4 0,6-12-13 15,4 1-14 1,0 0-4-16,14 0-7 15,12-9 0-15,3-8 0 0,5-13 1 16,6-1-1-16,0-11 1 16,-3-15-1-1,-3-5 0-15,-6-1-1 0,-8 5 1 16,-7 8 5-16,-6 9-5 16,-5 10 0-16,1 6 0 15,3 35 5-15,5 40 92 16,3 44 54-16,5 24-34 15,-2 7-33-15,-1-9-2 16,0-16-13-16,-3-6-25 16,1-6-19-16,-1-10-8 15,-1-16-8-15,-3-7-1 0,-3-16 1 16,-2-15-9 0,-1-13 7-16,-3-2-7 0,0 4 5 15,0 5-6 1,-1 0 0-16,-8-10 1 0,-5-11-1 15,-6-9 1-15,-4-9 0 16,-7-5 1-16,-8-5 4 16,-6 0 0-16,-7-5-5 15,-8-2 1-15,-4 1-1 16,-1 2 5-16,2 4-6 0,5 0 0 16,10 0 0-1,11 0-20-15,12 0-61 0,8-6-160 16,9-6-120-1,1 2-388-15,0 0-1015 0</inkml:trace>
  <inkml:trace contextRef="#ctx0" brushRef="#br0" timeOffset="100782">13102 1887 700 0,'0'0'523'15,"0"0"-357"-15,0 0-123 16,0 0 18-16,0 0 77 16,82 79-11-16,-36-49 31 15,5 4-70-15,19-1-10 16,18-10-19-16,22-4 40 16,4-9 35-16,-4-10-45 15,-12 0-22-15,-30 0-13 0,-11-2-17 16,-13 1-7-1,-1-3 1-15,7 1 9 16,10-2-2-16,7-3 3 16,-3 0-15-16,-6-3-1 15,-2-2 7-15,-1-4 2 0,0-1 6 16,-3-4-7 0,-2-1-4-16,1-3-3 0,-5-1 6 15,2 1 2 1,-6-1 2-16,-4 0 6 0,-2-1-3 15,-1-4-3-15,-3-2 0 0,-3-5 0 16,-2-3-3 0,-1-4 1-16,-1-2-11 15,-5 1-2-15,4-3 3 16,-6 3 3-16,-3-3-2 16,-1 1-1-16,-5-3-6 15,-2-1 3-15,-3-7 5 16,0-1-5-16,-3 0-2 15,-1 1-18-15,0-1 14 0,0 1-7 16,0 9-7-16,-5-1 6 16,-2 4-7-16,-3 4 2 15,-7 1-2-15,-2 2-1 16,-6 2-6-16,-8-1-2 16,-4 1-18-16,-4 0 9 15,-6 3 7-15,-5 2-7 16,-4 3-15-16,-2 4 0 15,-5 5 6-15,-3 0-1 16,2 7-5-16,0 1 0 0,-4 4-3 16,1 2-8-16,-1 6 13 15,-1 2-21 1,0 0 13-16,2 0 19 0,0 4 10 16,1 4 1-16,5 1-2 15,-2 6 2-15,1-3-13 16,0 6-7-1,0-2 14-15,2 4 8 0,1 0 6 16,3 1-1-16,-1 5 1 16,8 0-4-16,0 0 5 15,2 1 0-15,1 3 0 0,-1-1-1 16,-3 3-13 0,0-1-5-16,1 1 0 15,5-2 5-15,-1 2 2 16,6 0 11-16,5-4 0 0,5 0 0 15,2 0 1-15,1 2-1 16,7-1 1-16,2 3 0 16,0 2 0-1,5 2 1-15,0 5 5 0,3 2 6 16,3 4 9-16,3 9 13 0,3 0-5 16,0 19-2-1,6 11-11-15,6-4-2 16,2-9 35-16,-2-12 16 15,0-12-23-15,5 1-2 16,1 1-16-16,-1-7-8 0,3-4-1 16,0-8 5-16,-3-4 5 15,3-1-8 1,0-5-4-16,-2-3-5 16,1-1-2-16,3-3-5 15,-2 0 0-15,1-4 0 16,0 2 0-16,-2-6 0 0,-3-3-1 15,0-4 1-15,-4 0-1 16,0 0-1-16,-4-1-5 16,0-6-6-16,-1 0-18 15,-1-2-42-15,-5 4-96 16,-1-6-103-16,0 1-219 0,-14 4-430 16</inkml:trace>
  <inkml:trace contextRef="#ctx0" brushRef="#br0" timeOffset="100965.86">13149 2159 2105 0,'0'0'232'0,"0"0"-232"15,0 0-52-15,0 0-83 16,0 0-468-16</inkml:trace>
  <inkml:trace contextRef="#ctx0" brushRef="#br0" timeOffset="102330.94">15553 1164 1298 0,'0'0'530'16,"0"0"-266"-16,0 0-37 16,0 0-13-16,0 0-40 15,0 6-44-15,0-6-57 0,9 0-38 16,5 0-19-16,6 0-1 16,3-4-7-16,2-2-7 15,1-1-1-15,-3-2-18 16,-1-1-117-16,2-4-148 15,-8 2-342-15,-11 3-467 0</inkml:trace>
  <inkml:trace contextRef="#ctx0" brushRef="#br0" timeOffset="102562.01">15545 1405 1463 0,'0'0'360'0,"0"0"-191"16,0 0-88-16,0 0 43 16,0 0 55-16,0 0-64 0,82-21-59 15,-45 0-29 1,4-7-27-16,12-22-17 0,-11 9-219 16,-5 1-307-16</inkml:trace>
  <inkml:trace contextRef="#ctx0" brushRef="#br0" timeOffset="102810.09">15731 895 1667 0,'0'0'474'15,"0"0"-214"-15,0 0-123 16,0 0-67-16,0 0-7 15,0 0 69-15,82 58 0 16,-42-32-53-16,6 4-28 16,-10 2-3-16,-4 8-9 0,-10 7-20 15,-20 19-7 1,-16 34-10-16,-59 37-2 0,3-17-74 16,-16-19-415-16</inkml:trace>
  <inkml:trace contextRef="#ctx0" brushRef="#br0" timeOffset="109312.65">16738 923 1235 0,'0'0'334'15,"0"0"-139"-15,0 0 22 16,-85-23-78-16,59 23-65 16,0 10-36-16,9 7-10 0,3 3-10 15,5 2-8 1,9-3-4-16,0-1-5 0,18-1 0 15,9 0 0-15,3 2 0 16,6 3 0 0,-6 0 5-16,-3 6-6 0,-8 7 1 15,-7 3-1 1,-9 9 1-16,-3 5 0 0,-7 5 0 16,-10 0-1-16,-2 0 0 15,0-1-1-15,0-5 2 16,2-4-1-16,7-7 0 15,7-9-1-15,3-9 1 16,0-9-14-16,13-10-3 0,12-3-10 16,7-16 5-1,5-20-25-15,10-21-14 0,3-27 30 16,-5-19 24 0,-13-9 7-16,-17 23 0 0,-12 21 1 15,-3 27 15 1,0 9 17-16,-10-2 58 0,2 6 34 15,-1 4 29-15,2 13-2 16,4 9-33-16,3 2-59 16,0 16-48-16,7 13-11 0,10 18 0 15,8 19 8 1,-1 0-8-16,0 4-1 16,-2 0-45-16,-7-15-79 15,-2 13-142-15,-4-15-213 16,-9-17-295-16</inkml:trace>
  <inkml:trace contextRef="#ctx0" brushRef="#br0" timeOffset="110511.74">16816 1292 1303 0,'0'0'225'0,"0"0"-151"0,0 0 41 15,110-36 58-15,-51 15-65 0,4 4-43 16,1-7 2-16,-1 0-11 16,-10-2-32-16,-17 3 0 15,-8 4 2-15,-14 5 65 16,-7 4 73-16,-7 1 9 16,0 5-36-16,-13 0-8 15,2 2-14-15,-1 2-63 16,-1 0-20-16,2 12-19 15,-1 11-5-15,5 11-7 0,1 9 5 16,4 9 0-16,2 3-5 16,0 2 1-16,8-1-1 15,6-5 1-15,2-9-1 16,6-12-1-16,-8-10 0 16,5-16-1-16,-2-5 0 15,-4-30-17-15,3-23-21 16,-8-4-19-16,-2-10 4 15,-4 3 18-15,-2 12 12 0,0-1 3 16,0 14 11-16,0 12 9 16,0 13 1-16,0 9-1 15,0 6-5-15,0 4-15 16,2 18 12-16,9 8 9 16,1 5 0-16,8 1-1 15,3 2-5-15,2-9-14 16,2-8-18-16,4-10-56 15,-2-10-15-15,-1-1-91 16,-6-16-44-16,-6-16-3 16,-5-8 4-16,-11-4 58 15,0-8 104-15,-4 3 81 0,-9 3 38 16,-4 6 110 0,0 10 43-16,1 10 10 0,4 10-10 15,0 8 1 1,6 2-121-16,0 6-45 0,3 14-17 15,3 5-8 1,0 5 6-16,9 2 0 16,4-1-6-16,2 0 0 0,3-5 0 15,-1-7 0-15,-2-4 0 16,-7-7-1-16,3-6 1 16,-6-2 8-16,-2 0 9 15,-2-13-5-15,0-2-2 16,-1 1 11-16,3 4 26 15,-2 5 10-15,1 5-18 16,5 0-22-16,6 3-12 16,2 14 0-16,7 10 21 15,0 5 4-15,0 10 1 16,3 4-16-16,-10 5-2 16,2 7-4-16,-10 2-3 0,-5-3 5 15,-2 1-4 1,0-10-8-16,-9-8 1 0,-5-10 0 15,2-15 6 1,3-13-6-16,-2-4 6 0,4-29 10 16,3-15-13-16,4-8-4 15,0-6-25-15,16 0-11 16,7 2-4-16,2 3 13 16,-1 5 1-16,-3 2 16 15,-4 5 4-15,-3 1-2 0,-7 2 8 16,-4 3 0-1,0 2 1-15,-3 7 0 0,0 4 6 16,-4 9 4 0,-3 5 10-16,0 4 24 15,1 5 7-15,-1 1-27 0,3 7-13 16,-5 15-10-16,5 9 7 16,3 9 16-16,1 6 33 15,0 2-7-15,14 0-7 16,3-4-17-16,6-3-8 15,4-9-17-15,2-4 4 16,1-5 0-16,-1-10-6 16,2-12-29-16,5-15-158 0,-4-14-189 15,-7-7-604-15</inkml:trace>
  <inkml:trace contextRef="#ctx0" brushRef="#br0" timeOffset="110679.8">18158 1051 1721 0,'0'0'372'0,"0"0"-274"16,0 0-70-16,0 0-19 15,75-24-9-15,-37 0-289 0</inkml:trace>
  <inkml:trace contextRef="#ctx0" brushRef="#br0" timeOffset="111465.02">18547 669 1114 0,'0'0'393'0,"0"0"-73"0,0 0-16 16,0 0 4-16,0 0-51 15,0 0-84-15,0 0-62 16,-8-74-68 0,29 73-23-16,8 1-1 0,7 0-19 15,3 18 14-15,-5 8 20 16,-5 7 14-16,-10 5-30 15,-11 7-7-15,-8 4-10 16,0-1 5-16,-11 0 0 16,-5-2-4-16,-5-4-1 0,0-10 8 15,4-10-9 1,-1-9 1-16,2-13 0 16,0-6 4-16,1-18-4 15,1-8 4-15,5 3 7 0,3 6-1 16,5 6 4-1,1 11 7-15,0 6-8 0,7 3-14 16,10 19 2-16,7 11 16 0,7 5 19 16,4 4-3-1,3 1-1-15,1-7-3 16,4-6-10-16,1-10-1 16,5-10-13-16,3-10-4 0,3-2 8 15,1-20-10 1,-2-15-62-16,-1-34-143 15,-13 11-357-15,-18 1-1149 0</inkml:trace>
  <inkml:trace contextRef="#ctx0" brushRef="#br0" timeOffset="112479.97">8866 2731 983 0,'0'0'726'16,"0"0"-558"-16,0 0 64 15,-94-19-54-15,63 19-72 16,-3 2-11-16,4 15-39 15,7 1-22-15,8 4-19 16,9-5-13-16,6 3-1 16,3-5-1-16,15 0-7 0,9-1-2 15,7-5-1-15,2 0-7 16,-2-1-9-16,-3 3 8 16,-7 5 5-16,-7 7 6 15,-8 6 7-15,-5 11 1 16,-4 7 11-16,-5 6-5 15,-12 5 2-15,-4 0-3 16,2-2 3-16,-1-4-7 16,7-10-1-16,2-11 0 15,5-15-1-15,6-12-6 16,3-4-27-16,17-22-12 16,10-28 23-16,14-29 13 15,-1-33-68-15,-5-14-31 0,-16-4 14 16,-13 18 64-1,-9 28 30-15,0 23 7 0,-3 28 22 16,0 12 71-16,-5 7 93 16,5 6-6-16,-2 3 42 15,5 5-102-15,0 7-94 0,0 18-33 16,16 28-1 0,18 19 1-16,0 2 0 0,-1-5 0 15,-1-11 0 1,-5-16-1-16,3 3-16 0,0-1-92 15,-7-3-100-15,-6-12-179 16,-13-12-447-16</inkml:trace>
  <inkml:trace contextRef="#ctx0" brushRef="#br0" timeOffset="112979.87">8884 2992 1355 0,'0'0'213'0,"0"0"-133"0,0 0-21 16,98-52 56-16,-45 24-52 15,6-6-31-15,3-1-8 0,-6-2 26 16,-8 4-2 0,-14 4 6-16,-10 11 30 15,-10 6 61-15,-11 9 55 16,-3 3 30-16,0 0-26 0,0 0-92 15,0 0-58-15,0 12-25 0,-3 12-20 16,-1 8-9 0,1 15 1-16,3 5 1 15,0 2 5-15,0-6-7 16,3-8 1-16,9-6 0 16,0-12-1-16,-1-9-6 15,1-8-4-15,0-5-13 16,-1-15 5-16,1-15 12 15,-5-9 5-15,0-9-14 16,-1-5 0-16,1 4 0 16,-3 7 9-16,-1 12 5 15,-3 11 0-15,3 13 1 0,-2 6-18 16,2 0-28-16,7 14-5 16,3 7 37-16,4 4 8 15,4 4-44-15,4-6-64 16,4-3-22-16,2-8-140 15,13-12-9-15,-9-12-67 16,-6-10-337-16</inkml:trace>
  <inkml:trace contextRef="#ctx0" brushRef="#br0" timeOffset="113559.91">9696 2605 1016 0,'0'0'294'0,"0"0"-28"0,0 0-153 0,0 0-63 16,0 0-30-1,-75 25-7-15,69-1-11 0,4 6 4 16,2-3-6-16,0-5 0 16,0-4 0-16,2-8-6 15,4-7-2-15,0-3 8 16,-3 0 13-16,0-15 76 16,-3-3 18-16,0-2 112 0,0-2 44 15,0 3-60 1,0 6-21-16,0 4-31 0,0 9-60 15,0 0-58-15,8 17-33 16,19 13-1-16,13 22 1 16,24 24 2-16,11 21 8 15,-2 13 14 1,-14-1 0-16,-20-7-10 0,-21-24-8 16,-9-17-5-16,-7-21 5 15,-2-8 2-15,0-6-7 16,-5-5-1-16,-6-8-1 15,0-13 1-15,-6-20 1 16,-2-35-1-16,3-32-1 0,2-24-19 16,7-3-28-1,6 19 3-15,1 29 9 0,0 20 1 16,0 6 11 0,0-6 13-16,0-3 11 0,0-1 2 15,0 12 8 1,-2 10 8-16,-3 13 22 0,2 7 22 15,0 8-2 1,3 4-39-16,0 21-21 0,3 13 0 16,9 10 1-16,5 12-1 0,2-1 0 15,6-2 0 1,0-10-1-16,4-7-38 0,7-17-174 16,-6-11-257-1,-9-12-309-15</inkml:trace>
  <inkml:trace contextRef="#ctx0" brushRef="#br0" timeOffset="113709.88">10177 2813 1892 0,'0'0'380'0,"0"0"-52"0,0 0-187 0,0 0-80 15,0 0-25-15,0 0-24 0,67-79-12 16,-18 32-75-1,-8 8-294-15,-9 1-885 0</inkml:trace>
  <inkml:trace contextRef="#ctx0" brushRef="#br0" timeOffset="113931.72">10449 2103 2227 0,'0'0'472'0,"0"0"-233"0,0 0-96 16,0 0-45-16,16 91 50 16,2-36 3-16,9 17-49 15,1 13-55-15,-1-5-32 16,-5-9-14-16,-4-12-1 16,-3 8-23-16,-1-13-169 15,-7-8-718-15</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4:33:16.673"/>
    </inkml:context>
    <inkml:brush xml:id="br0">
      <inkml:brushProperty name="width" value="0.05292" units="cm"/>
      <inkml:brushProperty name="height" value="0.05292" units="cm"/>
      <inkml:brushProperty name="color" value="#FF0000"/>
    </inkml:brush>
  </inkml:definitions>
  <inkml:trace contextRef="#ctx0" brushRef="#br0">643 6915 1789 0,'0'0'323'0,"0"0"-109"16,0 0-61-16,0 0-70 15,-75 18-35-15,56 12-8 16,-1 21-28-16,4 29-2 0,2 24-2 16,9 7 2-1,5-9 0-15,0-24 1 16,5-28-4-16,9-9 7 15,-1-5-14-15,9 7 9 0,4 6-2 16,3 10-7-16,1-1 0 16,-2 5 1-16,-4 1 6 15,-5 12-7-15,-7-8 0 0,-8 1-9 16,-4 1 9 0,0-16 5-16,-8 4-5 15,-9-12 0-15,0-13 0 16,-6-10 2-16,2-13-1 0,-5-8 5 15,2-2-5-15,-3-5 0 16,8-2 0-16,3-4-1 16,5 5 1-1,5 2 0-15,5 4-1 0,1 0-8 16,0 8 8-16,4 15-1 16,5 14 0-16,3 20 1 15,7 23 0-15,-5 34 1 16,-5 13-1-16,-6 7 9 15,-3 2 13-15,0-6 17 16,-9 4-5-16,1 1 8 16,1-1-2-16,1-5-7 15,2-3 6-15,1-1-10 16,1-7-12-16,2-3-3 16,0-5-5-16,0-7 3 15,6-3-5-15,3-6 1 16,3-5-7-16,-6-4 5 0,4-1-5 15,-7-2 0-15,0 0-1 16,-3 3 2-16,0 0 4 16,0-1 4-1,-6 1-10-15,-4-2 0 0,4-2 0 16,1-11 1-16,2-16-1 16,2-14 18-16,1-2-10 15,0 6 2-15,0 7 7 16,0 10-8-16,0 1-8 15,0 12 14-15,0 16-3 16,-5 16-6-16,0 1 2 0,-1-18-7 16,-2-23 8-1,8-24-3-15,0-6-5 0,0 4 14 16,0 0-14 0,0 4 5-16,0-6-5 0,0-3 7 15,5-1 2 1,-2 0-8-16,-2-2 14 0,-1 2-6 15,0-1-4 1,0 2-5-16,0-6 1 0,-1 4 4 16,-2-4-6-16,-2-3 1 15,5-2-1-15,-3-1 1 16,3-2-1-16,0-2 2 16,0-2-1-16,0-7-1 15,0-5 0-15,0-1 0 0,0-2 0 16,0-2-1-16,3 0 0 15,6-6-7-15,1-6 7 16,-1-5-14 0,2-1-25-16,-1-2-65 0,1 1-105 15,-2-10-44-15,-4 5-244 16,-5 4-261-16</inkml:trace>
  <inkml:trace contextRef="#ctx0" brushRef="#br0" timeOffset="220.03">468 13162 2902 0,'0'0'299'0,"0"0"-288"15,0 0-10-15,0 0-1 0,0 0-60 16,0 0-202-16,0 0-466 0</inkml:trace>
  <inkml:trace contextRef="#ctx0" brushRef="#br0" timeOffset="36436.82">4107 7713 533 0,'0'0'263'16,"0"0"-85"-16,0 0-1 16,0 0-19-16,0 0-24 15,0 0-8-15,-15 0-27 16,15 1-48-16,0 3-29 16,2 2-7-16,6 0 7 15,9 2 4-15,-2-1 28 16,5 1-11-16,2 0-2 15,5-2-12-15,3-2 12 0,3 2 4 16,8-5 2-16,0 2-8 16,6-3 5-1,-4 0 5-15,3 0 10 0,-5-6-13 16,3-2-12-16,-3 1-8 16,1-2 7-16,-5 0-6 15,5 2-11-15,-3 0-5 16,-2 0-4-16,1 1 3 15,-1-1-1-15,2 1 0 16,-1 0-1-16,-3 2-2 16,1 0 1-16,-2 0 3 15,-2 2 2-15,3-1 3 0,-1 0 2 16,0 1-1 0,-3 2-3-16,-1-2-12 0,0 2 13 15,-5 0-14 1,2 0 9-16,-2 0-9 0,2-1 8 15,-2-2 8-15,-1 1 2 16,-3 0-5-16,-2-3 5 16,-5 2-4-1,-3 1-5-15,-1-1 1 16,-3 0-1-16,-4 1-7 0,2 0-1 16,-2 0 0-16,-1 2 0 15,-1 0-1-15,-1 0-117 16,0 2-260-16,-4 3-698 0</inkml:trace>
  <inkml:trace contextRef="#ctx0" brushRef="#br0" timeOffset="40550.17">3538 8774 465 0,'0'0'165'0,"0"0"-35"16,0 0-16-16,0 0-35 15,0 0-22-15,0 0-1 0,0 0 18 16,43 0 3 0,-19 5-5-16,6 5 41 15,10 0-2-15,5 2-15 0,4-1-2 16,8 0-19-16,-2-1 1 15,2-4-10-15,-2 1-19 16,2-2-2-16,-2 0-3 16,-1 0 2-16,-1-5-13 15,1 5-4-15,-2-3-8 16,-3 1-9-16,0-1 11 16,-5 1-8-16,2 1-2 0,-5-4 6 15,1 3-6 1,-2-3 1-16,1 0 7 0,-1 0 2 15,5 0 13-15,0 0-2 16,5-3 4-16,4-2-5 16,1 3-1-16,-1-3-8 15,4 5-1-15,2-2-6 16,1 1 3-16,2-3 8 16,3 0-6-16,1-2-7 15,-3-4 2-15,-3 2-3 16,-1-2-5-16,-6 3 1 0,-2 0 10 15,-1-1-8 1,-3 1 12-16,0 0-8 16,0-1-4-16,1-2 1 15,0 2-4-15,-1-2-1 0,-2 3 2 16,0 0-7 0,-3 0 8-16,-1 2 0 15,-2-1-3-15,-1 2-5 16,-2 1-1-16,-2-4 9 0,2 4-9 15,-1-2 1-15,-3 1 9 0,1-2-10 16,1 1 7 0,-1 4-7-1,-2-2 11-15,-1 0-5 0,-2 1-5 16,1 0 14-16,-3 2 4 16,2-2-7-16,-1 1-3 15,2 0-9-15,4-1 19 16,1 2-8-16,2 0-10 0,2 0 11 15,-1 0 2 1,-2 6-7-16,-1 2 2 0,1 0-8 16,0 1 8-1,1-2-2-15,0 2 10 16,-3-2 14-16,-3-1-11 16,-2-1-6-16,-2-1 3 0,-1-1 2 15,1-1-10 1,1-2 5-16,-1 0 10 0,4 0-3 15,0 0-6-15,2 0 7 16,2 0-13-16,-1-4 2 16,0 2 4-16,2-1-14 15,0 0 8-15,-3 1-3 16,0 0 9-16,-5 1-15 16,0 1 17-16,-3 0-16 15,3 0 10-15,1 0-1 0,-4 0 8 16,5 0-5-1,0 0 11-15,0 0-7 0,2 0-7 16,3 0 13-16,-4 0-1 16,3 0-5-16,-5 0-1 15,0 0-4-15,-1 0 2 16,-3 0-1-16,-1-3 2 16,-8 3 3-16,4 0-7 15,-3-2 5-15,-4 2 4 16,1-2-8-16,-1 2 9 15,1 0 1-15,-1 0-2 0,1-2 4 16,-1 2-2 0,-1 0-11-16,-3 0 1 0,1 0 3 15,3 0-3 1,-3 0 1-16,2 0 8 0,-2 0-1 16,1 0-5-1,-4 0 0-15,2 0 4 0,-3 0 7 16,1 0-14-16,-2 2 1 15,0-2 10-15,-2 2-5 16,-2-2 1-16,-1 2-2 0,3-2 2 16,-3 0-9-1,0 0-9-15,1 0 0 0,-1 0-1 16,0 0 1 0,0 0-1-16,0 0-17 0,-27-8-135 15,-2-2-160 1,-5-4-680-16</inkml:trace>
  <inkml:trace contextRef="#ctx0" brushRef="#br0" timeOffset="41628.11">8088 7659 649 0,'0'0'278'0,"0"0"30"16,0 0-42-16,0 0 5 16,0 0-57-1,0 0 25-15,0 0-40 0,-41-28-52 16,37 38-64-16,-1 15-34 15,2 11 35-15,3 7 23 16,0 3-27-16,0 3-13 0,0-4-9 16,3-3-19-1,2-5-19-15,2-5-13 0,-5 0-7 16,0-9 0 0,-2-3 0-16,0-7-2 0,0-3-23 15,0-6-31 1,-4-4-11-16,-11 0-36 0,0-10 10 15,-7-8 51-15,2-4 8 0,0-4 17 16,6 5 16 0,3 4 2-1,4 4-1-15,2 8 9 0,5 2 0 16,0 3 3 0,0 0-12-16,10 0 9 0,8 8 7 15,8 6 25-15,2 3-2 16,4 2 5-16,3 0-9 15,0-1-5-15,-1-5-12 16,-3-3-8-16,-4-1-8 16,-3-7-1-16,-7 0 1 15,-4-2-2-15,-2 0-11 16,-7-10-28-16,3-4 7 16,-7-8-29-16,0-4 15 15,0 0 17-15,-3 2 9 16,-5 5 19-16,0 5-5 0,3 4 6 15,2 8 0-15,-2 2-7 16,-1 0-3-16,0 9 4 16,-2 11-5-16,-5 6 5 15,-1 5-3-15,-8 12-206 16,6-9-167-16,3-8-531 0</inkml:trace>
  <inkml:trace contextRef="#ctx0" brushRef="#br0" timeOffset="41780.11">8451 7851 1830 0,'0'0'249'0,"0"0"-127"16,0 0-86-16,0 0-36 15,-53 86-31-15,24-55-333 0</inkml:trace>
  <inkml:trace contextRef="#ctx0" brushRef="#br0" timeOffset="46627.91">5926 10618 1528 0,'0'0'214'0,"0"0"-88"16,0 0-66-16,0 0-26 16,0 0-24-16,30-3 48 15,7-9 67-15,13-5-24 16,9-3-48-16,3-3-22 0,0 3-16 15,-8 0-3-15,-7 4-12 16,-3 6 0-16,-13 2 1 16,-6 8-1-1,-5 0-39-15,-10 0-92 0,-10 10-107 16,-2 3-42-16,-12-2-300 0</inkml:trace>
  <inkml:trace contextRef="#ctx0" brushRef="#br0" timeOffset="46830.38">5954 10753 1521 0,'0'0'238'0,"0"0"-174"16,0 0-49-16,0 0-5 16,98-18 41-16,-50 0 39 15,6-6-13-15,2 0-33 16,0-2-25-16,4 0-8 15,-7 5-11-15,-5 6-57 16,-14 13-283-16,-18 2-597 0</inkml:trace>
  <inkml:trace contextRef="#ctx0" brushRef="#br0" timeOffset="48870.09">10159 12435 1001 0,'0'0'198'0,"0"0"-111"16,0 0-56-16,0 0 34 16,0 0 25-16,0 0 3 15,0 0 12-15,-14 0-24 16,14 0-21-16,0 0-11 15,0 0-5-15,0 0 0 16,0 0 10-16,0 0 1 16,0 0-5-16,0 0-16 15,0 0-4-15,0 0-5 16,0 0 1-16,0 0-2 16,0 0-3-16,0 0-2 15,0 0-7-15,0 0-3 16,0 0-3-16,0 0-5 15,0 0 0-15,0 0 1 0,0 0 0 16,0 0-1-16,0 0-1 16,0 0 0-16,0 0-1 15,0 0 1-15,0 0-2 16,0 0 1-16,0 0 1 16,0 0 1-16,0 0-1 0,0 0-1 15,0 0-5 1,0 0 0-16,0 0-1 0,0 0-14 15,0 0-28 1,0 0-23-16,0 0-18 0,0 0 2 16,0 0-70-1,0-2-46-15,0-8-941 0</inkml:trace>
  <inkml:trace contextRef="#ctx0" brushRef="#br0" timeOffset="49868.21">10250 12166 63 0,'0'0'113'0,"0"0"35"0,0 0-3 16,0 0 13-16,0 0 66 15,0 0-29-15,0 0-9 16,1-54-17-16,-1 54-47 15,0 0-4-15,0 4-23 16,3 15-12-16,2 10 15 16,2 5-10-16,4 1-18 0,-1 4 4 15,2-1-22 1,4-5-14-16,0-4 1 16,3-5-13-16,-2-5-5 15,2-5-5-15,1-4-10 0,-2-5 0 16,1-4 3-16,-2-1-8 15,-3 0 5-15,-1-2 0 16,-5-9 0-16,-5-4-4 16,1-1 4-16,-4-4-6 15,0 1 0-15,0 4 1 16,0 3 0-16,-1 3-1 16,-2 5 2-16,3 2-2 0,0 2 2 15,0 0-2 1,0 16 1-16,6 8 7 15,7 8 16-15,2 9 13 0,5 5-7 16,-1 2 10 0,-1 5-1-16,0-1-11 15,-4-2-1-15,-1 0 1 16,-3-9-5-16,-1-3-3 0,-2-5-5 16,-3-10-3-1,-1-4-6-15,-2-8 6 0,-1-4-4 16,0-4-2-16,0-1 3 15,-8-2-2-15,-7 0 0 16,-1 0-6-16,-5 0 1 16,-3 0-2-16,0 4 1 15,-4 2 0-15,-2 2 1 0,-2 2-1 16,-1 0-1 0,-1 0 1-16,2 0 0 15,3-1 0-15,4-1 0 16,1 1 1-16,3-5-1 15,2 2-1-15,3-2-1 0,1 2-9 16,2-3-27-16,0 2-35 16,4-3-43-16,0-2-121 15,3 0-95 1,2 0-410-16</inkml:trace>
  <inkml:trace contextRef="#ctx0" brushRef="#br0" timeOffset="50082.98">10141 13046 2512 0,'0'0'298'0,"0"0"-298"0,0 0-64 0,0 0-118 0,0 0-45 16,-42 79-254-16</inkml:trace>
  <inkml:trace contextRef="#ctx0" brushRef="#br0" timeOffset="52033.45">3620 12519 936 0,'0'0'193'0,"0"0"63"0,0 0-55 16,0 0-72-16,0 0-3 16,0 0 19-16,36 3-10 15,-2-2-27-15,9 2 1 16,7-3 4-16,3 0-16 16,4 0-17-16,5 0-22 15,-2-4-10-15,-1-4 4 16,-3-4-1-16,-2 4-12 0,-4-1-19 15,-6-1 3-15,-4 2 5 16,-10-2-10-16,-3 2-16 16,-7 0 7-16,-8 2-3 15,-6 4 1-15,-2 1-7 16,-4 1-1-16,0 0-65 16,0 23-110-16,-7 6-330 15,-8 4-331-15</inkml:trace>
  <inkml:trace contextRef="#ctx0" brushRef="#br0" timeOffset="53500.08">8782 11479 880 0,'0'0'221'15,"0"0"-106"-15,0 0 15 0,0 0 41 16,0 0 42 0,0 0-1-16,-61-58-27 15,49 52-15-15,8 2-40 16,0 3-17-16,3 1-50 15,1 0-38-15,0 4-19 16,1 17-5-16,7 9 0 16,6 8 5-16,0 4-5 0,0 2 0 15,-1-1 1-15,-2-1-1 16,-2-5 0-16,-4-5-1 16,-3-7 0-16,-2-3-12 15,0-8-14-15,0-7-1 16,-13-3-9-16,-7-4 0 15,-2 0-13-15,-8-13 11 16,-2-7 20-16,0-2 16 0,4 0-4 16,3-2 6-1,9 6 1-15,7 4 1 0,5 3 4 16,4 4-4 0,0 1-1-16,5 2 0 0,15 4 0 15,9 0 0 1,8 6 10-16,8 5 2 15,4 2 0-15,-3-1-5 0,-1 0-8 16,-10-2 2-16,0-2-1 16,-10-4 0-16,-4-1 5 15,-3-3-6-15,-6 0 0 16,-3 0-1-16,-5-7-11 16,-4-8-2-16,0-2-13 15,0-3-46-15,0 3 29 16,-8 3 19-16,3 6 19 0,2 5 5 15,-4 3 0 1,-1 7-7-16,-3 16 7 0,-3 14 0 16,-5 10 0-1,-22 40 0-15,5-9-22 0,-4-4-359 0</inkml:trace>
  <inkml:trace contextRef="#ctx0" brushRef="#br0" timeOffset="62669.48">9673 10424 1091 0,'0'0'288'16,"0"0"-44"0,0 0-18-16,0 0-2 0,0 0 5 15,0 0-21 1,-28-40-41-16,28 38-27 0,0 2-7 16,0 0-48-1,3 8-33-15,14 12 8 16,10 10 18-16,3 9-9 15,1 0-14-15,-1 2-2 0,-3-4-17 16,-1-8-3-16,-2-6-3 16,0-4-3-16,1-15-2 15,5-4 5-15,15-27 27 16,27-48 15-16,29-45 8 16,11-24-29-16,5-4-8 15,-8 10-8-15,-17 29-4 16,-2 6-1-16,-18 22-3 15,-15 21-12-15,-13 15-13 16,-11 11 7-16,-3-2-9 16,1 1 1-16,-3 1 7 15,-5 6-2-15,-8 9-6 16,-6 4 0-16,-5 11 0 0,-4 4-26 16,-15 2-71-1,-34 36-112-15,-70 48-100 0,5-7-434 16,-13 4-926-16</inkml:trace>
  <inkml:trace contextRef="#ctx0" brushRef="#br0" timeOffset="66329.87">10362 10085 1162 0,'0'0'261'0,"0"0"-103"16,0 0-31-1,0 0 22-15,0 0 27 0,0 0 9 16,0 0 3-16,86 2-33 16,-50-2-23-16,6-8-23 15,3-7-26-15,-1-6 0 16,4-3-18-16,-1-3-4 15,-1-3-15-15,1-5-10 16,0-5-6-16,-2-2-1 0,1-2-7 16,-3-1-1-16,-2-3-4 15,-3 1-1-15,-2 0 2 16,-5-3-3-16,-3 1 1 16,-1-2 1-16,-2-1-4 15,1-2 2-15,-3 0-4 16,-1-1-1-16,0-5 4 15,-2 5-7-15,-2-3-5 16,-1 3-1-16,-5 2 1 0,1 5-2 16,-7 2 0-1,-3 3-2-15,-3 1 2 0,0-3-1 16,-8 2 1 0,-10-2 0-16,-2-1 0 0,-4-3 0 15,-1 4 0 1,-2-3 0-16,-2 2 1 0,1 5-1 15,-2-3 1-15,-4 4 6 0,-3 3-6 16,0 6 3 0,-5 3-4-16,-1 5 0 0,-2 5 0 15,2 5 7 1,-4 4-7-16,-2 5-1 0,0 4 1 16,-4 0 1-1,3 10-1-15,-5 7-6 16,0 10 6-16,-1-2-1 15,3 4-2-15,2-1 2 0,5-3 0 16,7-1 0 0,11-6 0-16,4-3 1 0,6-4 0 15,6-3 1 1,6-7-2-16,-2 5 2 0,5-5-1 16,2-1 0-1,1 2 0-15,0-2 0 0,0 0-12 16,0 0-30-16,0 0-59 15,0 0-78-15,-2-6-61 16,-3-6-96-16,-3-2-577 0</inkml:trace>
  <inkml:trace contextRef="#ctx0" brushRef="#br0" timeOffset="66869.88">10129 8004 738 0,'0'0'871'0,"0"0"-538"0,0 0-45 0,0 0-65 16,0 0-50-16,0 0-49 16,0 0-18-16,-21 8-35 15,16 12-6-15,-3 12 12 16,-1 6-6-16,0 9-16 15,-2 2 1-15,3 5-10 16,0 1 0-16,0-1-16 16,-1-4 2-16,4 0-8 0,1-7 4 15,3-4-4 1,1-6 6-16,0-6 2 0,3-2-7 16,8-7 1-1,4-5 4-15,-1-4 0 0,10-5 6 16,2-4-14-16,6 0 7 15,9-5 1-15,3-12 12 16,2-3-5-16,10-6-2 16,-2 0-10-16,1-2 4 15,-1-1-20-15,-2 1 10 16,-3 3-19-16,-6-1 1 16,-4 5 7-16,-7 0-2 0,-7 4-5 15,-7 5 1 1,-4 2 7-16,-5 1-8 15,-6 8 3-15,-1-1-4 16,-2 2-6-16,-3 0-4 0,-29 23-55 16,-67 47-154-16,6-1-298 15,-18 3-681-15</inkml:trace>
  <inkml:trace contextRef="#ctx0" brushRef="#br0" timeOffset="70650">10002 8285 968 0,'0'0'346'0,"0"0"-78"0,0 0-18 16,0 0-71-1,0 0 3-15,0 0-3 16,9-8-40-16,13-12-30 15,25-22-5-15,38-27 17 16,49-37-9-16,34-21 8 16,21-9-30-16,5 1-5 15,-12 13-29-15,5 2-13 16,-10 5-10-16,-15 7 1 0,-17 9 4 16,-23 14-10-16,-32 20-1 15,-26 16-10-15,-20 12-10 16,-12 10 1-16,1-2-7 15,-5 0 0-15,1 1 0 16,-11 9 0-16,-9 7 0 16,-2 4 0-16,-4 4 0 15,-2 2-1-15,-1 0-1 16,0 2-73-16,-38 0-140 16,2 0-378-16,-9 0-469 0</inkml:trace>
  <inkml:trace contextRef="#ctx0" brushRef="#br0" timeOffset="71018.35">11637 6652 2032 0,'0'0'318'0,"0"0"-161"15,0 0-40 1,0 0 50-16,86-6 14 15,-26-6-19-15,21-5-93 16,-2 0-12-16,-7 4 0 16,-13 3-17-16,-17 4-13 0,-1 3-3 15,-2 0-11 1,-12 3 2-16,-10 0-1 16,-8 0 1-16,-3 0-3 15,0 7 0-15,-3 1 3 0,0 2 1 16,5 4 7-16,-4 0-4 0,2 6 11 15,0 2-6 1,-1 4 2 0,-1 3 8-16,-2 3 8 0,-2 7-1 15,-8 6-16-15,-24 15-15 16,-34 27-10-16,-54 19-119 16,8-14-365-16,-12-18-1132 0</inkml:trace>
  <inkml:trace contextRef="#ctx0" brushRef="#br0" timeOffset="125067.93">19060 12628 463 0,'0'0'366'0,"0"0"-154"0,0 0 27 0,0 0-33 16,0 0 47-16,0 0-57 15,-17 0-27-15,17 0 1 16,0 0-22-16,0 0-32 16,0 0-24-1,0 0-7-15,7 0 3 0,13 2 21 16,10 1 17-16,9 4-38 16,4-1-13-16,8 1-27 15,1-2-26-15,2 5 1 16,2-2-5-16,0-2-5 15,-1 2 12-15,4-2-16 0,-2 0-9 16,-1-2 9 0,-3 2 8-16,-5-3-5 0,-4 0-5 15,-4 1 2 1,-5-4 3-16,-3 1 3 0,-1-1 2 16,-2 0-8-1,2 0 0-15,-3 0-3 0,5 0 0 16,-2 2 9-16,0-2-15 0,-1 1 2 31,0 1 5-31,1 0 1 0,2 0 4 16,0-2-12-16,4 3 1 15,-5 0 10-15,6-1 2 16,0 0-12-16,-2-1 1 16,3 1 7-16,-2-1 0 15,-2-1-8-15,-2 2 10 16,0-2-5-16,-3 0-5 0,-2 0 8 15,-1 2-2-15,0-2 1 16,1 0 2-16,2 0 2 16,0 0 2-16,-1-4-2 15,0-1-5-15,-2-3 2 16,0 1-3-16,-3-1 4 16,-2 2-10-16,-3-1 0 15,1 2 1-15,-2-2 13 16,-2 2-2-16,4 1 6 15,-1-2-9-15,-3 2-3 16,2 0-5-16,-6 2 4 16,-1 0-5-16,-5 0 1 15,-3 2-2-15,-1 0 1 0,-2 0 0 16,0 0 0 0,0 0 0-16,0 0-1 0,0 0-1 15,0 0-4 1,0 0-6-16,0-1-24 0,-5-4-63 15,-1 5-272-15,6-8-778 0</inkml:trace>
  <inkml:trace contextRef="#ctx0" brushRef="#br0" timeOffset="126197.86">22390 12735 482 0,'0'0'754'0,"0"0"-520"16,0 0 108-16,0 0-21 16,0 0-22-16,0 0-100 15,0 0-18-15,-25-9 9 0,44 9-14 16,10 0-10 0,30 0-41-16,28 0-43 0,39 4-14 15,19 2-29 1,2 0-12-16,-5-3-12 0,-10-3 0 15,0 0 0-15,-4-3-3 16,-10-7 1-16,-25 1-2 16,-28 1-2-16,-21 3 1 15,-14 0-10-15,0 2 0 16,-5-1 9-16,-5 2-2 0,-11-1-5 16,-5 3-2-1,-4 0 0-15,0 0-8 16,0 0-19-16,-13 0-34 15,-53 0-109-15,1 0-443 16,-10-7-1118-16</inkml:trace>
  <inkml:trace contextRef="#ctx0" brushRef="#br0" timeOffset="-195183.55">16378 12485 1180 0,'0'0'519'0,"0"0"-388"15,0 0-88-15,0 0-23 16,0 0-4-16,0 0 11 16,26-16-14-16,2 4-3 15,3-4-4-15,7 2-6 16,4-1-10-16,-12 5-120 0,-7 4-144 15</inkml:trace>
  <inkml:trace contextRef="#ctx0" brushRef="#br0" timeOffset="-195048.97">16211 12662 1240 0,'0'0'162'0,"0"0"-127"16,0 0-29-16,0 0-5 15,106-20 8-15,-43-8-9 16,2-2-27-16</inkml:trace>
  <inkml:trace contextRef="#ctx0" brushRef="#br0" timeOffset="-194795.99">16506 12236 1715 0,'0'0'215'16,"0"0"-160"-16,0 0-41 15,78-3-12-15,-28 13 25 16,8 7 12-16,-2 6 34 16,-4 7-5-16,-13 6-28 15,-22 8-22-15,-20 20-8 0,-66 27-9 16,-82 31-1-1,4-14-104-15,-12-17-1075 0</inkml:trace>
  <inkml:trace contextRef="#ctx0" brushRef="#br0" timeOffset="-187448.77">5559 6082 1490 0,'0'0'481'0,"0"0"-406"0,0 0-36 16,0 0 48-16,-51 104 43 15,35-52-22-15,5 2-34 16,3 0-23-16,-1-3-29 0,6-2-13 15,-2-6-3 1,1-6-6-16,1-9 0 16,-4-7-35-16,-4-8-66 15,1-6 15-15,-7-7 7 0,1 0 36 16,-2-5 21 0,-1-13 22-16,2-5 11 0,1-7 5 15,2-3 49 1,3 6 14-16,5 4 26 0,3 8-11 15,3 10-29 1,0 5-32-16,6 0-22 0,10 15 2 16,11 10 8-16,6 4 12 15,2 5-5-15,6 1-13 16,0-2-5-16,-3-5-4 16,3-8-5-16,-8-5-1 15,-1-9 0-15,-7-6 0 0,-2-4-1 16,-2-16 1-16,-7-7 0 15,-3-6 0-15,1 1 0 16,-11 3 0-16,-1 4 1 16,0 12 11-16,-4 8-10 15,-16 5-2-15,-5 10 0 16,-6 15-1-16,-2 3 0 16,0 5 0-16,3 1-5 15,5 0-6 1,0 8-110-16,9-6-177 0,5-10-369 0</inkml:trace>
  <inkml:trace contextRef="#ctx0" brushRef="#br0" timeOffset="-187282.93">5813 6620 653 0,'0'0'1127'0,"0"0"-817"16,0 0-63-16,0 0-145 15,0 0-68-15,0 0-34 16,0 0-108-16,-19 2-519 0</inkml:trace>
  <inkml:trace contextRef="#ctx0" brushRef="#br0" timeOffset="-173229.91">20089 13311 1654 0,'0'0'214'15,"0"0"-140"-15,0 0-45 0,0 0 82 16,0 0-5-1,0 0-17-15,10 0-50 16,13 0-23-16,12-4-6 16,6 1 4-16,4-4-4 15,0 1-10-15,3-2-64 16,-6 2-108-16,0-2-130 0,-13 4-100 16,-10 3-369-16</inkml:trace>
  <inkml:trace contextRef="#ctx0" brushRef="#br0" timeOffset="-173068.85">20040 13462 1160 0,'0'0'225'0,"0"0"-119"15,0 0-28-15,0 0 85 16,0 0-53-16,0 0-54 16,123-36-33-16,-6-14-23 15,9-10-61-15,-9-2-126 16,-42 15-106-16,-29 12-399 0</inkml:trace>
  <inkml:trace contextRef="#ctx0" brushRef="#br0" timeOffset="-172848.95">20499 12927 1620 0,'0'0'226'16,"0"0"-145"-16,0 0 7 15,88 28 43-15,0-6-7 16,25 12-30-16,-7-1 3 0,-27-4-44 16,-36 0-7-1,-28-3-19-15,-13 11-13 0,-16 21-2 16,-73 28-2-16,-98 28-10 16,1-16-119-1,-14-15-507-15</inkml:trace>
  <inkml:trace contextRef="#ctx0" brushRef="#br0" timeOffset="-137231.52">7262 6163 1064 0,'0'0'386'0,"0"0"-70"16,0 0-21-16,0 0-14 15,0 0-53-15,-17-64-68 16,17 64-71-16,0 25-62 16,2 14-3-16,9 15 61 0,2 8 17 15,2 3-35 1,-2 2-17-16,0-5-11 0,-3-2-14 16,0-5-11-1,-7-5-8-15,2-6-6 0,-5-6-1 16,0-11-57-1,-5-5-83-15,-4-9-46 0,-8-8 15 16,-5-5-36-16,-5-5 15 16,-3-18-27-16,-1-6 89 15,-3-3 75-15,1-2 56 16,8 5 10-16,4 9 50 16,4 5 60-16,10 10 23 15,4 5-17-15,3 0-70 16,0 7-36-16,7 15 32 0,16 2 23 15,4 5-15 1,3-1 0-16,7 1 5 0,5-6-4 16,-2-1-26-16,1-5-26 15,-3-6-3-15,-2-5 0 16,-2-6-6-16,-8 0 0 16,-7-11-18-16,-4-14-12 15,-8-5-15-15,-4 0 9 16,-3-1 12-16,0 9 15 15,0 8 9-15,0 14 0 16,-8 0-14-16,-12 27 8 0,-7 14 5 16,-8 11 1-1,-10 9-1-15,-2 1 1 0,-3 2-51 16,-6 11-213 0,11-13-226-16,11-17-413 0</inkml:trace>
  <inkml:trace contextRef="#ctx0" brushRef="#br0" timeOffset="-120919">9714 7166 562 0,'0'0'100'0,"0"0"-67"16,0 0 21-16,0 0 22 0,0 0-24 16,25-59 39-16,6 38 39 15,8-5 4-15,12-3-42 16,6-2 1-16,8-1-29 16,3-1-22-16,-5 4-10 15,1 2-11-15,-8 7-15 16,4 6-6-16,-17 4-18 15,-13 7-269-15</inkml:trace>
  <inkml:trace contextRef="#ctx0" brushRef="#br0" timeOffset="-120568.85">9872 6821 1303 0,'0'0'163'16,"0"0"-120"-16,0 0-15 16,0 0-22-16,0 0 1 15,-82 24 18-15,42 6 23 16,-10 10 11-16,-1 8 0 15,-1 9 14-15,6 1-12 16,6 1-2-16,10 0-6 0,13-8 9 16,8-5-23-1,9-10-14-15,17-8 1 0,17-10 4 16,24-8-7-16,29-10-3 16,28-5-7-1,6-19-13-15,-10-9-1 0,-32 8-213 16,-35 1-188-16</inkml:trace>
  <inkml:trace contextRef="#ctx0" brushRef="#br0" timeOffset="-83436.81">22361 12931 1682 0,'0'0'256'0,"0"0"-186"15,0 0-45-15,0 0 41 0,0 0 39 16,0 0-45 0,100 8-30-16,-60-8-18 0,-1 0-12 15,2-2-20 1,9-6-141-16,-12 0-242 0,-9-2-457 0</inkml:trace>
  <inkml:trace contextRef="#ctx0" brushRef="#br0" timeOffset="-83266.77">22365 13050 1573 0,'0'0'276'0,"0"0"-187"15,0 0-52-15,77 1 20 0,2-9 19 16,28-11-76-16,-14 6-16 16,-18-2-476-16</inkml:trace>
  <inkml:trace contextRef="#ctx0" brushRef="#br0" timeOffset="-81398.67">9880 6588 1721 0,'0'0'288'0,"0"0"-100"0,0 0 42 16,0 0-25-16,-26-75-34 16,23 75-9-1,-1 0-64-15,-5 26-62 0,-8 42-28 16,-19 40 5-16,-10 23 19 16,-11 14-2-16,-6-6-9 15,5-17-9-15,13-24-2 16,10-26-4-16,17-29 2 15,6-19-7-15,8-6 5 16,1-5-6-16,3-6 9 16,7-7 42-16,20-7 28 15,13-13-8-15,12-9-23 0,10 1-23 16,12-5-13-16,18 0-10 16,-10 5 8-16,-11 5-4 15,-11 6-5 1,-20 6-1-16,-3 1-5 0,-2 1-25 15,-13 3-78-15,-8 1-121 16,-10-6-234-16,-4 0-131 16,0-6-895-16</inkml:trace>
  <inkml:trace contextRef="#ctx0" brushRef="#br0" timeOffset="-81098.92">9844 7157 2191 0,'0'0'344'0,"0"0"-19"15,0 0-82-15,0 0-64 16,161-99-15-16,-16 23-45 16,29-11-31-16,9-1-26 0,-9 5-4 15,-27 9-1 1,-13 6-34-16,-17 11-16 0,-26 11-1 15,-29 16 0 1,-21 10-4-16,-17 7-1 16,-2 1 0-16,-7 7-1 0,-3-1-7 15,-12 6-58 1,-3 0-77-16,-66 40-91 16,2 0-296-16,-21 3-576 0</inkml:trace>
  <inkml:trace contextRef="#ctx0" brushRef="#br0" timeOffset="-67198.79">11171 6202 1313 0,'0'0'515'0,"0"0"-365"15,0 0-51-15,0 0-18 16,0 0-14-16,0 0-17 16,5 10-34-16,13-6 4 0,4 0 45 15,6-2 10 1,5 1-21-16,1-3-15 16,1 0-23-16,-5 0-4 15,-4 0-5-15,-5 0-6 0,-5 3 11 16,-5 1-3-1,-3 1-7-15,-4 0-2 16,-2 3 0-16,0 2 7 0,-2 5-7 16,0 7 7-16,0 8 7 15,0 9 1-15,-8 4-3 16,-5 5-1-16,2 3-11 16,-3 1-38-1,-2 23-142-15,1-13-352 16,3-9-547-16</inkml:trace>
  <inkml:trace contextRef="#ctx0" brushRef="#br0" timeOffset="-64616.8">11991 5549 1401 0,'0'0'488'0,"0"0"-296"16,0 0 23-16,-27-75 9 15,21 62-44-15,4 7-32 16,-2 6-39-16,2 0-44 15,2 2-39-15,0 18-5 0,0 6 20 16,2 10 2 0,4 9-17-16,-1-1-8 0,-2 2-5 15,-3-4 2 1,0-5-15-16,0-4 0 0,0-5 1 16,4-7-1-16,0-6-1 15,5-4 1-15,4-1-1 16,1-2-7-16,5 1-1 15,5-3 8-15,-1-3-37 16,4 2-22-16,-2-5-41 16,-1 0-41-16,-1 0-43 0,6-18-117 15,-6 0-283 1,-3-2-151-16</inkml:trace>
  <inkml:trace contextRef="#ctx0" brushRef="#br0" timeOffset="-64339.02">12249 5461 1525 0,'0'0'392'16,"0"0"-188"0,0 0-81-16,0 0-35 0,0 0-12 15,0 0-8 1,0 0 44-16,18 68-12 0,-9-35 5 15,4 5 1-15,-3-2-34 16,-2-4-30-16,3-4-24 16,1-6-8-16,3-4-10 15,2-8-2-15,4-10-4 16,7 0-49-16,4-8-26 16,3-20-67-1,15-28-98-15,-10 6-293 16,-9 1-340-16</inkml:trace>
  <inkml:trace contextRef="#ctx0" brushRef="#br0" timeOffset="-63799.16">12603 5313 1245 0,'0'0'552'0,"0"0"-321"0,0 0-13 16,0 0-71 0,0 0-69-16,0 0-30 0,0 0 29 15,-16 91-13 1,25-60-22-16,3 3-12 0,1-1-3 15,-2-6-17-15,-3-5-8 16,1-6-1-16,-4-6 0 16,-2-3-1-16,-3-7-40 15,0-7 14-15,0-16-5 16,-11-17-23-16,0-8 19 16,-3-9 17-16,1 0 17 15,7 9 1-15,4 10 1 16,2 12 14-16,8 6 2 15,10 6 29-15,2 8-10 16,4 2-36-16,1 4 12 0,-1 8-6 16,1 11-6-1,-3 2 2-15,-4 5 5 0,-3 0-1 16,-5-1-4 0,-4-4 16-16,-5-3 6 0,-1-8-7 15,0-7 7 1,0-3 5-16,-12-8 4 0,-1-16 37 15,-4-7 8-15,3-6-1 0,6 4-23 16,4 4-12 0,4 3-9-16,0 9-21 15,4 6 1-15,10 8-13 16,4 3-6-16,7 0 5 0,4 14 1 16,6 9 1-1,-3 9-1-15,-1 4 0 16,-4 3-7-16,-3 8-106 15,-8 21-123-15,-4-12-132 16,-9-4-400-16</inkml:trace>
  <inkml:trace contextRef="#ctx0" brushRef="#br0" timeOffset="-63599.11">12496 5976 1228 0,'0'0'1036'0,"0"0"-852"16,0 0-50-16,0 0-45 16,0 0-7-16,0 0-9 0,69-79 0 15,-21 43-43 1,6-2-30-16,-2 1-52 16,3 1-148-16,-11 9-170 15,-16 7-396-15</inkml:trace>
  <inkml:trace contextRef="#ctx0" brushRef="#br0" timeOffset="-63417.41">12398 6334 1876 0,'0'0'246'0,"0"0"-171"15,0 0-29-15,81-55 16 16,12-22-13-16,27-32-49 0,19-11-67 15,-31 25-240 1,-29 21-466-16</inkml:trace>
  <inkml:trace contextRef="#ctx0" brushRef="#br0" timeOffset="-63036.79">13596 5268 882 0,'0'0'506'0,"0"0"-235"15,0 0 78 1,0 0-41-16,0 0-81 16,0 0-50-16,0 0-36 15,-18-14-38-15,34 0-57 16,6-5-37-16,8-6-9 15,5 2-29-15,1 2-125 16,9 4-81-16,-12 9-275 0,-11 3-241 16</inkml:trace>
  <inkml:trace contextRef="#ctx0" brushRef="#br0" timeOffset="-62865.5">13516 5457 698 0,'0'0'1021'0,"0"0"-859"16,0 0-74-16,0 0-34 16,0 0 39-16,0 0-15 0,83-67-38 15,-36 30-40 1,15-13-79-16,-11 7-284 0,-13 7-540 0</inkml:trace>
  <inkml:trace contextRef="#ctx0" brushRef="#br0" timeOffset="-62566.87">13423 5084 1842 0,'0'0'252'16,"0"0"-121"-16,0 0 75 15,-78 7-30-15,66 3-45 16,5 11-22-16,-3 20 1 15,0 32-5-15,2 29-5 16,0 12-13-16,5-17-10 16,3-23-19-16,0-33-6 15,14-12-25-15,14 3-15 16,26-11-5-16,44-17-6 0,47-34 0 16,24-39-1-16,0-21-30 15,-25-2-81-15,-55 36-230 16,-29 13-530-16</inkml:trace>
  <inkml:trace contextRef="#ctx0" brushRef="#br0" timeOffset="-61213.85">10560 5882 1648 0,'0'0'250'16,"0"0"-153"-16,0 0-40 15,0 0-17-15,0 0-9 16,0 0 7-16,0 0 5 0,71-72-24 16,-35 46-19-1,1 4-13-15,3 0-91 0,3 2-165 16,-7 5-117 0,-15 6-475-16</inkml:trace>
  <inkml:trace contextRef="#ctx0" brushRef="#br0" timeOffset="-61065.01">10552 6021 1281 0,'0'0'167'0,"0"0"-133"0,0 0-34 16,0 0-12-1,0 0 12-15,0 0 32 0,142-96-32 16,-77 48-22-1,-4 3-518-15</inkml:trace>
  <inkml:trace contextRef="#ctx0" brushRef="#br0" timeOffset="-60835.1">10863 5636 1685 0,'0'0'199'0,"0"0"-190"0,0 0-6 16,0 0 14 0,102-20 38-16,-59 20-1 0,1 7-9 15,-9 19-1 1,-11 24-26-16,-24 36-5 16,-29 46-13-16,-49 23-11 15,-1-24-187-15,-6-23-643 0</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7-18T04:30:08.412"/>
    </inkml:context>
    <inkml:brush xml:id="br0">
      <inkml:brushProperty name="width" value="0.05292" units="cm"/>
      <inkml:brushProperty name="height" value="0.05292" units="cm"/>
      <inkml:brushProperty name="color" value="#FF0000"/>
    </inkml:brush>
  </inkml:definitions>
  <inkml:trace contextRef="#ctx0" brushRef="#br0">3553 2734 1351 0,'0'0'490'16,"0"0"-344"-16,0 0 16 16,-86 81 36-1,75-64-54-15,6-6-57 0,4-2-26 16,1-4-13-16,1-2-20 16,15 1 16-16,11-2 23 15,13-2 15-15,11-2-27 16,17-19-13-16,15-13-22 15,-6 0-11-15,-9 0-9 16,-6 2-14-16,-18 8-96 0,22-9-112 16,-10 2-286-1,-16 8-371-15</inkml:trace>
  <inkml:trace contextRef="#ctx0" brushRef="#br0" timeOffset="181.13">3766 3048 2054 0,'0'0'244'16,"0"0"-192"-16,0 0-39 0,0 0-1 15,0 0 52 1,85-3 16-16,-32-12-40 0,11-8-31 16,33-14-9-1,-15 5-236-15,-10 1-484 0</inkml:trace>
  <inkml:trace contextRef="#ctx0" brushRef="#br0" timeOffset="4899.24">9866 2887 1615 0,'0'0'348'0,"0"0"-196"0,0 0-6 15,0 0-1 1,0 0-30-16,0 0-35 0,58-49 1 15,-19 20-29-15,6-5-27 16,7-4-13-16,6 0-5 16,6-2-7-16,-1 5 0 15,-1 6-32-15,2 4-168 16,-15 7-392-16,-20 6-668 0</inkml:trace>
  <inkml:trace contextRef="#ctx0" brushRef="#br0" timeOffset="5115.67">9696 3191 2104 0,'0'0'248'0,"0"0"-166"0,116-42 2 15,-9-5 64-15,19-11 4 16,6-6-55-16,-5-4-28 15,-15 5-32-15,-5 2-19 16,-12 4-11-16,-9 7-7 16,-13-4-180-16,-22 14-323 15,-17 1-806-15</inkml:trace>
  <inkml:trace contextRef="#ctx0" brushRef="#br0" timeOffset="14479.31">519 7520 923 0,'0'0'533'0,"0"0"-323"15,0 0-6 1,0 0-28-16,0 0-20 0,0 0-9 15,0 0-42-15,0-10-20 16,0 10-9-16,0 0-11 16,0 0-10-16,0 0-6 15,0 0-5-15,0 0-8 16,3 6 8-16,9 5 21 16,4 2 4-16,2 5 13 15,1 1 2-15,0 1-18 0,0 0-8 16,-3-5-13-1,-2-1-5-15,1-6 1 0,0-3-5 16,-5-2 0 0,4-3 6-16,-2 0-2 0,2-1 19 15,3-18 10-15,4-9 10 16,1-12-4-16,2-12-9 16,13-19-6-16,-3 5-18 15,2-8-8-15,1 5-34 16,-7 7 0-16,3-2 0 15,-1 5 0-15,-4 2 0 0,-4 6 0 16,1 5 0 0,-5 6 0-16,-4 5 0 15,-2 6 0-15,-7 9 0 16,2 2 0-16,-3 7 0 0,-1 5 0 16,-2 0 0-1,-3 3 0-15,0 2 0 16,1 1 0-16,-1 0 0 15,0 0-27-15,0 2-132 0,0 18-65 16,-7 37-77-16,-7-4-397 16,-1 6-667-16</inkml:trace>
  <inkml:trace contextRef="#ctx0" brushRef="#br0" timeOffset="23615.09">3570 6674 1296 0,'0'0'209'16,"0"0"-85"-16,0 0-15 15,0 0-44-15,15-74-11 0,5 54-9 16,5-3 1 0,7 1-11-16,2 5-15 0,-1 4-1 15,-1 7-1 1,-1 6-2-16,-2 0 9 0,-4 19-2 15,2 6 5-15,-7 7 3 16,-3 10-10-16,-2 5-3 16,-7 6 19-1,-6 4 4-15,-2 5 14 0,0 1 3 16,0 1-12-16,-4-9-5 16,4-5-7-16,0-11-19 15,0-7-3-15,2-7-11 16,10-9 1-16,1 0-1 15,0-6 8-15,2-4-2 16,1-3 2-16,-1-2-3 16,5-1 0-16,-6 0 2 15,0-4-2-15,-5-6-5 16,-3-2 7-16,1 0-7 16,-4 0 7-16,-1 5-7 0,-2 2 6 15,1 5 1 1,0 0-7-16,2 8 0 0,7 19-1 15,7 23 16-15,11 26 48 16,4 22 21-16,3 9 2 16,-4-6 21-16,-8-7 7 15,-4-9-25-15,-4-3-14 16,0-11-15-16,-4-16-17 16,-4-14-8-16,-1-6-18 15,-2 3 7-15,5 1-17 16,-3 3 8-16,-1-8-8 15,-4-8 4-15,-1-4 0 16,0-7 3-16,0-4-3 0,-3-2 6 16,-15-6 0-1,-3-1-3-15,-12-2-2 0,-10 0-5 16,-7 0-7-16,-9 4 13 16,-1 6-13-16,2 0 0 15,-2 0 1 1,2 2-1-16,1-2-1 0,10-2-6 15,4 0 5-15,8 2-11 16,11 5-47-16,-7 37-115 16,9-2-356-16,-5 7-473 0</inkml:trace>
  <inkml:trace contextRef="#ctx0" brushRef="#br0" timeOffset="41630.94">14524 7063 1097 0,'0'0'780'0,"0"0"-489"0,0 0-23 16,0 0-114-16,0 0-27 16,0 0 0-16,-3-9-32 15,28 0-8-15,5-5 6 16,6 0-27-16,6-2-32 15,-4 3-17-15,4-3-8 16,-7 2-8-16,3 1 0 16,-4-3-1-16,-5 5-114 0,-12 2-121 15,-6-1-152 1,-11 6-273-16,0 0-527 0</inkml:trace>
  <inkml:trace contextRef="#ctx0" brushRef="#br0" timeOffset="41830.98">14524 7229 1729 0,'0'0'351'0,"0"0"-77"0,0 0-132 16,0 0-16 0,0 0-11-16,0 0-4 0,93-59-47 15,-39 23-36 1,17-14-28-16,25-17-19 0,-18 13-189 15,-9 6-465-15</inkml:trace>
  <inkml:trace contextRef="#ctx0" brushRef="#br0" timeOffset="48298.95">7921 7418 448 0,'0'0'942'0,"0"0"-768"16,0 0-84-16,0 0-1 15,0 0 24-15,0 0 13 16,0-43 13-16,10 29-27 0,0 4-29 15,3 0-31-15,5 0 6 16,3-2-33-16,6-1-12 16,5-2 3-16,1-2-16 15,5 0 0-15,1 2-1 16,0-1-8 0,-3 6-85-16,-7 3-104 0,-3 7-147 15,-6 0-303-15,-13 0-462 16</inkml:trace>
  <inkml:trace contextRef="#ctx0" brushRef="#br0" timeOffset="48511.47">8041 7500 1419 0,'0'0'228'0,"0"0"-133"0,0 0-28 16,0 0 15-1,0 0 22-15,0 0 12 0,79-33-48 16,-31 9-32-16,6-4-21 16,6-2-15-16,3-2-3 15,19-5-69-15,-12 9-243 0,-15 5-437 0</inkml:trace>
  <inkml:trace contextRef="#ctx0" brushRef="#br0" timeOffset="62328.95">3405 10304 902 0,'0'0'301'0,"0"0"-207"0,0 0-20 15,0 0 46 1,0 0 48-16,0 0-15 15,-28-29 23-15,25 18-8 0,-2 0 2 16,2 2-27-16,0 2-26 16,3 6-24-16,0 1-44 0,2 0-19 15,11 15 1 1,9 5 33-16,2 3 6 16,2 0 1-16,-1-2-16 15,-1-5-18-15,0-8-7 16,-1-6 6-16,2-2 23 15,-1-10 29-15,1-18 3 16,-1-11-16-16,-3-8-15 16,-2-10-13-16,1-3-14 15,-4-6-8-15,0 3-24 0,-2 3-1 16,-3 2 0-16,0 4 0 16,3 8-9-16,-6 8-34 15,-2 8-38-15,2 11-91 16,-3 19-164-16,0 0-290 15,-5 14-345-15</inkml:trace>
  <inkml:trace contextRef="#ctx0" brushRef="#br0" timeOffset="64179.17">6853 10145 1253 0,'0'0'328'0,"0"0"-74"0,0 0-21 16,0 0-7-16,0 0-47 16,0 0-49-16,12-4-19 15,15-2 4-15,11-6 11 16,11-4-32-16,19-10-4 15,14-8-24-15,17-12-20 16,-7 3-14-16,-17 7-23 16,-23 12-8-16,-16 10 0 15,3 2-1-15,-3 0-16 16,-6 4-137-16,-10 5-125 0,-18 3-89 16,-2 9-143-1,-9 5-231-15</inkml:trace>
  <inkml:trace contextRef="#ctx0" brushRef="#br0" timeOffset="64398.98">7151 10416 1728 0,'0'0'473'16,"0"0"-202"-16,0 0-45 0,0 0-48 15,0 0 19 1,0 0-33-16,0 0-49 0,100-126-45 15,-46 67-32 1,3-4-17-16,3 6-12 0,-6 3-9 16,-7 16 0-1,-7 5-11-15,7 21-100 16,-15 6-230-16,-14 6-393 0</inkml:trace>
  <inkml:trace contextRef="#ctx0" brushRef="#br0" timeOffset="85964.51">3087 13334 1208 0,'0'0'538'15,"0"0"-358"-15,0 0-25 0,0 0 93 16,-66-87 17-16,61 74-70 16,5 8-56-16,0 5-52 15,10 4-41-15,15 20 14 16,9 13 66-16,7 8-8 15,-2 3-24-15,1-2-20 16,-5-7-13-16,-3-11-2 16,-2-13-11-16,3-12-5 15,0-3 14-15,2-28 9 0,12-29 14 16,8-37-19 0,8-36-14-16,-1-17-31 15,-5-6-8-15,0 6-7 0,-7 18 8 16,7 12-9-1,-7 28-53-15,-6 23-70 0,21-3-103 16,-16 21-141-16,-3 2-647 0</inkml:trace>
  <inkml:trace contextRef="#ctx0" brushRef="#br0" timeOffset="88598.83">8913 14042 926 0,'0'0'271'0,"0"0"-29"0,0 0 55 16,0 0 13-16,0 0 12 0,43-81-56 15,-5 61-11 1,19-6-20-16,25-8-60 16,31-10-39-16,6-2-43 15,-3 1-19-15,-11 6-7 16,-21 7-40-16,-15 9-9 16,-18 6-12-16,-15 6-4 0,-11 4-1 15,-6 0-1 1,-2 2-14-16,-10 4-73 0,-7 1-33 15,-4 0-129-15,-44 6-275 16,4 6-209 0,-4 1-527-16</inkml:trace>
  <inkml:trace contextRef="#ctx0" brushRef="#br0" timeOffset="88830.82">8964 14197 1918 0,'0'0'298'0,"0"0"-9"15,0 0-67-15,0 0 17 16,0 0 5-16,0 0-50 16,188-38-54-16,-46-27-37 15,6-5-29-15,-11-2-23 16,-23 8-12-16,-9 1-30 16,-23 7-3-16,-23 13 0 15,-22 8-6-15,-11 6 0 16,-3-5-63-16,-3-7-84 15,-7-28-135-15,-8 13-471 0,-5-1-1226 0</inkml:trace>
  <inkml:trace contextRef="#ctx0" brushRef="#br0" timeOffset="106597.26">2290 11800 1366 0,'0'0'282'15,"0"0"-63"1,0 0 35-16,0 0 12 0,0 0-71 15,0 0 25-15,-20-16-36 16,20 13-43-16,0 2-30 16,0 1-36-16,0 0-14 15,18 11-15 1,6 9 34-16,4 2 1 0,5 5-11 16,-2-4-7-16,-3-6-19 15,2-8-7-15,0-9 4 16,2-8 13-16,7-22 7 15,9-25 25-15,2-28-27 16,2-25-59-16,-3-10 0 16,-11 4 0-16,-6 9 0 15,-2 10 0-15,2-1 0 0,-2 18 0 16,-3 19 0-16,-3 15 0 16,-3 10 0-16,1 3 0 15,1 2 0-15,-1 7-47 16,-2 12-95-16,-2 10-88 15,4 14-83-15,-3 11-431 16,-4 2-1233-16</inkml:trace>
  <inkml:trace contextRef="#ctx0" brushRef="#br0" timeOffset="110109.26">2400 14554 1430 0,'0'0'240'0,"0"0"-170"16,0 0 15-16,0 0 45 15,0 0-9-15,0 0-28 0,-25-12-3 16,25 12-20 0,0 0-21-16,0 0-15 15,10 5-7-15,9 6 53 16,4 7-16-16,9 4 19 0,0 7 1 16,1 4-10-1,6 0-5-15,-3-1-12 0,-1-6-6 16,-3-4-15-1,-5-10-8-15,-4-7 9 0,1-5 16 16,-6-9 11-16,2-21 1 16,3-30 3-16,3-42 6 15,7-40-11-15,1-18-24 16,6 9-26-16,-5 20-4 16,-1 28 0-16,-4 24-3 0,-9 21-5 15,-2 22 5 1,-7 13-5-16,1 6-1 0,-5 7-5 15,6 8-60-15,-5 7-98 16,-7 56-163-16,2-3-338 16,-4 7-961-16</inkml:trace>
  <inkml:trace contextRef="#ctx0" brushRef="#br0" timeOffset="155410.89">6365 2928 1506 0,'0'0'219'0,"0"0"-107"0,0 0-15 15,0 0 21 1,0 0-13-16,20-93-15 0,1 63-22 16,8-2-22-16,5 0-27 15,2 0-18 1,-1 4-1-16,6 1-6 0,4 0-114 16,-7 10-236-16,-11 2-449 0</inkml:trace>
  <inkml:trace contextRef="#ctx0" brushRef="#br0" timeOffset="155631.17">6381 3181 1709 0,'0'0'233'16,"0"0"-147"-16,0 0 8 0,0 0 48 15,94-104-27-15,-35 44-32 16,27-27-35-16,27-25-33 16,11-19-15-16,-27 24-249 15,-23 17-921-15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79D94E87-174E-4645-A1B4-6FD7F8DDC90E}" type="datetimeFigureOut">
              <a:rPr lang="en-IN" smtClean="0"/>
              <a:t>18-07-2026</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9A72551D-67D7-44EA-BF0C-246838C0E902}" type="slidenum">
              <a:rPr lang="en-IN" smtClean="0"/>
              <a:t>‹#›</a:t>
            </a:fld>
            <a:endParaRPr lang="en-IN"/>
          </a:p>
        </p:txBody>
      </p:sp>
    </p:spTree>
    <p:extLst>
      <p:ext uri="{BB962C8B-B14F-4D97-AF65-F5344CB8AC3E}">
        <p14:creationId xmlns:p14="http://schemas.microsoft.com/office/powerpoint/2010/main" val="1331226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6873178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72551D-67D7-44EA-BF0C-246838C0E902}" type="slidenum">
              <a:rPr lang="en-IN" smtClean="0"/>
              <a:t>7</a:t>
            </a:fld>
            <a:endParaRPr lang="en-IN"/>
          </a:p>
        </p:txBody>
      </p:sp>
    </p:spTree>
    <p:extLst>
      <p:ext uri="{BB962C8B-B14F-4D97-AF65-F5344CB8AC3E}">
        <p14:creationId xmlns:p14="http://schemas.microsoft.com/office/powerpoint/2010/main" val="3726624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65870-4049-16F1-8424-2D3CF3AC74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FEC8BD-49A8-65C2-5BB1-E1899A1E82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33498A-01A9-E6E8-E6ED-34734CC0CF2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2C3E3FC-1EC3-9FB5-6D5D-A818774657D1}"/>
              </a:ext>
            </a:extLst>
          </p:cNvPr>
          <p:cNvSpPr>
            <a:spLocks noGrp="1"/>
          </p:cNvSpPr>
          <p:nvPr>
            <p:ph type="sldNum" sz="quarter" idx="10"/>
          </p:nvPr>
        </p:nvSpPr>
        <p:spPr/>
        <p:txBody>
          <a:bodyPr/>
          <a:lstStyle/>
          <a:p>
            <a:fld id="{9A72551D-67D7-44EA-BF0C-246838C0E902}" type="slidenum">
              <a:rPr lang="en-IN" smtClean="0"/>
              <a:t>8</a:t>
            </a:fld>
            <a:endParaRPr lang="en-IN"/>
          </a:p>
        </p:txBody>
      </p:sp>
    </p:spTree>
    <p:extLst>
      <p:ext uri="{BB962C8B-B14F-4D97-AF65-F5344CB8AC3E}">
        <p14:creationId xmlns:p14="http://schemas.microsoft.com/office/powerpoint/2010/main" val="135698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72551D-67D7-44EA-BF0C-246838C0E902}" type="slidenum">
              <a:rPr lang="en-IN" smtClean="0"/>
              <a:t>10</a:t>
            </a:fld>
            <a:endParaRPr lang="en-IN"/>
          </a:p>
        </p:txBody>
      </p:sp>
    </p:spTree>
    <p:extLst>
      <p:ext uri="{BB962C8B-B14F-4D97-AF65-F5344CB8AC3E}">
        <p14:creationId xmlns:p14="http://schemas.microsoft.com/office/powerpoint/2010/main" val="3001819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72551D-67D7-44EA-BF0C-246838C0E902}" type="slidenum">
              <a:rPr lang="en-IN" smtClean="0"/>
              <a:t>11</a:t>
            </a:fld>
            <a:endParaRPr lang="en-IN"/>
          </a:p>
        </p:txBody>
      </p:sp>
    </p:spTree>
    <p:extLst>
      <p:ext uri="{BB962C8B-B14F-4D97-AF65-F5344CB8AC3E}">
        <p14:creationId xmlns:p14="http://schemas.microsoft.com/office/powerpoint/2010/main" val="22118853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72551D-67D7-44EA-BF0C-246838C0E902}" type="slidenum">
              <a:rPr lang="en-IN" smtClean="0"/>
              <a:t>14</a:t>
            </a:fld>
            <a:endParaRPr lang="en-IN"/>
          </a:p>
        </p:txBody>
      </p:sp>
    </p:spTree>
    <p:extLst>
      <p:ext uri="{BB962C8B-B14F-4D97-AF65-F5344CB8AC3E}">
        <p14:creationId xmlns:p14="http://schemas.microsoft.com/office/powerpoint/2010/main" val="33582440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9352826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6098239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DA51D-F64C-6C0C-DE98-E84776F273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6B862B-01F9-7A2D-C9A2-858B5C64D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93D490-4BE8-FE5A-585C-9E2EA9AF14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159B94-FF5F-396B-D33E-39E409957EAC}"/>
              </a:ext>
            </a:extLst>
          </p:cNvPr>
          <p:cNvSpPr>
            <a:spLocks noGrp="1"/>
          </p:cNvSpPr>
          <p:nvPr>
            <p:ph type="sldNum" sz="quarter" idx="5"/>
          </p:nvPr>
        </p:nvSpPr>
        <p:spPr/>
        <p:txBody>
          <a:bodyPr/>
          <a:lstStyle/>
          <a:p>
            <a:fld id="{3EB9031F-EB71-7642-8F3C-6FDC1408CB92}" type="slidenum">
              <a:rPr lang="en-US" smtClean="0"/>
              <a:pPr/>
              <a:t>22</a:t>
            </a:fld>
            <a:endParaRPr lang="en-US"/>
          </a:p>
        </p:txBody>
      </p:sp>
    </p:spTree>
    <p:extLst>
      <p:ext uri="{BB962C8B-B14F-4D97-AF65-F5344CB8AC3E}">
        <p14:creationId xmlns:p14="http://schemas.microsoft.com/office/powerpoint/2010/main" val="2161534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72551D-67D7-44EA-BF0C-246838C0E902}" type="slidenum">
              <a:rPr lang="en-IN" smtClean="0"/>
              <a:t>26</a:t>
            </a:fld>
            <a:endParaRPr lang="en-IN"/>
          </a:p>
        </p:txBody>
      </p:sp>
    </p:spTree>
    <p:extLst>
      <p:ext uri="{BB962C8B-B14F-4D97-AF65-F5344CB8AC3E}">
        <p14:creationId xmlns:p14="http://schemas.microsoft.com/office/powerpoint/2010/main" val="16569470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72551D-67D7-44EA-BF0C-246838C0E902}" type="slidenum">
              <a:rPr lang="en-IN" smtClean="0"/>
              <a:t>27</a:t>
            </a:fld>
            <a:endParaRPr lang="en-IN"/>
          </a:p>
        </p:txBody>
      </p:sp>
    </p:spTree>
    <p:extLst>
      <p:ext uri="{BB962C8B-B14F-4D97-AF65-F5344CB8AC3E}">
        <p14:creationId xmlns:p14="http://schemas.microsoft.com/office/powerpoint/2010/main" val="34415238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72551D-67D7-44EA-BF0C-246838C0E902}" type="slidenum">
              <a:rPr lang="en-IN" smtClean="0"/>
              <a:t>29</a:t>
            </a:fld>
            <a:endParaRPr lang="en-IN"/>
          </a:p>
        </p:txBody>
      </p:sp>
    </p:spTree>
    <p:extLst>
      <p:ext uri="{BB962C8B-B14F-4D97-AF65-F5344CB8AC3E}">
        <p14:creationId xmlns:p14="http://schemas.microsoft.com/office/powerpoint/2010/main" val="26607629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72551D-67D7-44EA-BF0C-246838C0E902}" type="slidenum">
              <a:rPr lang="en-IN" smtClean="0"/>
              <a:t>36</a:t>
            </a:fld>
            <a:endParaRPr lang="en-IN"/>
          </a:p>
        </p:txBody>
      </p:sp>
    </p:spTree>
    <p:extLst>
      <p:ext uri="{BB962C8B-B14F-4D97-AF65-F5344CB8AC3E}">
        <p14:creationId xmlns:p14="http://schemas.microsoft.com/office/powerpoint/2010/main" val="17351601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72551D-67D7-44EA-BF0C-246838C0E902}" type="slidenum">
              <a:rPr lang="en-IN" smtClean="0"/>
              <a:t>40</a:t>
            </a:fld>
            <a:endParaRPr lang="en-IN"/>
          </a:p>
        </p:txBody>
      </p:sp>
    </p:spTree>
    <p:extLst>
      <p:ext uri="{BB962C8B-B14F-4D97-AF65-F5344CB8AC3E}">
        <p14:creationId xmlns:p14="http://schemas.microsoft.com/office/powerpoint/2010/main" val="1814105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31140" y="400303"/>
            <a:ext cx="2700020" cy="574040"/>
          </a:xfrm>
          <a:prstGeom prst="rect">
            <a:avLst/>
          </a:prstGeom>
        </p:spPr>
        <p:txBody>
          <a:bodyPr wrap="square" lIns="0" tIns="0" rIns="0" bIns="0">
            <a:spAutoFit/>
          </a:bodyPr>
          <a:lstStyle>
            <a:lvl1pPr>
              <a:defRPr sz="3600" b="1" i="0">
                <a:solidFill>
                  <a:schemeClr val="tx1"/>
                </a:solidFill>
                <a:latin typeface="Cambria"/>
                <a:cs typeface="Cambria"/>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6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5" name="Holder 5"/>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7/18/2026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8" name="Content Placeholder 2"/>
          <p:cNvSpPr>
            <a:spLocks noGrp="1"/>
          </p:cNvSpPr>
          <p:nvPr>
            <p:ph idx="10"/>
          </p:nvPr>
        </p:nvSpPr>
        <p:spPr>
          <a:xfrm>
            <a:off x="228600" y="1545224"/>
            <a:ext cx="86106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0" y="0"/>
            <a:ext cx="8160907"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31140" y="361315"/>
            <a:ext cx="4921250"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6" name="Holder 6"/>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7/18/2026</a:t>
            </a:fld>
            <a:endParaRPr lang="en-US"/>
          </a:p>
        </p:txBody>
      </p:sp>
      <p:sp>
        <p:nvSpPr>
          <p:cNvPr id="7" name="Holder 7"/>
          <p:cNvSpPr>
            <a:spLocks noGrp="1"/>
          </p:cNvSpPr>
          <p:nvPr>
            <p:ph type="sldNum" sz="quarter" idx="7"/>
          </p:nvPr>
        </p:nvSpPr>
        <p:spPr>
          <a:xfrm>
            <a:off x="6583680" y="6377940"/>
            <a:ext cx="210312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629400" y="0"/>
            <a:ext cx="2193036" cy="693420"/>
          </a:xfrm>
          <a:prstGeom prst="rect">
            <a:avLst/>
          </a:prstGeom>
        </p:spPr>
      </p:pic>
      <p:sp>
        <p:nvSpPr>
          <p:cNvPr id="17" name="bg object 17"/>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18" name="bg object 18"/>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19" name="bg object 19"/>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sp>
        <p:nvSpPr>
          <p:cNvPr id="20" name="bg object 20"/>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21" name="bg object 21"/>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22" name="bg object 22"/>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sp>
        <p:nvSpPr>
          <p:cNvPr id="2" name="Holder 2"/>
          <p:cNvSpPr>
            <a:spLocks noGrp="1"/>
          </p:cNvSpPr>
          <p:nvPr>
            <p:ph type="title"/>
          </p:nvPr>
        </p:nvSpPr>
        <p:spPr>
          <a:xfrm>
            <a:off x="231140" y="361315"/>
            <a:ext cx="4921250"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4" name="Holder 4"/>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7/18/2026</a:t>
            </a:fld>
            <a:endParaRPr lang="en-US"/>
          </a:p>
        </p:txBody>
      </p:sp>
      <p:sp>
        <p:nvSpPr>
          <p:cNvPr id="5" name="Holder 5"/>
          <p:cNvSpPr>
            <a:spLocks noGrp="1"/>
          </p:cNvSpPr>
          <p:nvPr>
            <p:ph type="sldNum" sz="quarter" idx="7"/>
          </p:nvPr>
        </p:nvSpPr>
        <p:spPr>
          <a:xfrm>
            <a:off x="6583680" y="6377940"/>
            <a:ext cx="210312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3999" cy="6857999"/>
          </a:xfrm>
          <a:prstGeom prst="rect">
            <a:avLst/>
          </a:prstGeom>
        </p:spPr>
      </p:pic>
      <p:sp>
        <p:nvSpPr>
          <p:cNvPr id="17" name="bg object 17"/>
          <p:cNvSpPr/>
          <p:nvPr/>
        </p:nvSpPr>
        <p:spPr>
          <a:xfrm>
            <a:off x="2895600" y="6096000"/>
            <a:ext cx="28956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76C2E4"/>
          </a:solidFill>
        </p:spPr>
        <p:txBody>
          <a:bodyPr wrap="square" lIns="0" tIns="0" rIns="0" bIns="0" rtlCol="0"/>
          <a:lstStyle/>
          <a:p>
            <a:endParaRPr/>
          </a:p>
        </p:txBody>
      </p:sp>
      <p:sp>
        <p:nvSpPr>
          <p:cNvPr id="18" name="bg object 18"/>
          <p:cNvSpPr/>
          <p:nvPr/>
        </p:nvSpPr>
        <p:spPr>
          <a:xfrm>
            <a:off x="0" y="6096000"/>
            <a:ext cx="28956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BAF17"/>
          </a:solidFill>
        </p:spPr>
        <p:txBody>
          <a:bodyPr wrap="square" lIns="0" tIns="0" rIns="0" bIns="0" rtlCol="0"/>
          <a:lstStyle/>
          <a:p>
            <a:endParaRPr/>
          </a:p>
        </p:txBody>
      </p:sp>
      <p:sp>
        <p:nvSpPr>
          <p:cNvPr id="19" name="bg object 19"/>
          <p:cNvSpPr/>
          <p:nvPr/>
        </p:nvSpPr>
        <p:spPr>
          <a:xfrm>
            <a:off x="5791200" y="6096000"/>
            <a:ext cx="28956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F0000"/>
          </a:solidFill>
        </p:spPr>
        <p:txBody>
          <a:bodyPr wrap="square" lIns="0" tIns="0" rIns="0" bIns="0" rtlCol="0"/>
          <a:lstStyle/>
          <a:p>
            <a:endParaRPr/>
          </a:p>
        </p:txBody>
      </p:sp>
      <p:pic>
        <p:nvPicPr>
          <p:cNvPr id="20" name="bg object 20"/>
          <p:cNvPicPr/>
          <p:nvPr/>
        </p:nvPicPr>
        <p:blipFill>
          <a:blip r:embed="rId3" cstate="print"/>
          <a:stretch>
            <a:fillRect/>
          </a:stretch>
        </p:blipFill>
        <p:spPr>
          <a:xfrm>
            <a:off x="76200" y="3352800"/>
            <a:ext cx="2057400" cy="1979676"/>
          </a:xfrm>
          <a:prstGeom prst="rect">
            <a:avLst/>
          </a:prstGeom>
        </p:spPr>
      </p:pic>
      <p:sp>
        <p:nvSpPr>
          <p:cNvPr id="2" name="Holder 2"/>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3" name="Holder 3"/>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7/18/2026</a:t>
            </a:fld>
            <a:endParaRPr lang="en-US"/>
          </a:p>
        </p:txBody>
      </p:sp>
      <p:sp>
        <p:nvSpPr>
          <p:cNvPr id="4" name="Holder 4"/>
          <p:cNvSpPr>
            <a:spLocks noGrp="1"/>
          </p:cNvSpPr>
          <p:nvPr>
            <p:ph type="sldNum" sz="quarter" idx="7"/>
          </p:nvPr>
        </p:nvSpPr>
        <p:spPr>
          <a:xfrm>
            <a:off x="6583680" y="6377940"/>
            <a:ext cx="210312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203978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430044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819822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95166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652604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7640289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0297515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4690668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0018986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1910096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1382894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4452445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8343594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5970860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304800" y="1493841"/>
            <a:ext cx="82296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3"/>
            <a:ext cx="58674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083888"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6629402" y="-1"/>
            <a:ext cx="2193193" cy="692697"/>
          </a:xfrm>
          <a:prstGeom prst="rect">
            <a:avLst/>
          </a:prstGeom>
        </p:spPr>
      </p:pic>
      <p:grpSp>
        <p:nvGrpSpPr>
          <p:cNvPr id="19" name="Group 18"/>
          <p:cNvGrpSpPr/>
          <p:nvPr userDrawn="1"/>
        </p:nvGrpSpPr>
        <p:grpSpPr>
          <a:xfrm>
            <a:off x="2133600" y="6558116"/>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304800" y="152400"/>
            <a:ext cx="63246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457200" y="6377940"/>
            <a:ext cx="210312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7358633" y="6639735"/>
            <a:ext cx="1706245"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5"/>
            <a:ext cx="21336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12592276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304800" y="1493841"/>
            <a:ext cx="82296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3"/>
            <a:ext cx="58674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083888"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6629402" y="-1"/>
            <a:ext cx="2193193" cy="692697"/>
          </a:xfrm>
          <a:prstGeom prst="rect">
            <a:avLst/>
          </a:prstGeom>
        </p:spPr>
      </p:pic>
      <p:grpSp>
        <p:nvGrpSpPr>
          <p:cNvPr id="19" name="Group 18"/>
          <p:cNvGrpSpPr/>
          <p:nvPr userDrawn="1"/>
        </p:nvGrpSpPr>
        <p:grpSpPr>
          <a:xfrm>
            <a:off x="2133600" y="6558116"/>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304800" y="152400"/>
            <a:ext cx="63246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457200" y="6377940"/>
            <a:ext cx="210312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7358633" y="6639735"/>
            <a:ext cx="1706245"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5"/>
            <a:ext cx="21336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33405312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304800" y="1493841"/>
            <a:ext cx="82296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3"/>
            <a:ext cx="58674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083888"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6629402" y="-1"/>
            <a:ext cx="2193193" cy="692697"/>
          </a:xfrm>
          <a:prstGeom prst="rect">
            <a:avLst/>
          </a:prstGeom>
        </p:spPr>
      </p:pic>
      <p:grpSp>
        <p:nvGrpSpPr>
          <p:cNvPr id="19" name="Group 18"/>
          <p:cNvGrpSpPr/>
          <p:nvPr userDrawn="1"/>
        </p:nvGrpSpPr>
        <p:grpSpPr>
          <a:xfrm>
            <a:off x="2133600" y="6558116"/>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304800" y="152400"/>
            <a:ext cx="63246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457200" y="6377940"/>
            <a:ext cx="210312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7358633" y="6639735"/>
            <a:ext cx="1706245"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5"/>
            <a:ext cx="21336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17602382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304800" y="1493841"/>
            <a:ext cx="82296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3"/>
            <a:ext cx="58674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083888"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6629402" y="-1"/>
            <a:ext cx="2193193" cy="692697"/>
          </a:xfrm>
          <a:prstGeom prst="rect">
            <a:avLst/>
          </a:prstGeom>
        </p:spPr>
      </p:pic>
      <p:grpSp>
        <p:nvGrpSpPr>
          <p:cNvPr id="19" name="Group 18"/>
          <p:cNvGrpSpPr/>
          <p:nvPr userDrawn="1"/>
        </p:nvGrpSpPr>
        <p:grpSpPr>
          <a:xfrm>
            <a:off x="2133600" y="6558116"/>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304800" y="152400"/>
            <a:ext cx="63246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457200" y="6377940"/>
            <a:ext cx="210312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7358633" y="6639735"/>
            <a:ext cx="1706245"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5"/>
            <a:ext cx="21336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11739289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5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304800" y="1493841"/>
            <a:ext cx="82296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3"/>
            <a:ext cx="58674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083888"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6629402" y="-1"/>
            <a:ext cx="2193193" cy="692697"/>
          </a:xfrm>
          <a:prstGeom prst="rect">
            <a:avLst/>
          </a:prstGeom>
        </p:spPr>
      </p:pic>
      <p:grpSp>
        <p:nvGrpSpPr>
          <p:cNvPr id="19" name="Group 18"/>
          <p:cNvGrpSpPr/>
          <p:nvPr userDrawn="1"/>
        </p:nvGrpSpPr>
        <p:grpSpPr>
          <a:xfrm>
            <a:off x="2133600" y="6558116"/>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304800" y="152400"/>
            <a:ext cx="63246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457200" y="6377940"/>
            <a:ext cx="210312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7358633" y="6639735"/>
            <a:ext cx="1706245"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5"/>
            <a:ext cx="21336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39630090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36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304800" y="1493841"/>
            <a:ext cx="82296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3"/>
            <a:ext cx="58674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083888"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6629402" y="-1"/>
            <a:ext cx="2193193" cy="692697"/>
          </a:xfrm>
          <a:prstGeom prst="rect">
            <a:avLst/>
          </a:prstGeom>
        </p:spPr>
      </p:pic>
      <p:grpSp>
        <p:nvGrpSpPr>
          <p:cNvPr id="19" name="Group 18"/>
          <p:cNvGrpSpPr/>
          <p:nvPr userDrawn="1"/>
        </p:nvGrpSpPr>
        <p:grpSpPr>
          <a:xfrm>
            <a:off x="2133600" y="6558116"/>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304800" y="152400"/>
            <a:ext cx="63246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457200" y="6377940"/>
            <a:ext cx="210312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7358633" y="6639735"/>
            <a:ext cx="1706245"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5"/>
            <a:ext cx="21336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39519256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rtl="0" fontAlgn="base">
              <a:spcBef>
                <a:spcPct val="0"/>
              </a:spcBef>
              <a:spcAft>
                <a:spcPct val="0"/>
              </a:spcAft>
              <a:defRPr/>
            </a:pPr>
            <a:r>
              <a:rPr lang="en-US" sz="1100" b="1" kern="1200" dirty="0">
                <a:solidFill>
                  <a:srgbClr val="101141"/>
                </a:solidFill>
                <a:ea typeface="+mn-ea"/>
                <a:cs typeface="Arial" panose="020B0604020202020204" pitchFamily="34" charset="0"/>
              </a:rPr>
              <a:t>BITS </a:t>
            </a:r>
            <a:r>
              <a:rPr lang="en-US" sz="1100" kern="1200" dirty="0" err="1">
                <a:solidFill>
                  <a:srgbClr val="101141"/>
                </a:solidFill>
                <a:ea typeface="+mn-ea"/>
                <a:cs typeface="Arial" panose="020B0604020202020204" pitchFamily="34" charset="0"/>
              </a:rPr>
              <a:t>Pilani</a:t>
            </a:r>
            <a:endParaRPr lang="en-US" sz="1100" kern="1200" dirty="0">
              <a:solidFill>
                <a:srgbClr val="101141"/>
              </a:solidFill>
              <a:ea typeface="+mn-ea"/>
              <a:cs typeface="Arial" panose="020B0604020202020204" pitchFamily="34" charset="0"/>
            </a:endParaRP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grpSp>
      <p:pic>
        <p:nvPicPr>
          <p:cNvPr id="9" name="Picture 11" descr="Picture 7.png"/>
          <p:cNvPicPr>
            <a:picLocks noChangeAspect="1"/>
          </p:cNvPicPr>
          <p:nvPr userDrawn="1"/>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grpSp>
      <p:sp>
        <p:nvSpPr>
          <p:cNvPr id="3" name="Content Placeholder 2"/>
          <p:cNvSpPr>
            <a:spLocks noGrp="1"/>
          </p:cNvSpPr>
          <p:nvPr>
            <p:ph idx="1"/>
          </p:nvPr>
        </p:nvSpPr>
        <p:spPr>
          <a:xfrm>
            <a:off x="304800" y="1600200"/>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0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000">
                <a:latin typeface="Cambria" panose="02040503050406030204" pitchFamily="18" charset="0"/>
                <a:ea typeface="Cambria" panose="02040503050406030204" pitchFamily="18" charset="0"/>
                <a:cs typeface="Times New Roman" panose="02020603050405020304" pitchFamily="18" charset="0"/>
              </a:defRPr>
            </a:lvl2pPr>
            <a:lvl3pPr>
              <a:defRPr sz="2000">
                <a:latin typeface="Cambria" panose="02040503050406030204" pitchFamily="18" charset="0"/>
                <a:ea typeface="Cambria" panose="02040503050406030204" pitchFamily="18" charset="0"/>
                <a:cs typeface="Times New Roman" panose="02020603050405020304" pitchFamily="18" charset="0"/>
              </a:defRPr>
            </a:lvl3pPr>
            <a:lvl4pPr>
              <a:defRPr sz="2000">
                <a:latin typeface="Cambria" panose="02040503050406030204" pitchFamily="18" charset="0"/>
                <a:ea typeface="Cambria" panose="02040503050406030204" pitchFamily="18" charset="0"/>
                <a:cs typeface="Times New Roman" panose="02020603050405020304" pitchFamily="18" charset="0"/>
              </a:defRPr>
            </a:lvl4pPr>
            <a:lvl5pPr>
              <a:defRPr sz="20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chemeClr val="accent2"/>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
        <p:nvSpPr>
          <p:cNvPr id="2" name="Date Placeholder 1"/>
          <p:cNvSpPr>
            <a:spLocks noGrp="1"/>
          </p:cNvSpPr>
          <p:nvPr>
            <p:ph type="dt" sz="half" idx="11"/>
          </p:nvPr>
        </p:nvSpPr>
        <p:spPr>
          <a:xfrm>
            <a:off x="457200" y="6356350"/>
            <a:ext cx="2133600" cy="365125"/>
          </a:xfrm>
          <a:prstGeom prst="rect">
            <a:avLst/>
          </a:prstGeom>
        </p:spPr>
        <p:txBody>
          <a:bodyPr/>
          <a:lstStyle/>
          <a:p>
            <a:pPr algn="l" rtl="0" fontAlgn="base">
              <a:spcBef>
                <a:spcPct val="0"/>
              </a:spcBef>
              <a:spcAft>
                <a:spcPct val="0"/>
              </a:spcAft>
              <a:defRPr/>
            </a:pPr>
            <a:endParaRPr lang="en-US" sz="1600" kern="1200">
              <a:solidFill>
                <a:prstClr val="black">
                  <a:tint val="75000"/>
                </a:prstClr>
              </a:solidFill>
              <a:latin typeface="Tahoma" charset="0"/>
              <a:ea typeface="+mn-ea"/>
              <a:cs typeface="+mn-cs"/>
            </a:endParaRPr>
          </a:p>
        </p:txBody>
      </p:sp>
      <p:sp>
        <p:nvSpPr>
          <p:cNvPr id="18" name="Footer Placeholder 17"/>
          <p:cNvSpPr>
            <a:spLocks noGrp="1"/>
          </p:cNvSpPr>
          <p:nvPr>
            <p:ph type="ftr" sz="quarter" idx="12"/>
          </p:nvPr>
        </p:nvSpPr>
        <p:spPr>
          <a:xfrm>
            <a:off x="3124200" y="6356350"/>
            <a:ext cx="2895600" cy="365125"/>
          </a:xfrm>
          <a:prstGeom prst="rect">
            <a:avLst/>
          </a:prstGeom>
        </p:spPr>
        <p:txBody>
          <a:bodyPr/>
          <a:lstStyle/>
          <a:p>
            <a:pPr algn="l" rtl="0" fontAlgn="base">
              <a:spcBef>
                <a:spcPct val="0"/>
              </a:spcBef>
              <a:spcAft>
                <a:spcPct val="0"/>
              </a:spcAft>
              <a:defRPr/>
            </a:pPr>
            <a:endParaRPr lang="en-US" sz="1600" kern="1200" dirty="0">
              <a:solidFill>
                <a:prstClr val="black">
                  <a:tint val="75000"/>
                </a:prstClr>
              </a:solidFill>
              <a:latin typeface="Tahoma" charset="0"/>
              <a:ea typeface="+mn-ea"/>
              <a:cs typeface="+mn-cs"/>
            </a:endParaRPr>
          </a:p>
        </p:txBody>
      </p:sp>
      <p:sp>
        <p:nvSpPr>
          <p:cNvPr id="19" name="Slide Number Placeholder 18"/>
          <p:cNvSpPr>
            <a:spLocks noGrp="1"/>
          </p:cNvSpPr>
          <p:nvPr>
            <p:ph type="sldNum" sz="quarter" idx="13"/>
          </p:nvPr>
        </p:nvSpPr>
        <p:spPr>
          <a:xfrm>
            <a:off x="3086100" y="6424612"/>
            <a:ext cx="2133600" cy="365125"/>
          </a:xfrm>
          <a:prstGeom prst="rect">
            <a:avLst/>
          </a:prstGeom>
        </p:spPr>
        <p:txBody>
          <a:bodyPr/>
          <a:lstStyle>
            <a:lvl1pPr>
              <a:defRPr>
                <a:solidFill>
                  <a:srgbClr val="C00000"/>
                </a:solidFill>
              </a:defRPr>
            </a:lvl1pPr>
          </a:lstStyle>
          <a:p>
            <a:pPr algn="l" rtl="0" fontAlgn="base">
              <a:spcBef>
                <a:spcPct val="0"/>
              </a:spcBef>
              <a:spcAft>
                <a:spcPct val="0"/>
              </a:spcAft>
            </a:pPr>
            <a:fld id="{DB1C2494-8932-4549-9EEA-B787E7A0F253}" type="slidenum">
              <a:rPr lang="en-US" sz="1600" kern="1200" smtClean="0">
                <a:latin typeface="Tahoma" charset="0"/>
                <a:ea typeface="+mn-ea"/>
                <a:cs typeface="+mn-cs"/>
              </a:rPr>
              <a:pPr algn="l" rtl="0" fontAlgn="base">
                <a:spcBef>
                  <a:spcPct val="0"/>
                </a:spcBef>
                <a:spcAft>
                  <a:spcPct val="0"/>
                </a:spcAft>
              </a:pPr>
              <a:t>‹#›</a:t>
            </a:fld>
            <a:endParaRPr lang="en-US" sz="1600" kern="1200" dirty="0">
              <a:latin typeface="Tahoma" charset="0"/>
              <a:ea typeface="+mn-ea"/>
              <a:cs typeface="+mn-cs"/>
            </a:endParaRPr>
          </a:p>
        </p:txBody>
      </p:sp>
    </p:spTree>
    <p:extLst>
      <p:ext uri="{BB962C8B-B14F-4D97-AF65-F5344CB8AC3E}">
        <p14:creationId xmlns:p14="http://schemas.microsoft.com/office/powerpoint/2010/main" val="33134731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3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7387330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4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78482280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5019812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6169258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30129041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9377602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8349209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2511579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3683654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1920526"/>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400">
                <a:latin typeface="Cambria" panose="02040503050406030204" pitchFamily="18" charset="0"/>
                <a:ea typeface="Cambria" panose="02040503050406030204" pitchFamily="18" charset="0"/>
                <a:cs typeface="Times New Roman" panose="02020603050405020304" pitchFamily="18" charset="0"/>
              </a:defRPr>
            </a:lvl2pPr>
            <a:lvl3pPr>
              <a:defRPr sz="2400">
                <a:latin typeface="Cambria" panose="02040503050406030204" pitchFamily="18" charset="0"/>
                <a:ea typeface="Cambria" panose="02040503050406030204" pitchFamily="18" charset="0"/>
                <a:cs typeface="Times New Roman" panose="02020603050405020304" pitchFamily="18" charset="0"/>
              </a:defRPr>
            </a:lvl3pPr>
            <a:lvl4pPr>
              <a:defRPr sz="2400">
                <a:latin typeface="Cambria" panose="02040503050406030204" pitchFamily="18" charset="0"/>
                <a:ea typeface="Cambria" panose="02040503050406030204" pitchFamily="18" charset="0"/>
                <a:cs typeface="Times New Roman" panose="02020603050405020304" pitchFamily="18" charset="0"/>
              </a:defRPr>
            </a:lvl4pPr>
            <a:lvl5pPr>
              <a:defRPr sz="24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0" spc="-150" baseline="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1774321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Font typeface="Montserrat"/>
              <a:buNone/>
              <a:defRPr>
                <a:latin typeface="Montserrat"/>
                <a:ea typeface="Montserrat"/>
                <a:cs typeface="Montserrat"/>
                <a:sym typeface="Montserrat"/>
              </a:defRPr>
            </a:lvl1pPr>
            <a:lvl2pPr lvl="1">
              <a:spcBef>
                <a:spcPts val="0"/>
              </a:spcBef>
              <a:spcAft>
                <a:spcPts val="0"/>
              </a:spcAft>
              <a:buSzPts val="2800"/>
              <a:buFont typeface="Montserrat"/>
              <a:buNone/>
              <a:defRPr>
                <a:latin typeface="Montserrat"/>
                <a:ea typeface="Montserrat"/>
                <a:cs typeface="Montserrat"/>
                <a:sym typeface="Montserrat"/>
              </a:defRPr>
            </a:lvl2pPr>
            <a:lvl3pPr lvl="2">
              <a:spcBef>
                <a:spcPts val="0"/>
              </a:spcBef>
              <a:spcAft>
                <a:spcPts val="0"/>
              </a:spcAft>
              <a:buSzPts val="2800"/>
              <a:buFont typeface="Montserrat"/>
              <a:buNone/>
              <a:defRPr>
                <a:latin typeface="Montserrat"/>
                <a:ea typeface="Montserrat"/>
                <a:cs typeface="Montserrat"/>
                <a:sym typeface="Montserrat"/>
              </a:defRPr>
            </a:lvl3pPr>
            <a:lvl4pPr lvl="3">
              <a:spcBef>
                <a:spcPts val="0"/>
              </a:spcBef>
              <a:spcAft>
                <a:spcPts val="0"/>
              </a:spcAft>
              <a:buSzPts val="2800"/>
              <a:buFont typeface="Montserrat"/>
              <a:buNone/>
              <a:defRPr>
                <a:latin typeface="Montserrat"/>
                <a:ea typeface="Montserrat"/>
                <a:cs typeface="Montserrat"/>
                <a:sym typeface="Montserrat"/>
              </a:defRPr>
            </a:lvl4pPr>
            <a:lvl5pPr lvl="4">
              <a:spcBef>
                <a:spcPts val="0"/>
              </a:spcBef>
              <a:spcAft>
                <a:spcPts val="0"/>
              </a:spcAft>
              <a:buSzPts val="2800"/>
              <a:buFont typeface="Montserrat"/>
              <a:buNone/>
              <a:defRPr>
                <a:latin typeface="Montserrat"/>
                <a:ea typeface="Montserrat"/>
                <a:cs typeface="Montserrat"/>
                <a:sym typeface="Montserrat"/>
              </a:defRPr>
            </a:lvl5pPr>
            <a:lvl6pPr lvl="5">
              <a:spcBef>
                <a:spcPts val="0"/>
              </a:spcBef>
              <a:spcAft>
                <a:spcPts val="0"/>
              </a:spcAft>
              <a:buSzPts val="2800"/>
              <a:buFont typeface="Montserrat"/>
              <a:buNone/>
              <a:defRPr>
                <a:latin typeface="Montserrat"/>
                <a:ea typeface="Montserrat"/>
                <a:cs typeface="Montserrat"/>
                <a:sym typeface="Montserrat"/>
              </a:defRPr>
            </a:lvl6pPr>
            <a:lvl7pPr lvl="6">
              <a:spcBef>
                <a:spcPts val="0"/>
              </a:spcBef>
              <a:spcAft>
                <a:spcPts val="0"/>
              </a:spcAft>
              <a:buSzPts val="2800"/>
              <a:buFont typeface="Montserrat"/>
              <a:buNone/>
              <a:defRPr>
                <a:latin typeface="Montserrat"/>
                <a:ea typeface="Montserrat"/>
                <a:cs typeface="Montserrat"/>
                <a:sym typeface="Montserrat"/>
              </a:defRPr>
            </a:lvl7pPr>
            <a:lvl8pPr lvl="7">
              <a:spcBef>
                <a:spcPts val="0"/>
              </a:spcBef>
              <a:spcAft>
                <a:spcPts val="0"/>
              </a:spcAft>
              <a:buSzPts val="2800"/>
              <a:buFont typeface="Montserrat"/>
              <a:buNone/>
              <a:defRPr>
                <a:latin typeface="Montserrat"/>
                <a:ea typeface="Montserrat"/>
                <a:cs typeface="Montserrat"/>
                <a:sym typeface="Montserrat"/>
              </a:defRPr>
            </a:lvl8pPr>
            <a:lvl9pPr lvl="8">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20" name="Google Shape;20;p4"/>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Font typeface="Montserrat"/>
              <a:buChar char="●"/>
              <a:defRPr>
                <a:latin typeface="Montserrat"/>
                <a:ea typeface="Montserrat"/>
                <a:cs typeface="Montserrat"/>
                <a:sym typeface="Montserrat"/>
              </a:defRPr>
            </a:lvl1pPr>
            <a:lvl2pPr marL="914400" lvl="1" indent="-317500">
              <a:spcBef>
                <a:spcPts val="0"/>
              </a:spcBef>
              <a:spcAft>
                <a:spcPts val="0"/>
              </a:spcAft>
              <a:buSzPts val="1400"/>
              <a:buFont typeface="Montserrat"/>
              <a:buChar char="○"/>
              <a:defRPr>
                <a:latin typeface="Montserrat"/>
                <a:ea typeface="Montserrat"/>
                <a:cs typeface="Montserrat"/>
                <a:sym typeface="Montserrat"/>
              </a:defRPr>
            </a:lvl2pPr>
            <a:lvl3pPr marL="1371600" lvl="2" indent="-317500">
              <a:spcBef>
                <a:spcPts val="0"/>
              </a:spcBef>
              <a:spcAft>
                <a:spcPts val="0"/>
              </a:spcAft>
              <a:buSzPts val="1400"/>
              <a:buFont typeface="Montserrat"/>
              <a:buChar char="■"/>
              <a:defRPr>
                <a:latin typeface="Montserrat"/>
                <a:ea typeface="Montserrat"/>
                <a:cs typeface="Montserrat"/>
                <a:sym typeface="Montserrat"/>
              </a:defRPr>
            </a:lvl3pPr>
            <a:lvl4pPr marL="1828800" lvl="3" indent="-317500">
              <a:spcBef>
                <a:spcPts val="0"/>
              </a:spcBef>
              <a:spcAft>
                <a:spcPts val="0"/>
              </a:spcAft>
              <a:buSzPts val="1400"/>
              <a:buFont typeface="Montserrat"/>
              <a:buChar char="●"/>
              <a:defRPr>
                <a:latin typeface="Montserrat"/>
                <a:ea typeface="Montserrat"/>
                <a:cs typeface="Montserrat"/>
                <a:sym typeface="Montserrat"/>
              </a:defRPr>
            </a:lvl4pPr>
            <a:lvl5pPr marL="2286000" lvl="4" indent="-317500">
              <a:spcBef>
                <a:spcPts val="0"/>
              </a:spcBef>
              <a:spcAft>
                <a:spcPts val="0"/>
              </a:spcAft>
              <a:buSzPts val="1400"/>
              <a:buFont typeface="Montserrat"/>
              <a:buChar char="○"/>
              <a:defRPr>
                <a:latin typeface="Montserrat"/>
                <a:ea typeface="Montserrat"/>
                <a:cs typeface="Montserrat"/>
                <a:sym typeface="Montserrat"/>
              </a:defRPr>
            </a:lvl5pPr>
            <a:lvl6pPr marL="2743200" lvl="5" indent="-317500">
              <a:spcBef>
                <a:spcPts val="0"/>
              </a:spcBef>
              <a:spcAft>
                <a:spcPts val="0"/>
              </a:spcAft>
              <a:buSzPts val="1400"/>
              <a:buFont typeface="Montserrat"/>
              <a:buChar char="■"/>
              <a:defRPr>
                <a:latin typeface="Montserrat"/>
                <a:ea typeface="Montserrat"/>
                <a:cs typeface="Montserrat"/>
                <a:sym typeface="Montserrat"/>
              </a:defRPr>
            </a:lvl6pPr>
            <a:lvl7pPr marL="3200400" lvl="6" indent="-317500">
              <a:spcBef>
                <a:spcPts val="0"/>
              </a:spcBef>
              <a:spcAft>
                <a:spcPts val="0"/>
              </a:spcAft>
              <a:buSzPts val="1400"/>
              <a:buFont typeface="Montserrat"/>
              <a:buChar char="●"/>
              <a:defRPr>
                <a:latin typeface="Montserrat"/>
                <a:ea typeface="Montserrat"/>
                <a:cs typeface="Montserrat"/>
                <a:sym typeface="Montserrat"/>
              </a:defRPr>
            </a:lvl7pPr>
            <a:lvl8pPr marL="3657600" lvl="7" indent="-317500">
              <a:spcBef>
                <a:spcPts val="0"/>
              </a:spcBef>
              <a:spcAft>
                <a:spcPts val="0"/>
              </a:spcAft>
              <a:buSzPts val="1400"/>
              <a:buFont typeface="Montserrat"/>
              <a:buChar char="○"/>
              <a:defRPr>
                <a:latin typeface="Montserrat"/>
                <a:ea typeface="Montserrat"/>
                <a:cs typeface="Montserrat"/>
                <a:sym typeface="Montserrat"/>
              </a:defRPr>
            </a:lvl8pPr>
            <a:lvl9pPr marL="4114800" lvl="8" indent="-317500">
              <a:spcBef>
                <a:spcPts val="0"/>
              </a:spcBef>
              <a:spcAft>
                <a:spcPts val="0"/>
              </a:spcAft>
              <a:buSzPts val="1400"/>
              <a:buFont typeface="Montserrat"/>
              <a:buChar char="■"/>
              <a:defRPr>
                <a:latin typeface="Montserrat"/>
                <a:ea typeface="Montserrat"/>
                <a:cs typeface="Montserrat"/>
                <a:sym typeface="Montserrat"/>
              </a:defRPr>
            </a:lvl9pPr>
          </a:lstStyle>
          <a:p>
            <a:endParaRPr/>
          </a:p>
        </p:txBody>
      </p:sp>
      <p:sp>
        <p:nvSpPr>
          <p:cNvPr id="21" name="Google Shape;21;p4"/>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rtl="0"/>
            <a:fld id="{00000000-1234-1234-1234-123412341234}" type="slidenum">
              <a:rPr lang="en" smtClean="0"/>
              <a:pPr algn="r" rtl="0"/>
              <a:t>‹#›</a:t>
            </a:fld>
            <a:endParaRPr lang="en"/>
          </a:p>
        </p:txBody>
      </p:sp>
      <p:pic>
        <p:nvPicPr>
          <p:cNvPr id="22" name="Google Shape;22;p4"/>
          <p:cNvPicPr preferRelativeResize="0"/>
          <p:nvPr/>
        </p:nvPicPr>
        <p:blipFill rotWithShape="1">
          <a:blip r:embed="rId2">
            <a:alphaModFix amt="24000"/>
          </a:blip>
          <a:srcRect b="93593"/>
          <a:stretch/>
        </p:blipFill>
        <p:spPr>
          <a:xfrm>
            <a:off x="1" y="6594464"/>
            <a:ext cx="9144003" cy="263533"/>
          </a:xfrm>
          <a:prstGeom prst="rect">
            <a:avLst/>
          </a:prstGeom>
          <a:noFill/>
          <a:ln>
            <a:noFill/>
          </a:ln>
        </p:spPr>
      </p:pic>
    </p:spTree>
    <p:extLst>
      <p:ext uri="{BB962C8B-B14F-4D97-AF65-F5344CB8AC3E}">
        <p14:creationId xmlns:p14="http://schemas.microsoft.com/office/powerpoint/2010/main" val="6648385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Itle and Bullet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54A0AA2-B636-401F-B58B-6DF5349EBC51}"/>
              </a:ext>
            </a:extLst>
          </p:cNvPr>
          <p:cNvSpPr>
            <a:spLocks noGrp="1"/>
          </p:cNvSpPr>
          <p:nvPr>
            <p:ph type="title" hasCustomPrompt="1"/>
          </p:nvPr>
        </p:nvSpPr>
        <p:spPr>
          <a:xfrm>
            <a:off x="533920" y="142826"/>
            <a:ext cx="8085415" cy="1143389"/>
          </a:xfrm>
          <a:prstGeom prst="rect">
            <a:avLst/>
          </a:prstGeom>
        </p:spPr>
        <p:txBody>
          <a:bodyPr anchor="b"/>
          <a:lstStyle>
            <a:lvl1pPr>
              <a:defRPr sz="3000" b="1">
                <a:solidFill>
                  <a:schemeClr val="tx2"/>
                </a:solidFill>
              </a:defRPr>
            </a:lvl1pPr>
          </a:lstStyle>
          <a:p>
            <a:r>
              <a:rPr lang="en-US" noProof="0" dirty="0"/>
              <a:t>Click to </a:t>
            </a:r>
            <a:r>
              <a:rPr lang="en-US" noProof="0"/>
              <a:t>add title</a:t>
            </a:r>
            <a:endParaRPr lang="en-US" noProof="0" dirty="0"/>
          </a:p>
        </p:txBody>
      </p:sp>
      <p:sp>
        <p:nvSpPr>
          <p:cNvPr id="11" name="Rectangle 10">
            <a:extLst>
              <a:ext uri="{FF2B5EF4-FFF2-40B4-BE49-F238E27FC236}">
                <a16:creationId xmlns:a16="http://schemas.microsoft.com/office/drawing/2014/main" id="{20414BC9-864B-4D63-BFF5-8A26BC6E5477}"/>
              </a:ext>
              <a:ext uri="{C183D7F6-B498-43B3-948B-1728B52AA6E4}">
                <adec:decorative xmlns:adec="http://schemas.microsoft.com/office/drawing/2017/decorative" val="1"/>
              </a:ext>
            </a:extLst>
          </p:cNvPr>
          <p:cNvSpPr/>
          <p:nvPr userDrawn="1"/>
        </p:nvSpPr>
        <p:spPr>
          <a:xfrm>
            <a:off x="640080" y="1287499"/>
            <a:ext cx="778180" cy="137787"/>
          </a:xfrm>
          <a:prstGeom prst="rect">
            <a:avLst/>
          </a:prstGeom>
          <a:solidFill>
            <a:srgbClr val="69ACE5"/>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panose="020F0502020204030204"/>
              <a:ea typeface="Tahoma" panose="020B0604030504040204" pitchFamily="34" charset="0"/>
              <a:cs typeface="Tahoma" panose="020B0604030504040204" pitchFamily="34" charset="0"/>
            </a:endParaRPr>
          </a:p>
        </p:txBody>
      </p:sp>
      <p:sp>
        <p:nvSpPr>
          <p:cNvPr id="10" name="Bullets">
            <a:extLst>
              <a:ext uri="{FF2B5EF4-FFF2-40B4-BE49-F238E27FC236}">
                <a16:creationId xmlns:a16="http://schemas.microsoft.com/office/drawing/2014/main" id="{489A78E5-4DD4-4398-92E6-73293FB04D0D}"/>
              </a:ext>
            </a:extLst>
          </p:cNvPr>
          <p:cNvSpPr>
            <a:spLocks noGrp="1"/>
          </p:cNvSpPr>
          <p:nvPr userDrawn="1">
            <p:ph type="body" sz="quarter" idx="16" hasCustomPrompt="1"/>
          </p:nvPr>
        </p:nvSpPr>
        <p:spPr>
          <a:xfrm>
            <a:off x="533920" y="1854201"/>
            <a:ext cx="8085415" cy="4103431"/>
          </a:xfrm>
          <a:prstGeom prst="rect">
            <a:avLst/>
          </a:prstGeom>
        </p:spPr>
        <p:txBody>
          <a:bodyPr>
            <a:noAutofit/>
          </a:bodyPr>
          <a:lstStyle>
            <a:lvl1pPr marL="230188" indent="-230188">
              <a:spcBef>
                <a:spcPts val="750"/>
              </a:spcBef>
              <a:buClr>
                <a:srgbClr val="092C74"/>
              </a:buClr>
              <a:buFont typeface="Wingdings" panose="05000000000000000000" pitchFamily="2" charset="2"/>
              <a:buChar char="§"/>
              <a:defRPr sz="1600" b="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571500" indent="-228600">
              <a:buClr>
                <a:srgbClr val="092C74"/>
              </a:buClr>
              <a:buFont typeface="Courier New" panose="02070309020205020404" pitchFamily="49" charset="0"/>
              <a:buChar char="o"/>
              <a:defRPr sz="1600"/>
            </a:lvl2pPr>
            <a:lvl3pPr marL="914400" indent="-228600">
              <a:buClr>
                <a:srgbClr val="092C74"/>
              </a:buClr>
              <a:defRPr sz="1600"/>
            </a:lvl3pPr>
          </a:lstStyle>
          <a:p>
            <a:pPr lvl="0"/>
            <a:r>
              <a:rPr lang="en-US" noProof="0" dirty="0"/>
              <a:t>Click to add bullets</a:t>
            </a:r>
          </a:p>
          <a:p>
            <a:pPr lvl="1"/>
            <a:r>
              <a:rPr lang="en-US" noProof="0" dirty="0"/>
              <a:t>Second level</a:t>
            </a:r>
          </a:p>
          <a:p>
            <a:pPr lvl="2"/>
            <a:r>
              <a:rPr lang="en-US" noProof="0" dirty="0"/>
              <a:t>Third level</a:t>
            </a:r>
          </a:p>
        </p:txBody>
      </p:sp>
      <p:pic>
        <p:nvPicPr>
          <p:cNvPr id="8" name="WSE logo">
            <a:extLst>
              <a:ext uri="{FF2B5EF4-FFF2-40B4-BE49-F238E27FC236}">
                <a16:creationId xmlns:a16="http://schemas.microsoft.com/office/drawing/2014/main" id="{5F712F24-2ADD-4B4F-B20F-5AF8A0644F0E}"/>
              </a:ext>
              <a:ext uri="{C183D7F6-B498-43B3-948B-1728B52AA6E4}">
                <adec:decorative xmlns:adec="http://schemas.microsoft.com/office/drawing/2017/decorative" val="1"/>
              </a:ext>
            </a:extLst>
          </p:cNvPr>
          <p:cNvPicPr>
            <a:picLocks noChangeAspect="1"/>
          </p:cNvPicPr>
          <p:nvPr userDrawn="1"/>
        </p:nvPicPr>
        <p:blipFill rotWithShape="1">
          <a:blip r:embed="rId2" cstate="print">
            <a:clrChange>
              <a:clrFrom>
                <a:srgbClr val="000000">
                  <a:alpha val="0"/>
                </a:srgbClr>
              </a:clrFrom>
              <a:clrTo>
                <a:srgbClr val="000000">
                  <a:alpha val="0"/>
                </a:srgbClr>
              </a:clrTo>
            </a:clrChange>
            <a:alphaModFix amt="50000"/>
            <a:extLst>
              <a:ext uri="{28A0092B-C50C-407E-A947-70E740481C1C}">
                <a14:useLocalDpi xmlns:a14="http://schemas.microsoft.com/office/drawing/2010/main" val="0"/>
              </a:ext>
            </a:extLst>
          </a:blip>
          <a:srcRect l="12472" t="27464" r="12906" b="27019"/>
          <a:stretch/>
        </p:blipFill>
        <p:spPr>
          <a:xfrm>
            <a:off x="522713" y="6407120"/>
            <a:ext cx="1033031" cy="381160"/>
          </a:xfrm>
          <a:prstGeom prst="rect">
            <a:avLst/>
          </a:prstGeom>
        </p:spPr>
      </p:pic>
      <p:sp>
        <p:nvSpPr>
          <p:cNvPr id="7" name="Page Number">
            <a:extLst>
              <a:ext uri="{FF2B5EF4-FFF2-40B4-BE49-F238E27FC236}">
                <a16:creationId xmlns:a16="http://schemas.microsoft.com/office/drawing/2014/main" id="{A10FF969-5C1A-4F23-A07F-2B9FBF69C84B}"/>
              </a:ext>
            </a:extLst>
          </p:cNvPr>
          <p:cNvSpPr txBox="1"/>
          <p:nvPr userDrawn="1"/>
        </p:nvSpPr>
        <p:spPr>
          <a:xfrm>
            <a:off x="7891462" y="6480226"/>
            <a:ext cx="795338" cy="234951"/>
          </a:xfrm>
          <a:prstGeom prst="rect">
            <a:avLst/>
          </a:prstGeom>
        </p:spPr>
        <p:txBody>
          <a:bodyPr wrap="none" anchor="ctr" anchorCtr="1">
            <a:no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defTabSz="457200" fontAlgn="base">
              <a:spcBef>
                <a:spcPct val="0"/>
              </a:spcBef>
              <a:spcAft>
                <a:spcPct val="0"/>
              </a:spcAft>
              <a:defRPr>
                <a:solidFill>
                  <a:schemeClr val="tx1"/>
                </a:solidFill>
                <a:latin typeface="Arial" charset="0"/>
              </a:defRPr>
            </a:lvl6pPr>
            <a:lvl7pPr marL="2971800" indent="-228600" defTabSz="457200" fontAlgn="base">
              <a:spcBef>
                <a:spcPct val="0"/>
              </a:spcBef>
              <a:spcAft>
                <a:spcPct val="0"/>
              </a:spcAft>
              <a:defRPr>
                <a:solidFill>
                  <a:schemeClr val="tx1"/>
                </a:solidFill>
                <a:latin typeface="Arial" charset="0"/>
              </a:defRPr>
            </a:lvl7pPr>
            <a:lvl8pPr marL="3429000" indent="-228600" defTabSz="457200" fontAlgn="base">
              <a:spcBef>
                <a:spcPct val="0"/>
              </a:spcBef>
              <a:spcAft>
                <a:spcPct val="0"/>
              </a:spcAft>
              <a:defRPr>
                <a:solidFill>
                  <a:schemeClr val="tx1"/>
                </a:solidFill>
                <a:latin typeface="Arial" charset="0"/>
              </a:defRPr>
            </a:lvl8pPr>
            <a:lvl9pPr marL="3886200" indent="-228600" defTabSz="457200" fontAlgn="base">
              <a:spcBef>
                <a:spcPct val="0"/>
              </a:spcBef>
              <a:spcAft>
                <a:spcPct val="0"/>
              </a:spcAft>
              <a:defRPr>
                <a:solidFill>
                  <a:schemeClr val="tx1"/>
                </a:solidFill>
                <a:latin typeface="Arial" charset="0"/>
              </a:defRPr>
            </a:lvl9pPr>
          </a:lstStyle>
          <a:p>
            <a:pPr algn="r" defTabSz="685783">
              <a:defRPr/>
            </a:pPr>
            <a:r>
              <a:rPr lang="en-US" sz="1000" b="0" i="0" baseline="0" dirty="0">
                <a:solidFill>
                  <a:schemeClr val="tx1"/>
                </a:solidFill>
                <a:latin typeface="+mj-lt"/>
                <a:ea typeface="Tahoma" panose="020B0604030504040204" pitchFamily="34" charset="0"/>
                <a:cs typeface="Tahoma" panose="020B0604030504040204" pitchFamily="34" charset="0"/>
              </a:rPr>
              <a:t>                </a:t>
            </a:r>
            <a:fld id="{F2C1E792-EDA4-4DC5-8412-A2C2E5D30ADF}" type="slidenum">
              <a:rPr lang="en-US" sz="1000" b="0" i="0" baseline="0">
                <a:solidFill>
                  <a:schemeClr val="tx1"/>
                </a:solidFill>
                <a:latin typeface="+mj-lt"/>
                <a:ea typeface="Tahoma" panose="020B0604030504040204" pitchFamily="34" charset="0"/>
                <a:cs typeface="Tahoma" panose="020B0604030504040204" pitchFamily="34" charset="0"/>
              </a:rPr>
              <a:pPr algn="r" defTabSz="685783">
                <a:defRPr/>
              </a:pPr>
              <a:t>‹#›</a:t>
            </a:fld>
            <a:endParaRPr lang="en-US" sz="1000" b="0" i="0" baseline="0" dirty="0">
              <a:solidFill>
                <a:schemeClr val="tx1"/>
              </a:solidFill>
              <a:latin typeface="+mj-lt"/>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0239815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67472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l"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8" name="TextBox 7"/>
          <p:cNvSpPr txBox="1"/>
          <p:nvPr/>
        </p:nvSpPr>
        <p:spPr>
          <a:xfrm>
            <a:off x="-76200" y="52578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9" name="TextBox 8"/>
          <p:cNvSpPr txBox="1"/>
          <p:nvPr/>
        </p:nvSpPr>
        <p:spPr>
          <a:xfrm>
            <a:off x="152400" y="56673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9335343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10" name="TextBox 9"/>
          <p:cNvSpPr txBox="1"/>
          <p:nvPr/>
        </p:nvSpPr>
        <p:spPr>
          <a:xfrm>
            <a:off x="-76200" y="52578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1" name="TextBox 10"/>
          <p:cNvSpPr txBox="1"/>
          <p:nvPr/>
        </p:nvSpPr>
        <p:spPr>
          <a:xfrm>
            <a:off x="152400" y="56673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17" name="TextBox 16"/>
          <p:cNvSpPr txBox="1"/>
          <p:nvPr/>
        </p:nvSpPr>
        <p:spPr>
          <a:xfrm>
            <a:off x="-76200" y="52578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8" name="TextBox 17"/>
          <p:cNvSpPr txBox="1"/>
          <p:nvPr/>
        </p:nvSpPr>
        <p:spPr>
          <a:xfrm>
            <a:off x="152400" y="56673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0608632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5" name="Picture 8" descr="Picture 7.png"/>
          <p:cNvPicPr>
            <a:picLocks noChangeAspect="1"/>
          </p:cNvPicPr>
          <p:nvPr/>
        </p:nvPicPr>
        <p:blipFill>
          <a:blip r:embed="rId3" cstate="print"/>
          <a:srcRect l="1923" b="5336"/>
          <a:stretch>
            <a:fillRect/>
          </a:stretch>
        </p:blipFill>
        <p:spPr bwMode="auto">
          <a:xfrm>
            <a:off x="6629401"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TextBox 8"/>
          <p:cNvSpPr txBox="1"/>
          <p:nvPr/>
        </p:nvSpPr>
        <p:spPr>
          <a:xfrm>
            <a:off x="6858000" y="7620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0" name="TextBox 9"/>
          <p:cNvSpPr txBox="1"/>
          <p:nvPr/>
        </p:nvSpPr>
        <p:spPr>
          <a:xfrm>
            <a:off x="7086600" y="11715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3150"/>
              </a:lnSpc>
              <a:spcBef>
                <a:spcPts val="0"/>
              </a:spcBef>
              <a:buNone/>
              <a:defRPr sz="3000" b="1" spc="-113"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3408372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grpSp>
        <p:nvGrpSpPr>
          <p:cNvPr id="5" name="Group 11"/>
          <p:cNvGrpSpPr>
            <a:grpSpLocks/>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200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6" name="Group 19"/>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0" name="Group 2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sp>
        <p:nvSpPr>
          <p:cNvPr id="14" name="TextBox 13"/>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sp>
        <p:nvSpPr>
          <p:cNvPr id="3" name="Content Placeholder 2"/>
          <p:cNvSpPr>
            <a:spLocks noGrp="1"/>
          </p:cNvSpPr>
          <p:nvPr>
            <p:ph sz="half" idx="1"/>
          </p:nvPr>
        </p:nvSpPr>
        <p:spPr>
          <a:xfrm>
            <a:off x="457200" y="1600202"/>
            <a:ext cx="4038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2100"/>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2"/>
            <a:ext cx="4038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2100"/>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8929302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2" name="Group 15"/>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7" name="TextBox 16"/>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362201"/>
            <a:ext cx="4040188" cy="3763963"/>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2"/>
            <a:ext cx="4041775" cy="8270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362201"/>
            <a:ext cx="4041775" cy="3763963"/>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17239681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8"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3" name="TextBox 12"/>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987940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0" name="Group 13"/>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5" name="TextBox 14"/>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sp>
        <p:nvSpPr>
          <p:cNvPr id="3" name="Content Placeholder 2"/>
          <p:cNvSpPr>
            <a:spLocks noGrp="1"/>
          </p:cNvSpPr>
          <p:nvPr>
            <p:ph idx="1"/>
          </p:nvPr>
        </p:nvSpPr>
        <p:spPr>
          <a:xfrm>
            <a:off x="3575050" y="1600202"/>
            <a:ext cx="5111750" cy="452596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600202"/>
            <a:ext cx="3008313" cy="45259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0210085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5" name="TextBox 14"/>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35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6314100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8" name="Group 24"/>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3" name="TextBox 12"/>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0469036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5006182" y="2567783"/>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7937" y="381002"/>
            <a:ext cx="692151" cy="2193925"/>
          </a:xfrm>
          <a:prstGeom prst="rect">
            <a:avLst/>
          </a:prstGeom>
          <a:noFill/>
          <a:ln w="9525">
            <a:noFill/>
            <a:miter lim="800000"/>
            <a:headEnd/>
            <a:tailEnd/>
          </a:ln>
        </p:spPr>
      </p:pic>
      <p:sp>
        <p:nvSpPr>
          <p:cNvPr id="10" name="TextBox 9"/>
          <p:cNvSpPr txBox="1"/>
          <p:nvPr/>
        </p:nvSpPr>
        <p:spPr>
          <a:xfrm rot="5400000">
            <a:off x="-2794793" y="3826196"/>
            <a:ext cx="5867400" cy="196208"/>
          </a:xfrm>
          <a:prstGeom prst="rect">
            <a:avLst/>
          </a:prstGeom>
          <a:noFill/>
        </p:spPr>
        <p:txBody>
          <a:bodyPr>
            <a:spAutoFit/>
          </a:bodyPr>
          <a:lstStyle/>
          <a:p>
            <a:pPr algn="r" rtl="0" fontAlgn="base">
              <a:spcBef>
                <a:spcPct val="0"/>
              </a:spcBef>
              <a:spcAft>
                <a:spcPct val="0"/>
              </a:spcAft>
              <a:defRPr/>
            </a:pPr>
            <a:r>
              <a:rPr lang="en-US" sz="675" b="1" kern="1200" dirty="0">
                <a:solidFill>
                  <a:srgbClr val="101141"/>
                </a:solidFill>
                <a:latin typeface="Arial"/>
                <a:ea typeface="+mn-ea"/>
                <a:cs typeface="Arial"/>
              </a:rPr>
              <a:t>BITS </a:t>
            </a:r>
            <a:r>
              <a:rPr lang="en-US" sz="675" kern="1200" dirty="0">
                <a:solidFill>
                  <a:srgbClr val="101141"/>
                </a:solidFill>
                <a:latin typeface="Arial"/>
                <a:ea typeface="+mn-ea"/>
                <a:cs typeface="Arial"/>
              </a:rPr>
              <a:t>Pilani, Pilani Campus</a:t>
            </a:r>
          </a:p>
        </p:txBody>
      </p:sp>
      <p:sp>
        <p:nvSpPr>
          <p:cNvPr id="3" name="Vertical Text Placeholder 2"/>
          <p:cNvSpPr>
            <a:spLocks noGrp="1"/>
          </p:cNvSpPr>
          <p:nvPr>
            <p:ph type="body" orient="vert" idx="1"/>
          </p:nvPr>
        </p:nvSpPr>
        <p:spPr>
          <a:xfrm>
            <a:off x="1219200" y="38100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0066062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10" name="TextBox 9"/>
          <p:cNvSpPr txBox="1"/>
          <p:nvPr/>
        </p:nvSpPr>
        <p:spPr>
          <a:xfrm>
            <a:off x="-76200" y="52578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1" name="TextBox 10"/>
          <p:cNvSpPr txBox="1"/>
          <p:nvPr/>
        </p:nvSpPr>
        <p:spPr>
          <a:xfrm>
            <a:off x="152400" y="56673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9951013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2"/>
            <a:ext cx="2133600" cy="365125"/>
          </a:xfrm>
          <a:prstGeom prst="rect">
            <a:avLst/>
          </a:prstGeom>
        </p:spPr>
        <p:txBody>
          <a:bodyPr/>
          <a:lstStyle/>
          <a:p>
            <a:pPr>
              <a:defRPr/>
            </a:pPr>
            <a:fld id="{460CB459-1A4D-47F4-A8EE-5438035C956C}" type="datetime1">
              <a:rPr lang="en-US">
                <a:solidFill>
                  <a:prstClr val="black">
                    <a:tint val="75000"/>
                  </a:prstClr>
                </a:solidFill>
              </a:rPr>
              <a:pPr>
                <a:defRPr/>
              </a:pPr>
              <a:t>7/18/2026</a:t>
            </a:fld>
            <a:endParaRPr lang="en-US">
              <a:solidFill>
                <a:prstClr val="black">
                  <a:tint val="75000"/>
                </a:prstClr>
              </a:solidFill>
            </a:endParaRPr>
          </a:p>
        </p:txBody>
      </p:sp>
      <p:sp>
        <p:nvSpPr>
          <p:cNvPr id="3" name="Footer Placeholder 2"/>
          <p:cNvSpPr>
            <a:spLocks noGrp="1"/>
          </p:cNvSpPr>
          <p:nvPr>
            <p:ph type="ftr" sz="quarter" idx="11"/>
          </p:nvPr>
        </p:nvSpPr>
        <p:spPr>
          <a:xfrm>
            <a:off x="3124200" y="6356352"/>
            <a:ext cx="2895600" cy="365125"/>
          </a:xfrm>
          <a:prstGeom prst="rect">
            <a:avLst/>
          </a:prstGeom>
        </p:spPr>
        <p:txBody>
          <a:bodyPr/>
          <a:lstStyle/>
          <a:p>
            <a:pPr>
              <a:defRPr/>
            </a:pPr>
            <a:endParaRPr lang="en-US">
              <a:solidFill>
                <a:prstClr val="black">
                  <a:tint val="75000"/>
                </a:prstClr>
              </a:solidFill>
            </a:endParaRPr>
          </a:p>
        </p:txBody>
      </p:sp>
      <p:sp>
        <p:nvSpPr>
          <p:cNvPr id="4" name="Slide Number Placeholder 3"/>
          <p:cNvSpPr>
            <a:spLocks noGrp="1"/>
          </p:cNvSpPr>
          <p:nvPr>
            <p:ph type="sldNum" sz="quarter" idx="12"/>
          </p:nvPr>
        </p:nvSpPr>
        <p:spPr>
          <a:xfrm>
            <a:off x="6553200" y="6356352"/>
            <a:ext cx="2133600" cy="365125"/>
          </a:xfrm>
          <a:prstGeom prst="rect">
            <a:avLst/>
          </a:prstGeom>
        </p:spPr>
        <p:txBody>
          <a:bodyPr/>
          <a:lstStyle/>
          <a:p>
            <a:pPr>
              <a:defRPr/>
            </a:pPr>
            <a:fld id="{60DB935C-A2BB-404C-A6C5-67E9068028E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00376328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8" name="Content Placeholder 2"/>
          <p:cNvSpPr>
            <a:spLocks noGrp="1"/>
          </p:cNvSpPr>
          <p:nvPr>
            <p:ph idx="10"/>
          </p:nvPr>
        </p:nvSpPr>
        <p:spPr>
          <a:xfrm>
            <a:off x="228600" y="1545224"/>
            <a:ext cx="86106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0" y="0"/>
            <a:ext cx="8160907"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34257585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8" name="Content Placeholder 2"/>
          <p:cNvSpPr>
            <a:spLocks noGrp="1"/>
          </p:cNvSpPr>
          <p:nvPr>
            <p:ph idx="10"/>
          </p:nvPr>
        </p:nvSpPr>
        <p:spPr>
          <a:xfrm>
            <a:off x="228600" y="1545224"/>
            <a:ext cx="86106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0" y="0"/>
            <a:ext cx="8160907"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309822982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404718" y="435270"/>
            <a:ext cx="4334562" cy="543226"/>
          </a:xfrm>
        </p:spPr>
        <p:txBody>
          <a:bodyPr lIns="0" tIns="0" rIns="0" bIns="0"/>
          <a:lstStyle>
            <a:lvl1pPr>
              <a:defRPr sz="3530" b="1" i="0">
                <a:solidFill>
                  <a:srgbClr val="0000CC"/>
                </a:solidFill>
                <a:latin typeface="Calibri"/>
                <a:cs typeface="Calibri"/>
              </a:defRPr>
            </a:lvl1pPr>
          </a:lstStyle>
          <a:p>
            <a:endParaRPr/>
          </a:p>
        </p:txBody>
      </p:sp>
      <p:sp>
        <p:nvSpPr>
          <p:cNvPr id="3" name="Holder 3"/>
          <p:cNvSpPr>
            <a:spLocks noGrp="1"/>
          </p:cNvSpPr>
          <p:nvPr>
            <p:ph type="body" idx="1"/>
          </p:nvPr>
        </p:nvSpPr>
        <p:spPr>
          <a:xfrm>
            <a:off x="609069" y="1559555"/>
            <a:ext cx="3872923" cy="896271"/>
          </a:xfrm>
        </p:spPr>
        <p:txBody>
          <a:bodyPr lIns="0" tIns="0" rIns="0" bIns="0"/>
          <a:lstStyle>
            <a:lvl1pPr>
              <a:defRPr sz="5824"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7/18/2026</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defRPr sz="1059" b="0" i="0">
                <a:solidFill>
                  <a:srgbClr val="898989"/>
                </a:solidFill>
                <a:latin typeface="Calibri"/>
                <a:cs typeface="Calibri"/>
              </a:defRPr>
            </a:lvl1pPr>
          </a:lstStyle>
          <a:p>
            <a:pPr marL="11206">
              <a:lnSpc>
                <a:spcPts val="1094"/>
              </a:lnSpc>
            </a:pPr>
            <a:r>
              <a:rPr lang="en-IN"/>
              <a:t>1</a:t>
            </a:r>
            <a:fld id="{81D60167-4931-47E6-BA6A-407CBD079E47}" type="slidenum">
              <a:rPr smtClean="0"/>
              <a:pPr marL="11206">
                <a:lnSpc>
                  <a:spcPts val="1094"/>
                </a:lnSpc>
              </a:pPr>
              <a:t>‹#›</a:t>
            </a:fld>
            <a:endParaRPr dirty="0"/>
          </a:p>
        </p:txBody>
      </p:sp>
    </p:spTree>
    <p:extLst>
      <p:ext uri="{BB962C8B-B14F-4D97-AF65-F5344CB8AC3E}">
        <p14:creationId xmlns:p14="http://schemas.microsoft.com/office/powerpoint/2010/main" val="339746136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theme" Target="../theme/theme2.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31436" y="6550152"/>
            <a:ext cx="2329180" cy="48895"/>
          </a:xfrm>
          <a:custGeom>
            <a:avLst/>
            <a:gdLst/>
            <a:ahLst/>
            <a:cxnLst/>
            <a:rect l="l" t="t" r="r" b="b"/>
            <a:pathLst>
              <a:path w="2329179" h="48895">
                <a:moveTo>
                  <a:pt x="2328671" y="0"/>
                </a:moveTo>
                <a:lnTo>
                  <a:pt x="0" y="0"/>
                </a:lnTo>
                <a:lnTo>
                  <a:pt x="0" y="48768"/>
                </a:lnTo>
                <a:lnTo>
                  <a:pt x="2328671" y="48768"/>
                </a:lnTo>
                <a:lnTo>
                  <a:pt x="2328671" y="0"/>
                </a:lnTo>
                <a:close/>
              </a:path>
            </a:pathLst>
          </a:custGeom>
          <a:solidFill>
            <a:srgbClr val="76C2E4"/>
          </a:solidFill>
        </p:spPr>
        <p:txBody>
          <a:bodyPr wrap="square" lIns="0" tIns="0" rIns="0" bIns="0" rtlCol="0"/>
          <a:lstStyle/>
          <a:p>
            <a:endParaRPr/>
          </a:p>
        </p:txBody>
      </p:sp>
      <p:sp>
        <p:nvSpPr>
          <p:cNvPr id="17" name="bg object 17"/>
          <p:cNvSpPr/>
          <p:nvPr/>
        </p:nvSpPr>
        <p:spPr>
          <a:xfrm>
            <a:off x="6908291" y="6550152"/>
            <a:ext cx="2235835" cy="45720"/>
          </a:xfrm>
          <a:custGeom>
            <a:avLst/>
            <a:gdLst/>
            <a:ahLst/>
            <a:cxnLst/>
            <a:rect l="l" t="t" r="r" b="b"/>
            <a:pathLst>
              <a:path w="2235834" h="45720">
                <a:moveTo>
                  <a:pt x="2235707" y="0"/>
                </a:moveTo>
                <a:lnTo>
                  <a:pt x="0" y="0"/>
                </a:lnTo>
                <a:lnTo>
                  <a:pt x="0" y="45720"/>
                </a:lnTo>
                <a:lnTo>
                  <a:pt x="2235707" y="45720"/>
                </a:lnTo>
                <a:lnTo>
                  <a:pt x="2235707" y="0"/>
                </a:lnTo>
                <a:close/>
              </a:path>
            </a:pathLst>
          </a:custGeom>
          <a:solidFill>
            <a:srgbClr val="E21C23"/>
          </a:solidFill>
        </p:spPr>
        <p:txBody>
          <a:bodyPr wrap="square" lIns="0" tIns="0" rIns="0" bIns="0" rtlCol="0"/>
          <a:lstStyle/>
          <a:p>
            <a:endParaRPr/>
          </a:p>
        </p:txBody>
      </p:sp>
      <p:sp>
        <p:nvSpPr>
          <p:cNvPr id="18" name="bg object 18"/>
          <p:cNvSpPr/>
          <p:nvPr/>
        </p:nvSpPr>
        <p:spPr>
          <a:xfrm>
            <a:off x="2084832" y="6550152"/>
            <a:ext cx="2580640" cy="48895"/>
          </a:xfrm>
          <a:custGeom>
            <a:avLst/>
            <a:gdLst/>
            <a:ahLst/>
            <a:cxnLst/>
            <a:rect l="l" t="t" r="r" b="b"/>
            <a:pathLst>
              <a:path w="2580640" h="48895">
                <a:moveTo>
                  <a:pt x="2580132" y="0"/>
                </a:moveTo>
                <a:lnTo>
                  <a:pt x="0" y="0"/>
                </a:lnTo>
                <a:lnTo>
                  <a:pt x="0" y="48768"/>
                </a:lnTo>
                <a:lnTo>
                  <a:pt x="2580132" y="48768"/>
                </a:lnTo>
                <a:lnTo>
                  <a:pt x="2580132" y="0"/>
                </a:lnTo>
                <a:close/>
              </a:path>
            </a:pathLst>
          </a:custGeom>
          <a:solidFill>
            <a:srgbClr val="FBAF17"/>
          </a:solidFill>
        </p:spPr>
        <p:txBody>
          <a:bodyPr wrap="square" lIns="0" tIns="0" rIns="0" bIns="0" rtlCol="0"/>
          <a:lstStyle/>
          <a:p>
            <a:endParaRPr/>
          </a:p>
        </p:txBody>
      </p:sp>
      <p:sp>
        <p:nvSpPr>
          <p:cNvPr id="19" name="bg object 19"/>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20" name="bg object 20"/>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21" name="bg object 21"/>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pic>
        <p:nvPicPr>
          <p:cNvPr id="22" name="bg object 22"/>
          <p:cNvPicPr/>
          <p:nvPr/>
        </p:nvPicPr>
        <p:blipFill>
          <a:blip r:embed="rId41" cstate="print"/>
          <a:stretch>
            <a:fillRect/>
          </a:stretch>
        </p:blipFill>
        <p:spPr>
          <a:xfrm>
            <a:off x="6629400" y="0"/>
            <a:ext cx="2194559" cy="691896"/>
          </a:xfrm>
          <a:prstGeom prst="rect">
            <a:avLst/>
          </a:prstGeom>
        </p:spPr>
      </p:pic>
      <p:sp>
        <p:nvSpPr>
          <p:cNvPr id="23" name="bg object 23"/>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24" name="bg object 24"/>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25" name="bg object 25"/>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sp>
        <p:nvSpPr>
          <p:cNvPr id="8" name="Title Placeholder 7"/>
          <p:cNvSpPr>
            <a:spLocks noGrp="1"/>
          </p:cNvSpPr>
          <p:nvPr>
            <p:ph type="title"/>
          </p:nvPr>
        </p:nvSpPr>
        <p:spPr>
          <a:xfrm>
            <a:off x="173990" y="32162"/>
            <a:ext cx="78867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9" name="Text Placeholder 8"/>
          <p:cNvSpPr>
            <a:spLocks noGrp="1"/>
          </p:cNvSpPr>
          <p:nvPr>
            <p:ph type="body" idx="1"/>
          </p:nvPr>
        </p:nvSpPr>
        <p:spPr>
          <a:xfrm>
            <a:off x="304800" y="1676400"/>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84" r:id="rId7"/>
    <p:sldLayoutId id="2147483685" r:id="rId8"/>
    <p:sldLayoutId id="2147483687" r:id="rId9"/>
    <p:sldLayoutId id="2147483688" r:id="rId10"/>
    <p:sldLayoutId id="2147483689" r:id="rId11"/>
    <p:sldLayoutId id="2147483690" r:id="rId12"/>
    <p:sldLayoutId id="2147483691" r:id="rId13"/>
    <p:sldLayoutId id="2147483692" r:id="rId14"/>
    <p:sldLayoutId id="2147483695" r:id="rId15"/>
    <p:sldLayoutId id="2147483696" r:id="rId16"/>
    <p:sldLayoutId id="2147483698" r:id="rId17"/>
    <p:sldLayoutId id="2147483699" r:id="rId18"/>
    <p:sldLayoutId id="2147483700" r:id="rId19"/>
    <p:sldLayoutId id="2147483701" r:id="rId20"/>
    <p:sldLayoutId id="2147483702" r:id="rId21"/>
    <p:sldLayoutId id="2147483703" r:id="rId22"/>
    <p:sldLayoutId id="2147483704" r:id="rId23"/>
    <p:sldLayoutId id="2147483705" r:id="rId24"/>
    <p:sldLayoutId id="2147483706" r:id="rId25"/>
    <p:sldLayoutId id="2147483707" r:id="rId26"/>
    <p:sldLayoutId id="2147483708" r:id="rId27"/>
    <p:sldLayoutId id="2147483709" r:id="rId28"/>
    <p:sldLayoutId id="2147483711" r:id="rId29"/>
    <p:sldLayoutId id="2147483712" r:id="rId30"/>
    <p:sldLayoutId id="2147483713" r:id="rId31"/>
    <p:sldLayoutId id="2147483714" r:id="rId32"/>
    <p:sldLayoutId id="2147483715" r:id="rId33"/>
    <p:sldLayoutId id="2147483717" r:id="rId34"/>
    <p:sldLayoutId id="2147483718" r:id="rId35"/>
    <p:sldLayoutId id="2147483719" r:id="rId36"/>
    <p:sldLayoutId id="2147483737" r:id="rId37"/>
    <p:sldLayoutId id="2147483738" r:id="rId38"/>
    <p:sldLayoutId id="2147483739" r:id="rId39"/>
  </p:sldLayoutIdLst>
  <p:txStyles>
    <p:titleStyle>
      <a:lvl1pPr>
        <a:defRPr sz="3600">
          <a:latin typeface="Cambria" panose="02040503050406030204" pitchFamily="18" charset="0"/>
          <a:ea typeface="Cambria" panose="02040503050406030204" pitchFamily="18" charset="0"/>
          <a:cs typeface="+mj-cs"/>
        </a:defRPr>
      </a:lvl1pPr>
    </p:titleStyle>
    <p:body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457200" y="1600202"/>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smtClean="0">
                <a:solidFill>
                  <a:schemeClr val="tx1">
                    <a:tint val="75000"/>
                  </a:schemeClr>
                </a:solidFill>
                <a:latin typeface="Arial" pitchFamily="34" charset="0"/>
                <a:cs typeface="Arial" pitchFamily="34" charset="0"/>
              </a:defRPr>
            </a:lvl1pPr>
          </a:lstStyle>
          <a:p>
            <a:pPr rtl="0" fontAlgn="base">
              <a:spcBef>
                <a:spcPct val="0"/>
              </a:spcBef>
              <a:spcAft>
                <a:spcPct val="0"/>
              </a:spcAft>
              <a:defRPr/>
            </a:pPr>
            <a:fld id="{DAE0A98B-91D6-4D0A-A390-AF26B360F87A}" type="datetime1">
              <a:rPr lang="en-US" kern="1200">
                <a:solidFill>
                  <a:prstClr val="black">
                    <a:tint val="75000"/>
                  </a:prstClr>
                </a:solidFill>
                <a:ea typeface="+mn-ea"/>
              </a:rPr>
              <a:pPr rtl="0" fontAlgn="base">
                <a:spcBef>
                  <a:spcPct val="0"/>
                </a:spcBef>
                <a:spcAft>
                  <a:spcPct val="0"/>
                </a:spcAft>
                <a:defRPr/>
              </a:pPr>
              <a:t>7/18/2026</a:t>
            </a:fld>
            <a:endParaRPr lang="en-US" kern="1200">
              <a:solidFill>
                <a:prstClr val="black">
                  <a:tint val="75000"/>
                </a:prstClr>
              </a:solidFill>
              <a:ea typeface="+mn-ea"/>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smtClean="0">
                <a:solidFill>
                  <a:schemeClr val="tx1">
                    <a:tint val="75000"/>
                  </a:schemeClr>
                </a:solidFill>
                <a:latin typeface="Arial" pitchFamily="34" charset="0"/>
                <a:cs typeface="Arial" pitchFamily="34" charset="0"/>
              </a:defRPr>
            </a:lvl1pPr>
          </a:lstStyle>
          <a:p>
            <a:pPr rtl="0" fontAlgn="base">
              <a:spcBef>
                <a:spcPct val="0"/>
              </a:spcBef>
              <a:spcAft>
                <a:spcPct val="0"/>
              </a:spcAft>
              <a:defRPr/>
            </a:pPr>
            <a:endParaRPr lang="en-US" kern="1200">
              <a:solidFill>
                <a:prstClr val="black">
                  <a:tint val="75000"/>
                </a:prstClr>
              </a:solidFill>
              <a:ea typeface="+mn-ea"/>
            </a:endParaRP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smtClean="0">
                <a:solidFill>
                  <a:schemeClr val="tx1">
                    <a:tint val="75000"/>
                  </a:schemeClr>
                </a:solidFill>
                <a:latin typeface="Arial" pitchFamily="34" charset="0"/>
                <a:cs typeface="Arial" pitchFamily="34" charset="0"/>
              </a:defRPr>
            </a:lvl1pPr>
          </a:lstStyle>
          <a:p>
            <a:pPr rtl="0" fontAlgn="base">
              <a:spcBef>
                <a:spcPct val="0"/>
              </a:spcBef>
              <a:spcAft>
                <a:spcPct val="0"/>
              </a:spcAft>
              <a:defRPr/>
            </a:pPr>
            <a:fld id="{60DB935C-A2BB-404C-A6C5-67E9068028EC}" type="slidenum">
              <a:rPr lang="en-US" kern="1200">
                <a:solidFill>
                  <a:prstClr val="black">
                    <a:tint val="75000"/>
                  </a:prstClr>
                </a:solidFill>
                <a:ea typeface="+mn-ea"/>
              </a:rPr>
              <a:pPr rtl="0" fontAlgn="base">
                <a:spcBef>
                  <a:spcPct val="0"/>
                </a:spcBef>
                <a:spcAft>
                  <a:spcPct val="0"/>
                </a:spcAft>
                <a:defRPr/>
              </a:pPr>
              <a:t>‹#›</a:t>
            </a:fld>
            <a:endParaRPr lang="en-US" kern="1200">
              <a:solidFill>
                <a:prstClr val="black">
                  <a:tint val="75000"/>
                </a:prstClr>
              </a:solidFill>
              <a:ea typeface="+mn-ea"/>
            </a:endParaRPr>
          </a:p>
        </p:txBody>
      </p:sp>
    </p:spTree>
    <p:extLst>
      <p:ext uri="{BB962C8B-B14F-4D97-AF65-F5344CB8AC3E}">
        <p14:creationId xmlns:p14="http://schemas.microsoft.com/office/powerpoint/2010/main" val="185010654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Lst>
  <p:hf sldNum="0" hdr="0" ftr="0" dt="0"/>
  <p:txStyles>
    <p:titleStyle>
      <a:lvl1pPr algn="l" rtl="0" fontAlgn="base">
        <a:spcBef>
          <a:spcPct val="0"/>
        </a:spcBef>
        <a:spcAft>
          <a:spcPct val="0"/>
        </a:spcAft>
        <a:defRPr sz="3000" b="1" kern="1200" spc="-113">
          <a:solidFill>
            <a:schemeClr val="tx1"/>
          </a:solidFill>
          <a:latin typeface="Arial" pitchFamily="34" charset="0"/>
          <a:ea typeface="+mj-ea"/>
          <a:cs typeface="Arial" pitchFamily="34" charset="0"/>
        </a:defRPr>
      </a:lvl1pPr>
      <a:lvl2pPr algn="l" rtl="0" fontAlgn="base">
        <a:spcBef>
          <a:spcPct val="0"/>
        </a:spcBef>
        <a:spcAft>
          <a:spcPct val="0"/>
        </a:spcAft>
        <a:defRPr sz="3000" b="1">
          <a:solidFill>
            <a:schemeClr val="tx1"/>
          </a:solidFill>
          <a:latin typeface="Arial" charset="0"/>
          <a:cs typeface="Arial" charset="0"/>
        </a:defRPr>
      </a:lvl2pPr>
      <a:lvl3pPr algn="l" rtl="0" fontAlgn="base">
        <a:spcBef>
          <a:spcPct val="0"/>
        </a:spcBef>
        <a:spcAft>
          <a:spcPct val="0"/>
        </a:spcAft>
        <a:defRPr sz="3000" b="1">
          <a:solidFill>
            <a:schemeClr val="tx1"/>
          </a:solidFill>
          <a:latin typeface="Arial" charset="0"/>
          <a:cs typeface="Arial" charset="0"/>
        </a:defRPr>
      </a:lvl3pPr>
      <a:lvl4pPr algn="l" rtl="0" fontAlgn="base">
        <a:spcBef>
          <a:spcPct val="0"/>
        </a:spcBef>
        <a:spcAft>
          <a:spcPct val="0"/>
        </a:spcAft>
        <a:defRPr sz="3000" b="1">
          <a:solidFill>
            <a:schemeClr val="tx1"/>
          </a:solidFill>
          <a:latin typeface="Arial" charset="0"/>
          <a:cs typeface="Arial" charset="0"/>
        </a:defRPr>
      </a:lvl4pPr>
      <a:lvl5pPr algn="l" rtl="0" fontAlgn="base">
        <a:spcBef>
          <a:spcPct val="0"/>
        </a:spcBef>
        <a:spcAft>
          <a:spcPct val="0"/>
        </a:spcAft>
        <a:defRPr sz="3000" b="1">
          <a:solidFill>
            <a:schemeClr val="tx1"/>
          </a:solidFill>
          <a:latin typeface="Arial" charset="0"/>
          <a:cs typeface="Arial" charset="0"/>
        </a:defRPr>
      </a:lvl5pPr>
      <a:lvl6pPr marL="342900" algn="l" rtl="0" fontAlgn="base">
        <a:spcBef>
          <a:spcPct val="0"/>
        </a:spcBef>
        <a:spcAft>
          <a:spcPct val="0"/>
        </a:spcAft>
        <a:defRPr sz="3000" b="1">
          <a:solidFill>
            <a:schemeClr val="tx1"/>
          </a:solidFill>
          <a:latin typeface="Arial" charset="0"/>
          <a:cs typeface="Arial" charset="0"/>
        </a:defRPr>
      </a:lvl6pPr>
      <a:lvl7pPr marL="685800" algn="l" rtl="0" fontAlgn="base">
        <a:spcBef>
          <a:spcPct val="0"/>
        </a:spcBef>
        <a:spcAft>
          <a:spcPct val="0"/>
        </a:spcAft>
        <a:defRPr sz="3000" b="1">
          <a:solidFill>
            <a:schemeClr val="tx1"/>
          </a:solidFill>
          <a:latin typeface="Arial" charset="0"/>
          <a:cs typeface="Arial" charset="0"/>
        </a:defRPr>
      </a:lvl7pPr>
      <a:lvl8pPr marL="1028700" algn="l" rtl="0" fontAlgn="base">
        <a:spcBef>
          <a:spcPct val="0"/>
        </a:spcBef>
        <a:spcAft>
          <a:spcPct val="0"/>
        </a:spcAft>
        <a:defRPr sz="3000" b="1">
          <a:solidFill>
            <a:schemeClr val="tx1"/>
          </a:solidFill>
          <a:latin typeface="Arial" charset="0"/>
          <a:cs typeface="Arial" charset="0"/>
        </a:defRPr>
      </a:lvl8pPr>
      <a:lvl9pPr marL="1371600" algn="l" rtl="0" fontAlgn="base">
        <a:spcBef>
          <a:spcPct val="0"/>
        </a:spcBef>
        <a:spcAft>
          <a:spcPct val="0"/>
        </a:spcAft>
        <a:defRPr sz="3000" b="1">
          <a:solidFill>
            <a:schemeClr val="tx1"/>
          </a:solidFill>
          <a:latin typeface="Arial" charset="0"/>
          <a:cs typeface="Arial" charset="0"/>
        </a:defRPr>
      </a:lvl9pPr>
    </p:titleStyle>
    <p:bodyStyle>
      <a:lvl1pPr marL="257175" indent="-257175"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1pPr>
      <a:lvl2pPr marL="557213" indent="-214313" algn="l" rtl="0" fontAlgn="base">
        <a:spcBef>
          <a:spcPct val="20000"/>
        </a:spcBef>
        <a:spcAft>
          <a:spcPct val="0"/>
        </a:spcAft>
        <a:buFont typeface="Arial" charset="0"/>
        <a:buChar char="–"/>
        <a:defRPr sz="2100" kern="1200">
          <a:solidFill>
            <a:schemeClr val="tx1"/>
          </a:solidFill>
          <a:latin typeface="Arial" pitchFamily="34" charset="0"/>
          <a:ea typeface="+mn-ea"/>
          <a:cs typeface="Arial" pitchFamily="34" charset="0"/>
        </a:defRPr>
      </a:lvl2pPr>
      <a:lvl3pPr marL="857250" indent="-171450" algn="l" rtl="0" fontAlgn="base">
        <a:spcBef>
          <a:spcPct val="20000"/>
        </a:spcBef>
        <a:spcAft>
          <a:spcPct val="0"/>
        </a:spcAft>
        <a:buFont typeface="Arial" charset="0"/>
        <a:buChar char="•"/>
        <a:defRPr sz="1800" kern="1200">
          <a:solidFill>
            <a:schemeClr val="tx1"/>
          </a:solidFill>
          <a:latin typeface="Arial" pitchFamily="34" charset="0"/>
          <a:ea typeface="+mn-ea"/>
          <a:cs typeface="Arial" pitchFamily="34" charset="0"/>
        </a:defRPr>
      </a:lvl3pPr>
      <a:lvl4pPr marL="12001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4pPr>
      <a:lvl5pPr marL="15430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1.xml"/><Relationship Id="rId1" Type="http://schemas.openxmlformats.org/officeDocument/2006/relationships/slideLayout" Target="../slideLayouts/slideLayout39.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hyperlink" Target="https://deepmind.google/models/model-cards/" TargetMode="Externa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2.xml"/><Relationship Id="rId1" Type="http://schemas.openxmlformats.org/officeDocument/2006/relationships/slideLayout" Target="../slideLayouts/slideLayout39.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customXml" Target="../ink/ink5.xml"/><Relationship Id="rId4" Type="http://schemas.openxmlformats.org/officeDocument/2006/relationships/hyperlink" Target="https://github.com/gkamradt/LLMTest_NeedleInAHaystack/tree/main"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customXml" Target="../ink/ink6.xml"/></Relationships>
</file>

<file path=ppt/slides/_rels/slide9.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5.xml"/><Relationship Id="rId1" Type="http://schemas.openxmlformats.org/officeDocument/2006/relationships/slideLayout" Target="../slideLayouts/slideLayout39.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customXml" Target="../ink/ink9.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notesSlide" Target="../notesSlides/notesSlide9.xml"/><Relationship Id="rId1" Type="http://schemas.openxmlformats.org/officeDocument/2006/relationships/slideLayout" Target="../slideLayouts/slideLayout39.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notesSlide" Target="../notesSlides/notesSlide10.xml"/><Relationship Id="rId1" Type="http://schemas.openxmlformats.org/officeDocument/2006/relationships/slideLayout" Target="../slideLayouts/slideLayout39.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39.xml"/><Relationship Id="rId6" Type="http://schemas.openxmlformats.org/officeDocument/2006/relationships/customXml" Target="../ink/ink16.xml"/><Relationship Id="rId5" Type="http://schemas.openxmlformats.org/officeDocument/2006/relationships/image" Target="../media/image30.png"/><Relationship Id="rId4" Type="http://schemas.openxmlformats.org/officeDocument/2006/relationships/customXml" Target="../ink/ink15.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customXml" Target="../ink/ink17.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customXml" Target="../ink/ink18.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39.xml"/><Relationship Id="rId5" Type="http://schemas.openxmlformats.org/officeDocument/2006/relationships/image" Target="../media/image34.png"/><Relationship Id="rId4" Type="http://schemas.openxmlformats.org/officeDocument/2006/relationships/customXml" Target="../ink/ink19.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customXml" Target="../ink/ink20.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9.emf"/><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customXml" Target="../ink/ink21.xml"/><Relationship Id="rId4" Type="http://schemas.openxmlformats.org/officeDocument/2006/relationships/image" Target="../media/image200.pn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customXml" Target="../ink/ink22.xml"/><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customXml" Target="../ink/ink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customXml" Target="../ink/ink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customXml" Target="../ink/ink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7.png"/><Relationship Id="rId7" Type="http://schemas.openxmlformats.org/officeDocument/2006/relationships/customXml" Target="../ink/ink27.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customXml" Target="../ink/ink26.xml"/><Relationship Id="rId4" Type="http://schemas.openxmlformats.org/officeDocument/2006/relationships/image" Target="../media/image48.png"/></Relationships>
</file>

<file path=ppt/slides/_rels/slide27.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customXml" Target="../ink/ink28.xml"/><Relationship Id="rId7" Type="http://schemas.openxmlformats.org/officeDocument/2006/relationships/customXml" Target="../ink/ink30.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customXml" Target="../ink/ink29.xml"/><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3" Type="http://schemas.openxmlformats.org/officeDocument/2006/relationships/customXml" Target="../ink/ink31.xml"/><Relationship Id="rId2" Type="http://schemas.openxmlformats.org/officeDocument/2006/relationships/notesSlide" Target="../notesSlides/notesSlide16.xml"/><Relationship Id="rId1" Type="http://schemas.openxmlformats.org/officeDocument/2006/relationships/slideLayout" Target="../slideLayouts/slideLayout39.xml"/><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customXml" Target="../ink/ink32.xml"/><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3" Type="http://schemas.openxmlformats.org/officeDocument/2006/relationships/customXml" Target="../ink/ink33.xml"/><Relationship Id="rId2" Type="http://schemas.openxmlformats.org/officeDocument/2006/relationships/notesSlide" Target="../notesSlides/notesSlide18.xml"/><Relationship Id="rId1" Type="http://schemas.openxmlformats.org/officeDocument/2006/relationships/slideLayout" Target="../slideLayouts/slideLayout39.xml"/><Relationship Id="rId4" Type="http://schemas.openxmlformats.org/officeDocument/2006/relationships/image" Target="../media/image58.png"/></Relationships>
</file>

<file path=ppt/slides/_rels/slide31.xml.rels><?xml version="1.0" encoding="UTF-8" standalone="yes"?>
<Relationships xmlns="http://schemas.openxmlformats.org/package/2006/relationships"><Relationship Id="rId3" Type="http://schemas.openxmlformats.org/officeDocument/2006/relationships/customXml" Target="../ink/ink34.xml"/><Relationship Id="rId2" Type="http://schemas.openxmlformats.org/officeDocument/2006/relationships/notesSlide" Target="../notesSlides/notesSlide19.xml"/><Relationship Id="rId1" Type="http://schemas.openxmlformats.org/officeDocument/2006/relationships/slideLayout" Target="../slideLayouts/slideLayout39.xml"/><Relationship Id="rId4" Type="http://schemas.openxmlformats.org/officeDocument/2006/relationships/image" Target="../media/image59.png"/></Relationships>
</file>

<file path=ppt/slides/_rels/slide32.xml.rels><?xml version="1.0" encoding="UTF-8" standalone="yes"?>
<Relationships xmlns="http://schemas.openxmlformats.org/package/2006/relationships"><Relationship Id="rId3" Type="http://schemas.openxmlformats.org/officeDocument/2006/relationships/customXml" Target="../ink/ink35.xml"/><Relationship Id="rId2" Type="http://schemas.openxmlformats.org/officeDocument/2006/relationships/notesSlide" Target="../notesSlides/notesSlide20.xml"/><Relationship Id="rId1" Type="http://schemas.openxmlformats.org/officeDocument/2006/relationships/slideLayout" Target="../slideLayouts/slideLayout39.xml"/><Relationship Id="rId4" Type="http://schemas.openxmlformats.org/officeDocument/2006/relationships/image" Target="../media/image60.png"/></Relationships>
</file>

<file path=ppt/slides/_rels/slide33.xml.rels><?xml version="1.0" encoding="UTF-8" standalone="yes"?>
<Relationships xmlns="http://schemas.openxmlformats.org/package/2006/relationships"><Relationship Id="rId3" Type="http://schemas.openxmlformats.org/officeDocument/2006/relationships/customXml" Target="../ink/ink36.xml"/><Relationship Id="rId2" Type="http://schemas.openxmlformats.org/officeDocument/2006/relationships/notesSlide" Target="../notesSlides/notesSlide21.xml"/><Relationship Id="rId1" Type="http://schemas.openxmlformats.org/officeDocument/2006/relationships/slideLayout" Target="../slideLayouts/slideLayout39.xml"/><Relationship Id="rId4" Type="http://schemas.openxmlformats.org/officeDocument/2006/relationships/image" Target="../media/image61.png"/></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customXml" Target="../ink/ink3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customXml" Target="../ink/ink3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customXml" Target="../ink/ink39.xml"/><Relationship Id="rId2" Type="http://schemas.openxmlformats.org/officeDocument/2006/relationships/notesSlide" Target="../notesSlides/notesSlide22.xml"/><Relationship Id="rId1" Type="http://schemas.openxmlformats.org/officeDocument/2006/relationships/slideLayout" Target="../slideLayouts/slideLayout39.xml"/><Relationship Id="rId4" Type="http://schemas.openxmlformats.org/officeDocument/2006/relationships/image" Target="../media/image64.png"/></Relationships>
</file>

<file path=ppt/slides/_rels/slide3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3.xml"/><Relationship Id="rId1" Type="http://schemas.openxmlformats.org/officeDocument/2006/relationships/slideLayout" Target="../slideLayouts/slideLayout39.xml"/><Relationship Id="rId5" Type="http://schemas.openxmlformats.org/officeDocument/2006/relationships/image" Target="../media/image66.png"/><Relationship Id="rId4" Type="http://schemas.openxmlformats.org/officeDocument/2006/relationships/customXml" Target="../ink/ink4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9.xml"/></Relationships>
</file>

<file path=ppt/slides/_rels/slide40.xml.rels><?xml version="1.0" encoding="UTF-8" standalone="yes"?>
<Relationships xmlns="http://schemas.openxmlformats.org/package/2006/relationships"><Relationship Id="rId3" Type="http://schemas.openxmlformats.org/officeDocument/2006/relationships/customXml" Target="../ink/ink41.xml"/><Relationship Id="rId2" Type="http://schemas.openxmlformats.org/officeDocument/2006/relationships/notesSlide" Target="../notesSlides/notesSlide26.xml"/><Relationship Id="rId1" Type="http://schemas.openxmlformats.org/officeDocument/2006/relationships/slideLayout" Target="../slideLayouts/slideLayout15.xml"/><Relationship Id="rId4" Type="http://schemas.openxmlformats.org/officeDocument/2006/relationships/image" Target="../media/image6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914650" y="3714750"/>
            <a:ext cx="4629150" cy="1143000"/>
          </a:xfrm>
        </p:spPr>
        <p:txBody>
          <a:bodyPr/>
          <a:lstStyle/>
          <a:p>
            <a:pPr fontAlgn="auto">
              <a:spcAft>
                <a:spcPts val="0"/>
              </a:spcAft>
              <a:defRPr/>
            </a:pP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LLM for Gen AI</a:t>
            </a:r>
          </a:p>
        </p:txBody>
      </p:sp>
      <p:sp>
        <p:nvSpPr>
          <p:cNvPr id="14339" name="Content Placeholder 5"/>
          <p:cNvSpPr>
            <a:spLocks noGrp="1"/>
          </p:cNvSpPr>
          <p:nvPr>
            <p:ph sz="quarter" idx="13"/>
          </p:nvPr>
        </p:nvSpPr>
        <p:spPr/>
        <p:txBody>
          <a:bodyPr/>
          <a:lstStyle/>
          <a:p>
            <a:pPr eaLnBrk="1" hangingPunct="1">
              <a:spcBef>
                <a:spcPct val="0"/>
              </a:spcBef>
            </a:pPr>
            <a:r>
              <a:rPr lang="en-US" sz="1500" i="1" dirty="0">
                <a:latin typeface="Times New Roman" pitchFamily="18" charset="0"/>
                <a:cs typeface="Times New Roman" pitchFamily="18" charset="0"/>
              </a:rPr>
              <a:t>Dr. </a:t>
            </a:r>
            <a:r>
              <a:rPr lang="en-US" sz="1500" i="1" dirty="0" err="1">
                <a:latin typeface="Times New Roman" pitchFamily="18" charset="0"/>
                <a:cs typeface="Times New Roman" pitchFamily="18" charset="0"/>
              </a:rPr>
              <a:t>Monali</a:t>
            </a:r>
            <a:r>
              <a:rPr lang="en-US" sz="1500" i="1" dirty="0">
                <a:latin typeface="Times New Roman" pitchFamily="18" charset="0"/>
                <a:cs typeface="Times New Roman" pitchFamily="18" charset="0"/>
              </a:rPr>
              <a:t> </a:t>
            </a:r>
            <a:r>
              <a:rPr lang="en-US" sz="1500" i="1" dirty="0" err="1">
                <a:latin typeface="Times New Roman" pitchFamily="18" charset="0"/>
                <a:cs typeface="Times New Roman" pitchFamily="18" charset="0"/>
              </a:rPr>
              <a:t>Mavani</a:t>
            </a:r>
            <a:endParaRPr lang="en-US" sz="1500" i="1" dirty="0">
              <a:latin typeface="Times New Roman" pitchFamily="18" charset="0"/>
              <a:cs typeface="Times New Roman" pitchFamily="18" charset="0"/>
            </a:endParaRPr>
          </a:p>
        </p:txBody>
      </p:sp>
    </p:spTree>
    <p:extLst>
      <p:ext uri="{BB962C8B-B14F-4D97-AF65-F5344CB8AC3E}">
        <p14:creationId xmlns:p14="http://schemas.microsoft.com/office/powerpoint/2010/main" val="364593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34786" y="4133140"/>
            <a:ext cx="6777644" cy="848137"/>
          </a:xfrm>
          <a:prstGeom prst="rect">
            <a:avLst/>
          </a:prstGeom>
        </p:spPr>
        <p:txBody>
          <a:bodyPr vert="horz" wrap="square" lIns="0" tIns="24595" rIns="0" bIns="0" rtlCol="0">
            <a:spAutoFit/>
          </a:bodyPr>
          <a:lstStyle/>
          <a:p>
            <a:pPr marL="99961" marR="29325" indent="-93969" algn="l" rtl="0" fontAlgn="base">
              <a:lnSpc>
                <a:spcPts val="1153"/>
              </a:lnSpc>
              <a:spcBef>
                <a:spcPts val="194"/>
              </a:spcBef>
              <a:spcAft>
                <a:spcPct val="0"/>
              </a:spcAft>
              <a:buFont typeface="Arial MT"/>
              <a:buChar char="•"/>
              <a:tabLst>
                <a:tab pos="100276" algn="l"/>
              </a:tabLst>
            </a:pPr>
            <a:r>
              <a:rPr sz="1200" kern="1200" spc="-2" dirty="0">
                <a:solidFill>
                  <a:prstClr val="black"/>
                </a:solidFill>
                <a:latin typeface="Cambria" panose="02040503050406030204" pitchFamily="18" charset="0"/>
                <a:ea typeface="Cambria" panose="02040503050406030204" pitchFamily="18" charset="0"/>
                <a:cs typeface="Calibri"/>
              </a:rPr>
              <a:t>The </a:t>
            </a:r>
            <a:r>
              <a:rPr sz="1200" kern="1200" spc="-8" dirty="0">
                <a:solidFill>
                  <a:prstClr val="black"/>
                </a:solidFill>
                <a:latin typeface="Cambria" panose="02040503050406030204" pitchFamily="18" charset="0"/>
                <a:ea typeface="Cambria" panose="02040503050406030204" pitchFamily="18" charset="0"/>
                <a:cs typeface="Calibri"/>
              </a:rPr>
              <a:t>content </a:t>
            </a:r>
            <a:r>
              <a:rPr sz="1200" kern="1200" spc="-10" dirty="0">
                <a:solidFill>
                  <a:prstClr val="black"/>
                </a:solidFill>
                <a:latin typeface="Cambria" panose="02040503050406030204" pitchFamily="18" charset="0"/>
                <a:ea typeface="Cambria" panose="02040503050406030204" pitchFamily="18" charset="0"/>
                <a:cs typeface="Calibri"/>
              </a:rPr>
              <a:t>for </a:t>
            </a:r>
            <a:r>
              <a:rPr sz="1200" kern="1200" spc="-2" dirty="0">
                <a:solidFill>
                  <a:prstClr val="black"/>
                </a:solidFill>
                <a:latin typeface="Cambria" panose="02040503050406030204" pitchFamily="18" charset="0"/>
                <a:ea typeface="Cambria" panose="02040503050406030204" pitchFamily="18" charset="0"/>
                <a:cs typeface="Calibri"/>
              </a:rPr>
              <a:t>these slides has been </a:t>
            </a:r>
            <a:r>
              <a:rPr sz="1200" kern="1200" spc="-5" dirty="0">
                <a:solidFill>
                  <a:prstClr val="black"/>
                </a:solidFill>
                <a:latin typeface="Cambria" panose="02040503050406030204" pitchFamily="18" charset="0"/>
                <a:ea typeface="Cambria" panose="02040503050406030204" pitchFamily="18" charset="0"/>
                <a:cs typeface="Calibri"/>
              </a:rPr>
              <a:t>obtained </a:t>
            </a:r>
            <a:r>
              <a:rPr sz="1200" kern="1200" spc="-8" dirty="0">
                <a:solidFill>
                  <a:prstClr val="black"/>
                </a:solidFill>
                <a:latin typeface="Cambria" panose="02040503050406030204" pitchFamily="18" charset="0"/>
                <a:ea typeface="Cambria" panose="02040503050406030204" pitchFamily="18" charset="0"/>
                <a:cs typeface="Calibri"/>
              </a:rPr>
              <a:t>from </a:t>
            </a:r>
            <a:r>
              <a:rPr sz="1200" kern="1200" spc="-5" dirty="0">
                <a:solidFill>
                  <a:prstClr val="black"/>
                </a:solidFill>
                <a:latin typeface="Cambria" panose="02040503050406030204" pitchFamily="18" charset="0"/>
                <a:ea typeface="Cambria" panose="02040503050406030204" pitchFamily="18" charset="0"/>
                <a:cs typeface="Calibri"/>
              </a:rPr>
              <a:t>books </a:t>
            </a:r>
            <a:r>
              <a:rPr sz="1200" kern="1200" spc="-2" dirty="0">
                <a:solidFill>
                  <a:prstClr val="black"/>
                </a:solidFill>
                <a:latin typeface="Cambria" panose="02040503050406030204" pitchFamily="18" charset="0"/>
                <a:ea typeface="Cambria" panose="02040503050406030204" pitchFamily="18" charset="0"/>
                <a:cs typeface="Calibri"/>
              </a:rPr>
              <a:t>and </a:t>
            </a:r>
            <a:r>
              <a:rPr sz="1200" kern="1200" spc="-5" dirty="0">
                <a:solidFill>
                  <a:prstClr val="black"/>
                </a:solidFill>
                <a:latin typeface="Cambria" panose="02040503050406030204" pitchFamily="18" charset="0"/>
                <a:ea typeface="Cambria" panose="02040503050406030204" pitchFamily="18" charset="0"/>
                <a:cs typeface="Calibri"/>
              </a:rPr>
              <a:t>various other </a:t>
            </a:r>
            <a:r>
              <a:rPr sz="1200" kern="1200" spc="-236"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source</a:t>
            </a:r>
            <a:r>
              <a:rPr sz="1200" kern="1200" spc="-10"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on the </a:t>
            </a:r>
            <a:r>
              <a:rPr sz="1200" kern="1200" spc="-8" dirty="0">
                <a:solidFill>
                  <a:prstClr val="black"/>
                </a:solidFill>
                <a:latin typeface="Cambria" panose="02040503050406030204" pitchFamily="18" charset="0"/>
                <a:ea typeface="Cambria" panose="02040503050406030204" pitchFamily="18" charset="0"/>
                <a:cs typeface="Calibri"/>
              </a:rPr>
              <a:t>Internet</a:t>
            </a:r>
            <a:endParaRPr sz="1200" kern="1200" dirty="0">
              <a:solidFill>
                <a:prstClr val="black"/>
              </a:solidFill>
              <a:latin typeface="Cambria" panose="02040503050406030204" pitchFamily="18" charset="0"/>
              <a:ea typeface="Cambria" panose="02040503050406030204" pitchFamily="18" charset="0"/>
              <a:cs typeface="Calibri"/>
            </a:endParaRPr>
          </a:p>
          <a:p>
            <a:pPr marL="99961" indent="-93969" algn="l" rtl="0" fontAlgn="base">
              <a:spcBef>
                <a:spcPts val="258"/>
              </a:spcBef>
              <a:spcAft>
                <a:spcPct val="0"/>
              </a:spcAft>
              <a:buFont typeface="Arial MT"/>
              <a:buChar char="•"/>
              <a:tabLst>
                <a:tab pos="100276" algn="l"/>
              </a:tabLst>
            </a:pPr>
            <a:r>
              <a:rPr sz="1200" kern="1200" spc="-2" dirty="0">
                <a:solidFill>
                  <a:prstClr val="black"/>
                </a:solidFill>
                <a:latin typeface="Cambria" panose="02040503050406030204" pitchFamily="18" charset="0"/>
                <a:ea typeface="Cambria" panose="02040503050406030204" pitchFamily="18" charset="0"/>
                <a:cs typeface="Calibri"/>
              </a:rPr>
              <a:t>I</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8" dirty="0">
                <a:solidFill>
                  <a:prstClr val="black"/>
                </a:solidFill>
                <a:latin typeface="Cambria" panose="02040503050406030204" pitchFamily="18" charset="0"/>
                <a:ea typeface="Cambria" panose="02040503050406030204" pitchFamily="18" charset="0"/>
                <a:cs typeface="Calibri"/>
              </a:rPr>
              <a:t>here</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by</a:t>
            </a:r>
            <a:r>
              <a:rPr sz="1200" kern="1200" spc="2"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acknowledge</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all</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the</a:t>
            </a:r>
            <a:r>
              <a:rPr sz="1200" kern="1200" spc="2" dirty="0">
                <a:solidFill>
                  <a:prstClr val="black"/>
                </a:solidFill>
                <a:latin typeface="Cambria" panose="02040503050406030204" pitchFamily="18" charset="0"/>
                <a:ea typeface="Cambria" panose="02040503050406030204" pitchFamily="18" charset="0"/>
                <a:cs typeface="Calibri"/>
              </a:rPr>
              <a:t> </a:t>
            </a:r>
            <a:r>
              <a:rPr sz="1200" kern="1200" spc="-8" dirty="0">
                <a:solidFill>
                  <a:prstClr val="black"/>
                </a:solidFill>
                <a:latin typeface="Cambria" panose="02040503050406030204" pitchFamily="18" charset="0"/>
                <a:ea typeface="Cambria" panose="02040503050406030204" pitchFamily="18" charset="0"/>
                <a:cs typeface="Calibri"/>
              </a:rPr>
              <a:t>contributors</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10" dirty="0">
                <a:solidFill>
                  <a:prstClr val="black"/>
                </a:solidFill>
                <a:latin typeface="Cambria" panose="02040503050406030204" pitchFamily="18" charset="0"/>
                <a:ea typeface="Cambria" panose="02040503050406030204" pitchFamily="18" charset="0"/>
                <a:cs typeface="Calibri"/>
              </a:rPr>
              <a:t>for</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their</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material</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and</a:t>
            </a:r>
            <a:r>
              <a:rPr sz="1200" kern="1200" spc="2"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inputs.</a:t>
            </a:r>
            <a:endParaRPr sz="1200" kern="1200" dirty="0">
              <a:solidFill>
                <a:prstClr val="black"/>
              </a:solidFill>
              <a:latin typeface="Cambria" panose="02040503050406030204" pitchFamily="18" charset="0"/>
              <a:ea typeface="Cambria" panose="02040503050406030204" pitchFamily="18" charset="0"/>
              <a:cs typeface="Calibri"/>
            </a:endParaRPr>
          </a:p>
          <a:p>
            <a:pPr marL="99961" indent="-93969" algn="l" rtl="0" fontAlgn="base">
              <a:spcBef>
                <a:spcPts val="281"/>
              </a:spcBef>
              <a:spcAft>
                <a:spcPct val="0"/>
              </a:spcAft>
              <a:buFont typeface="Arial MT"/>
              <a:buChar char="•"/>
              <a:tabLst>
                <a:tab pos="100276" algn="l"/>
              </a:tabLst>
            </a:pPr>
            <a:r>
              <a:rPr sz="1200" kern="1200" spc="-2" dirty="0">
                <a:solidFill>
                  <a:prstClr val="black"/>
                </a:solidFill>
                <a:latin typeface="Cambria" panose="02040503050406030204" pitchFamily="18" charset="0"/>
                <a:ea typeface="Cambria" panose="02040503050406030204" pitchFamily="18" charset="0"/>
                <a:cs typeface="Calibri"/>
              </a:rPr>
              <a:t>I </a:t>
            </a:r>
            <a:r>
              <a:rPr sz="1200" kern="1200" spc="-10" dirty="0">
                <a:solidFill>
                  <a:prstClr val="black"/>
                </a:solidFill>
                <a:latin typeface="Cambria" panose="02040503050406030204" pitchFamily="18" charset="0"/>
                <a:ea typeface="Cambria" panose="02040503050406030204" pitchFamily="18" charset="0"/>
                <a:cs typeface="Calibri"/>
              </a:rPr>
              <a:t>have</a:t>
            </a:r>
            <a:r>
              <a:rPr sz="1200" kern="1200" spc="-2"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provided</a:t>
            </a:r>
            <a:r>
              <a:rPr sz="1200" kern="1200" spc="-8"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source</a:t>
            </a:r>
            <a:r>
              <a:rPr sz="1200" kern="1200" spc="-8" dirty="0">
                <a:solidFill>
                  <a:prstClr val="black"/>
                </a:solidFill>
                <a:latin typeface="Cambria" panose="02040503050406030204" pitchFamily="18" charset="0"/>
                <a:ea typeface="Cambria" panose="02040503050406030204" pitchFamily="18" charset="0"/>
                <a:cs typeface="Calibri"/>
              </a:rPr>
              <a:t> information</a:t>
            </a:r>
            <a:r>
              <a:rPr sz="1200" kern="1200" spc="-2" dirty="0">
                <a:solidFill>
                  <a:prstClr val="black"/>
                </a:solidFill>
                <a:latin typeface="Cambria" panose="02040503050406030204" pitchFamily="18" charset="0"/>
                <a:ea typeface="Cambria" panose="02040503050406030204" pitchFamily="18" charset="0"/>
                <a:cs typeface="Calibri"/>
              </a:rPr>
              <a:t> </a:t>
            </a:r>
            <a:r>
              <a:rPr sz="1200" kern="1200" spc="-8" dirty="0">
                <a:solidFill>
                  <a:prstClr val="black"/>
                </a:solidFill>
                <a:latin typeface="Cambria" panose="02040503050406030204" pitchFamily="18" charset="0"/>
                <a:ea typeface="Cambria" panose="02040503050406030204" pitchFamily="18" charset="0"/>
                <a:cs typeface="Calibri"/>
              </a:rPr>
              <a:t>wherever </a:t>
            </a:r>
            <a:r>
              <a:rPr sz="1200" kern="1200" spc="-2" dirty="0">
                <a:solidFill>
                  <a:prstClr val="black"/>
                </a:solidFill>
                <a:latin typeface="Cambria" panose="02040503050406030204" pitchFamily="18" charset="0"/>
                <a:ea typeface="Cambria" panose="02040503050406030204" pitchFamily="18" charset="0"/>
                <a:cs typeface="Calibri"/>
              </a:rPr>
              <a:t>necessary</a:t>
            </a:r>
            <a:endParaRPr sz="1200" kern="1200" dirty="0">
              <a:solidFill>
                <a:prstClr val="black"/>
              </a:solidFill>
              <a:latin typeface="Cambria" panose="02040503050406030204" pitchFamily="18" charset="0"/>
              <a:ea typeface="Cambria" panose="02040503050406030204" pitchFamily="18" charset="0"/>
              <a:cs typeface="Calibri"/>
            </a:endParaRPr>
          </a:p>
          <a:p>
            <a:pPr marL="99961" indent="-93969" algn="l" rtl="0" fontAlgn="base">
              <a:spcBef>
                <a:spcPts val="281"/>
              </a:spcBef>
              <a:spcAft>
                <a:spcPct val="0"/>
              </a:spcAft>
              <a:buFont typeface="Arial MT"/>
              <a:buChar char="•"/>
              <a:tabLst>
                <a:tab pos="100276" algn="l"/>
              </a:tabLst>
            </a:pPr>
            <a:r>
              <a:rPr sz="1200" kern="1200" spc="-2" dirty="0">
                <a:solidFill>
                  <a:prstClr val="black"/>
                </a:solidFill>
                <a:latin typeface="Cambria" panose="02040503050406030204" pitchFamily="18" charset="0"/>
                <a:ea typeface="Cambria" panose="02040503050406030204" pitchFamily="18" charset="0"/>
                <a:cs typeface="Calibri"/>
              </a:rPr>
              <a:t>I </a:t>
            </a:r>
            <a:r>
              <a:rPr sz="1200" kern="1200" spc="-10" dirty="0">
                <a:solidFill>
                  <a:prstClr val="black"/>
                </a:solidFill>
                <a:latin typeface="Cambria" panose="02040503050406030204" pitchFamily="18" charset="0"/>
                <a:ea typeface="Cambria" panose="02040503050406030204" pitchFamily="18" charset="0"/>
                <a:cs typeface="Calibri"/>
              </a:rPr>
              <a:t>have</a:t>
            </a:r>
            <a:r>
              <a:rPr sz="1200" kern="1200" spc="-2" dirty="0">
                <a:solidFill>
                  <a:prstClr val="black"/>
                </a:solidFill>
                <a:latin typeface="Cambria" panose="02040503050406030204" pitchFamily="18" charset="0"/>
                <a:ea typeface="Cambria" panose="02040503050406030204" pitchFamily="18" charset="0"/>
                <a:cs typeface="Calibri"/>
              </a:rPr>
              <a:t> added</a:t>
            </a:r>
            <a:r>
              <a:rPr sz="1200" kern="1200" spc="-8"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and </a:t>
            </a:r>
            <a:r>
              <a:rPr sz="1200" kern="1200" spc="-5" dirty="0">
                <a:solidFill>
                  <a:prstClr val="black"/>
                </a:solidFill>
                <a:latin typeface="Cambria" panose="02040503050406030204" pitchFamily="18" charset="0"/>
                <a:ea typeface="Cambria" panose="02040503050406030204" pitchFamily="18" charset="0"/>
                <a:cs typeface="Calibri"/>
              </a:rPr>
              <a:t>modified</a:t>
            </a:r>
            <a:r>
              <a:rPr sz="1200" kern="1200" spc="-8"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the</a:t>
            </a:r>
            <a:r>
              <a:rPr sz="1200" kern="1200" spc="-8" dirty="0">
                <a:solidFill>
                  <a:prstClr val="black"/>
                </a:solidFill>
                <a:latin typeface="Cambria" panose="02040503050406030204" pitchFamily="18" charset="0"/>
                <a:ea typeface="Cambria" panose="02040503050406030204" pitchFamily="18" charset="0"/>
                <a:cs typeface="Calibri"/>
              </a:rPr>
              <a:t> content to</a:t>
            </a:r>
            <a:r>
              <a:rPr sz="1200" kern="1200" spc="-2" dirty="0">
                <a:solidFill>
                  <a:prstClr val="black"/>
                </a:solidFill>
                <a:latin typeface="Cambria" panose="02040503050406030204" pitchFamily="18" charset="0"/>
                <a:ea typeface="Cambria" panose="02040503050406030204" pitchFamily="18" charset="0"/>
                <a:cs typeface="Calibri"/>
              </a:rPr>
              <a:t> suit the</a:t>
            </a:r>
            <a:r>
              <a:rPr sz="1200" kern="1200" spc="-8"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requirements</a:t>
            </a:r>
            <a:r>
              <a:rPr sz="1200" kern="1200" spc="-12"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of the</a:t>
            </a:r>
            <a:r>
              <a:rPr sz="1200" kern="1200" spc="-8" dirty="0">
                <a:solidFill>
                  <a:prstClr val="black"/>
                </a:solidFill>
                <a:latin typeface="Cambria" panose="02040503050406030204" pitchFamily="18" charset="0"/>
                <a:ea typeface="Cambria" panose="02040503050406030204" pitchFamily="18" charset="0"/>
                <a:cs typeface="Calibri"/>
              </a:rPr>
              <a:t> course</a:t>
            </a:r>
            <a:endParaRPr sz="1200" kern="1200" dirty="0">
              <a:solidFill>
                <a:prstClr val="black"/>
              </a:solidFill>
              <a:latin typeface="Cambria" panose="02040503050406030204" pitchFamily="18" charset="0"/>
              <a:ea typeface="Cambria" panose="02040503050406030204" pitchFamily="18" charset="0"/>
              <a:cs typeface="Calibri"/>
            </a:endParaRPr>
          </a:p>
        </p:txBody>
      </p:sp>
      <p:sp>
        <p:nvSpPr>
          <p:cNvPr id="4" name="object 4"/>
          <p:cNvSpPr txBox="1"/>
          <p:nvPr/>
        </p:nvSpPr>
        <p:spPr>
          <a:xfrm>
            <a:off x="2943389" y="2171701"/>
            <a:ext cx="4274196" cy="233216"/>
          </a:xfrm>
          <a:prstGeom prst="rect">
            <a:avLst/>
          </a:prstGeom>
        </p:spPr>
        <p:txBody>
          <a:bodyPr vert="horz" wrap="square" lIns="0" tIns="7568" rIns="0" bIns="0" rtlCol="0">
            <a:spAutoFit/>
          </a:bodyPr>
          <a:lstStyle/>
          <a:p>
            <a:pPr marL="6306" algn="l" rtl="0" fontAlgn="base">
              <a:spcBef>
                <a:spcPts val="59"/>
              </a:spcBef>
              <a:spcAft>
                <a:spcPct val="0"/>
              </a:spcAft>
            </a:pPr>
            <a:r>
              <a:rPr sz="1466" kern="1200" spc="-8" dirty="0">
                <a:solidFill>
                  <a:srgbClr val="1C1572"/>
                </a:solidFill>
                <a:latin typeface="Cambria" panose="02040503050406030204" pitchFamily="18" charset="0"/>
                <a:ea typeface="Cambria" panose="02040503050406030204" pitchFamily="18" charset="0"/>
                <a:cs typeface="Calibri Light"/>
              </a:rPr>
              <a:t>Disclaimer</a:t>
            </a:r>
            <a:r>
              <a:rPr sz="1466" kern="1200" spc="-35" dirty="0">
                <a:solidFill>
                  <a:srgbClr val="1C1572"/>
                </a:solidFill>
                <a:latin typeface="Cambria" panose="02040503050406030204" pitchFamily="18" charset="0"/>
                <a:ea typeface="Cambria" panose="02040503050406030204" pitchFamily="18" charset="0"/>
                <a:cs typeface="Calibri Light"/>
              </a:rPr>
              <a:t> </a:t>
            </a:r>
            <a:r>
              <a:rPr sz="1466" kern="1200" spc="-5" dirty="0">
                <a:solidFill>
                  <a:srgbClr val="1C1572"/>
                </a:solidFill>
                <a:latin typeface="Cambria" panose="02040503050406030204" pitchFamily="18" charset="0"/>
                <a:ea typeface="Cambria" panose="02040503050406030204" pitchFamily="18" charset="0"/>
                <a:cs typeface="Calibri Light"/>
              </a:rPr>
              <a:t>and</a:t>
            </a:r>
            <a:r>
              <a:rPr sz="1466" kern="1200" spc="-35" dirty="0">
                <a:solidFill>
                  <a:srgbClr val="1C1572"/>
                </a:solidFill>
                <a:latin typeface="Cambria" panose="02040503050406030204" pitchFamily="18" charset="0"/>
                <a:ea typeface="Cambria" panose="02040503050406030204" pitchFamily="18" charset="0"/>
                <a:cs typeface="Calibri Light"/>
              </a:rPr>
              <a:t> </a:t>
            </a:r>
            <a:r>
              <a:rPr sz="1466" kern="1200" spc="-12" dirty="0">
                <a:solidFill>
                  <a:srgbClr val="1C1572"/>
                </a:solidFill>
                <a:latin typeface="Cambria" panose="02040503050406030204" pitchFamily="18" charset="0"/>
                <a:ea typeface="Cambria" panose="02040503050406030204" pitchFamily="18" charset="0"/>
                <a:cs typeface="Calibri Light"/>
              </a:rPr>
              <a:t>Acknowledgement</a:t>
            </a:r>
            <a:endParaRPr sz="1466" kern="1200" dirty="0">
              <a:solidFill>
                <a:prstClr val="black"/>
              </a:solidFill>
              <a:latin typeface="Cambria" panose="02040503050406030204" pitchFamily="18" charset="0"/>
              <a:ea typeface="Cambria" panose="02040503050406030204" pitchFamily="18" charset="0"/>
              <a:cs typeface="Calibri Light"/>
            </a:endParaRPr>
          </a:p>
        </p:txBody>
      </p:sp>
      <p:pic>
        <p:nvPicPr>
          <p:cNvPr id="5" name="object 5"/>
          <p:cNvPicPr/>
          <p:nvPr/>
        </p:nvPicPr>
        <p:blipFill>
          <a:blip r:embed="rId2" cstate="print"/>
          <a:stretch>
            <a:fillRect/>
          </a:stretch>
        </p:blipFill>
        <p:spPr>
          <a:xfrm>
            <a:off x="3756597" y="2823275"/>
            <a:ext cx="815403" cy="891476"/>
          </a:xfrm>
          <a:prstGeom prst="rect">
            <a:avLst/>
          </a:prstGeom>
        </p:spPr>
      </p:pic>
    </p:spTree>
    <p:extLst>
      <p:ext uri="{BB962C8B-B14F-4D97-AF65-F5344CB8AC3E}">
        <p14:creationId xmlns:p14="http://schemas.microsoft.com/office/powerpoint/2010/main" val="3147285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p:txBody>
          <a:bodyPr>
            <a:normAutofit fontScale="92500" lnSpcReduction="20000"/>
          </a:bodyPr>
          <a:lstStyle/>
          <a:p>
            <a:pPr marL="457200" indent="-457200">
              <a:buFont typeface="Arial" panose="020B0604020202020204" pitchFamily="34" charset="0"/>
              <a:buChar char="•"/>
            </a:pPr>
            <a:r>
              <a:rPr lang="en-IN" sz="2800" spc="-45" dirty="0"/>
              <a:t>Motivation</a:t>
            </a:r>
          </a:p>
          <a:p>
            <a:pPr marL="457200" indent="-457200">
              <a:buFont typeface="Arial" panose="020B0604020202020204" pitchFamily="34" charset="0"/>
              <a:buChar char="•"/>
            </a:pPr>
            <a:r>
              <a:rPr lang="en-US" sz="2800" spc="-45" dirty="0"/>
              <a:t>Retriever–Generator framework</a:t>
            </a:r>
          </a:p>
          <a:p>
            <a:pPr marL="457200" indent="-457200" algn="l">
              <a:buFont typeface="Arial" panose="020B0604020202020204" pitchFamily="34" charset="0"/>
              <a:buChar char="•"/>
            </a:pPr>
            <a:r>
              <a:rPr lang="en-US" sz="2800" spc="-45" dirty="0"/>
              <a:t>Chunking strategies</a:t>
            </a:r>
          </a:p>
          <a:p>
            <a:pPr marL="457200" indent="-457200" algn="l">
              <a:buFont typeface="Arial" panose="020B0604020202020204" pitchFamily="34" charset="0"/>
              <a:buChar char="•"/>
            </a:pPr>
            <a:r>
              <a:rPr lang="en-US" sz="2800" spc="-45" dirty="0"/>
              <a:t>Retrieval </a:t>
            </a:r>
          </a:p>
          <a:p>
            <a:pPr marL="457200" indent="-457200">
              <a:buFont typeface="Arial" panose="020B0604020202020204" pitchFamily="34" charset="0"/>
              <a:buChar char="•"/>
            </a:pPr>
            <a:r>
              <a:rPr lang="en-IN" sz="2800" spc="-45" dirty="0"/>
              <a:t>Indexing and searching</a:t>
            </a:r>
          </a:p>
          <a:p>
            <a:pPr marL="457200" indent="-457200" algn="l">
              <a:buFont typeface="Arial" panose="020B0604020202020204" pitchFamily="34" charset="0"/>
              <a:buChar char="•"/>
            </a:pPr>
            <a:r>
              <a:rPr lang="en-US" sz="2800" spc="-45" dirty="0"/>
              <a:t>Reranking</a:t>
            </a:r>
          </a:p>
          <a:p>
            <a:pPr marL="457200" indent="-457200" algn="l">
              <a:buFont typeface="Arial" panose="020B0604020202020204" pitchFamily="34" charset="0"/>
              <a:buChar char="•"/>
            </a:pPr>
            <a:r>
              <a:rPr lang="en-US" sz="2800" spc="-45" dirty="0"/>
              <a:t>Context Engineering</a:t>
            </a:r>
          </a:p>
          <a:p>
            <a:pPr marL="457200" indent="-457200">
              <a:buFont typeface="Arial" panose="020B0604020202020204" pitchFamily="34" charset="0"/>
              <a:buChar char="•"/>
            </a:pPr>
            <a:r>
              <a:rPr lang="en-IN" sz="2800" spc="-45" dirty="0"/>
              <a:t>Advanced RAG</a:t>
            </a:r>
          </a:p>
          <a:p>
            <a:pPr marL="457200" indent="-457200" algn="l">
              <a:buFont typeface="Arial" panose="020B0604020202020204" pitchFamily="34" charset="0"/>
              <a:buChar char="•"/>
            </a:pPr>
            <a:r>
              <a:rPr lang="en-US" sz="2800" spc="-45" dirty="0"/>
              <a:t>Agentic RAG</a:t>
            </a:r>
          </a:p>
          <a:p>
            <a:br>
              <a:rPr lang="en-IN" sz="2800" dirty="0"/>
            </a:br>
            <a:endParaRPr lang="en-IN" sz="2800" spc="-10" dirty="0"/>
          </a:p>
          <a:p>
            <a:br>
              <a:rPr lang="en-IN" sz="2800" dirty="0"/>
            </a:br>
            <a:endParaRPr lang="en-IN" sz="2800" spc="-10" dirty="0">
              <a:latin typeface="Cambria" panose="02040503050406030204" pitchFamily="18" charset="0"/>
              <a:ea typeface="Cambria" panose="02040503050406030204" pitchFamily="18" charset="0"/>
            </a:endParaRPr>
          </a:p>
          <a:p>
            <a:pPr marL="457200" indent="-457200">
              <a:buFont typeface="Arial" panose="020B0604020202020204" pitchFamily="34" charset="0"/>
              <a:buChar char="•"/>
            </a:pPr>
            <a:endParaRPr lang="en-IN" sz="2800" spc="-10" dirty="0">
              <a:latin typeface="Cambria" panose="02040503050406030204" pitchFamily="18" charset="0"/>
              <a:ea typeface="Cambria" panose="02040503050406030204" pitchFamily="18" charset="0"/>
            </a:endParaRPr>
          </a:p>
          <a:p>
            <a:pPr marL="457200" indent="-457200">
              <a:buFont typeface="Arial" panose="020B0604020202020204" pitchFamily="34" charset="0"/>
              <a:buChar char="•"/>
            </a:pPr>
            <a:endParaRPr lang="en-IN" sz="2800" dirty="0">
              <a:latin typeface="Cambria" panose="02040503050406030204" pitchFamily="18" charset="0"/>
              <a:ea typeface="Cambria" panose="02040503050406030204" pitchFamily="18" charset="0"/>
            </a:endParaRPr>
          </a:p>
        </p:txBody>
      </p:sp>
      <p:sp>
        <p:nvSpPr>
          <p:cNvPr id="5" name="Title 4"/>
          <p:cNvSpPr>
            <a:spLocks noGrp="1"/>
          </p:cNvSpPr>
          <p:nvPr>
            <p:ph type="title"/>
          </p:nvPr>
        </p:nvSpPr>
        <p:spPr/>
        <p:txBody>
          <a:bodyPr/>
          <a:lstStyle/>
          <a:p>
            <a:r>
              <a:rPr lang="en-US" dirty="0"/>
              <a:t>Session Agenda</a:t>
            </a:r>
            <a:br>
              <a:rPr lang="en-IN" dirty="0"/>
            </a:br>
            <a:endParaRPr lang="en-IN"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37D188B0-438C-F3E4-F387-D6E14A84560A}"/>
                  </a:ext>
                </a:extLst>
              </p14:cNvPr>
              <p14:cNvContentPartPr/>
              <p14:nvPr/>
            </p14:nvContentPartPr>
            <p14:xfrm>
              <a:off x="1255680" y="1847520"/>
              <a:ext cx="4629960" cy="2746080"/>
            </p14:xfrm>
          </p:contentPart>
        </mc:Choice>
        <mc:Fallback>
          <p:pic>
            <p:nvPicPr>
              <p:cNvPr id="3" name="Ink 2">
                <a:extLst>
                  <a:ext uri="{FF2B5EF4-FFF2-40B4-BE49-F238E27FC236}">
                    <a16:creationId xmlns:a16="http://schemas.microsoft.com/office/drawing/2014/main" id="{37D188B0-438C-F3E4-F387-D6E14A84560A}"/>
                  </a:ext>
                </a:extLst>
              </p:cNvPr>
              <p:cNvPicPr/>
              <p:nvPr/>
            </p:nvPicPr>
            <p:blipFill>
              <a:blip r:embed="rId3"/>
              <a:stretch>
                <a:fillRect/>
              </a:stretch>
            </p:blipFill>
            <p:spPr>
              <a:xfrm>
                <a:off x="1246320" y="1838160"/>
                <a:ext cx="4648680" cy="2764800"/>
              </a:xfrm>
              <a:prstGeom prst="rect">
                <a:avLst/>
              </a:prstGeom>
            </p:spPr>
          </p:pic>
        </mc:Fallback>
      </mc:AlternateContent>
    </p:spTree>
    <p:extLst>
      <p:ext uri="{BB962C8B-B14F-4D97-AF65-F5344CB8AC3E}">
        <p14:creationId xmlns:p14="http://schemas.microsoft.com/office/powerpoint/2010/main" val="985745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0040" y="528994"/>
            <a:ext cx="8229600" cy="566928"/>
          </a:xfrm>
          <a:prstGeom prst="rect">
            <a:avLst/>
          </a:prstGeom>
        </p:spPr>
        <p:txBody>
          <a:bodyPr vert="horz" wrap="square" lIns="0" tIns="12700" rIns="0" bIns="0" rtlCol="0" anchor="ctr">
            <a:spAutoFit/>
          </a:bodyPr>
          <a:lstStyle/>
          <a:p>
            <a:pPr marL="12700" algn="l">
              <a:spcBef>
                <a:spcPts val="100"/>
              </a:spcBef>
            </a:pPr>
            <a:r>
              <a:rPr lang="en-US" sz="3600" spc="-45" dirty="0">
                <a:latin typeface="Cambria" panose="02040503050406030204" pitchFamily="18" charset="0"/>
                <a:ea typeface="Cambria" panose="02040503050406030204" pitchFamily="18" charset="0"/>
                <a:cs typeface="+mj-cs"/>
              </a:rPr>
              <a:t>Why LLMs need external knowledge</a:t>
            </a:r>
          </a:p>
        </p:txBody>
      </p:sp>
      <p:sp>
        <p:nvSpPr>
          <p:cNvPr id="3" name="Text 1"/>
          <p:cNvSpPr/>
          <p:nvPr/>
        </p:nvSpPr>
        <p:spPr>
          <a:xfrm>
            <a:off x="137160" y="1477300"/>
            <a:ext cx="8229600" cy="329184"/>
          </a:xfrm>
          <a:prstGeom prst="rect">
            <a:avLst/>
          </a:prstGeom>
          <a:noFill/>
          <a:ln/>
        </p:spPr>
        <p:txBody>
          <a:bodyPr wrap="square" lIns="0" tIns="0" rIns="0" bIns="0" rtlCol="0" anchor="ctr"/>
          <a:lstStyle/>
          <a:p>
            <a:r>
              <a:rPr lang="en-US" sz="2000" i="1" dirty="0">
                <a:solidFill>
                  <a:srgbClr val="595959"/>
                </a:solidFill>
                <a:latin typeface="Calibri" pitchFamily="34" charset="0"/>
                <a:ea typeface="Calibri" pitchFamily="34" charset="-122"/>
                <a:cs typeface="Calibri" pitchFamily="34" charset="-120"/>
              </a:rPr>
              <a:t>Everything an LLM knows is stored in its weights — and that has hard limits.</a:t>
            </a:r>
            <a:endParaRPr lang="en-US" sz="2000" dirty="0"/>
          </a:p>
        </p:txBody>
      </p:sp>
      <p:sp>
        <p:nvSpPr>
          <p:cNvPr id="4" name="Shape 2"/>
          <p:cNvSpPr/>
          <p:nvPr/>
        </p:nvSpPr>
        <p:spPr>
          <a:xfrm>
            <a:off x="369025" y="1898067"/>
            <a:ext cx="3977640" cy="4080510"/>
          </a:xfrm>
          <a:prstGeom prst="roundRect">
            <a:avLst>
              <a:gd name="adj" fmla="val 1600"/>
            </a:avLst>
          </a:prstGeom>
          <a:solidFill>
            <a:srgbClr val="E9EFF7"/>
          </a:solidFill>
          <a:ln w="9525">
            <a:solidFill>
              <a:srgbClr val="1F3864"/>
            </a:solidFill>
            <a:prstDash val="solid"/>
          </a:ln>
        </p:spPr>
        <p:txBody>
          <a:bodyPr/>
          <a:lstStyle/>
          <a:p>
            <a:pPr>
              <a:spcAft>
                <a:spcPts val="1000"/>
              </a:spcAft>
              <a:buSzPct val="100000"/>
            </a:pPr>
            <a:r>
              <a:rPr lang="en-US" sz="2000" b="1" dirty="0">
                <a:solidFill>
                  <a:srgbClr val="1F3864"/>
                </a:solidFill>
                <a:latin typeface="Calibri" pitchFamily="34" charset="0"/>
                <a:ea typeface="Calibri" pitchFamily="34" charset="-122"/>
                <a:cs typeface="Calibri" pitchFamily="34" charset="-120"/>
              </a:rPr>
              <a:t>Parametric knowledge (in weights)</a:t>
            </a:r>
            <a:endParaRPr lang="en-US" sz="2000" dirty="0"/>
          </a:p>
          <a:p>
            <a:pPr marL="342900" indent="-342900">
              <a:spcAft>
                <a:spcPts val="1000"/>
              </a:spcAft>
              <a:buSzPct val="100000"/>
              <a:buFont typeface="Arial" panose="020B0604020202020204" pitchFamily="34" charset="0"/>
              <a:buChar char="•"/>
            </a:pPr>
            <a:r>
              <a:rPr lang="en-US" sz="2000" dirty="0">
                <a:solidFill>
                  <a:srgbClr val="2B2B2B"/>
                </a:solidFill>
                <a:latin typeface="Calibri" pitchFamily="34" charset="0"/>
                <a:ea typeface="Calibri" pitchFamily="34" charset="-122"/>
                <a:cs typeface="Calibri" pitchFamily="34" charset="-120"/>
              </a:rPr>
              <a:t>Frozen at training time — no new facts after the cutoff</a:t>
            </a:r>
            <a:endParaRPr lang="en-US" sz="2000" dirty="0"/>
          </a:p>
          <a:p>
            <a:pPr marL="342900" indent="-342900">
              <a:spcAft>
                <a:spcPts val="1000"/>
              </a:spcAft>
              <a:buSzPct val="100000"/>
              <a:buFont typeface="Arial" panose="020B0604020202020204" pitchFamily="34" charset="0"/>
              <a:buChar char="•"/>
            </a:pPr>
            <a:r>
              <a:rPr lang="en-US" sz="2000" dirty="0">
                <a:solidFill>
                  <a:srgbClr val="2B2B2B"/>
                </a:solidFill>
                <a:latin typeface="Calibri" pitchFamily="34" charset="0"/>
                <a:ea typeface="Calibri" pitchFamily="34" charset="-122"/>
                <a:cs typeface="Calibri" pitchFamily="34" charset="-120"/>
              </a:rPr>
              <a:t>Opaque — no way to see where an answer came from</a:t>
            </a:r>
            <a:endParaRPr lang="en-US" sz="2000" dirty="0"/>
          </a:p>
          <a:p>
            <a:pPr marL="342900" indent="-342900">
              <a:spcAft>
                <a:spcPts val="1000"/>
              </a:spcAft>
              <a:buSzPct val="100000"/>
              <a:buFont typeface="Arial" panose="020B0604020202020204" pitchFamily="34" charset="0"/>
              <a:buChar char="•"/>
            </a:pPr>
            <a:r>
              <a:rPr lang="en-US" sz="2000" dirty="0">
                <a:solidFill>
                  <a:srgbClr val="2B2B2B"/>
                </a:solidFill>
                <a:latin typeface="Calibri" pitchFamily="34" charset="0"/>
                <a:ea typeface="Calibri" pitchFamily="34" charset="-122"/>
                <a:cs typeface="Calibri" pitchFamily="34" charset="-120"/>
              </a:rPr>
              <a:t>Expensive to update — changing facts means retraining</a:t>
            </a:r>
            <a:endParaRPr lang="en-US" sz="2000" dirty="0"/>
          </a:p>
          <a:p>
            <a:pPr marL="342900" indent="-342900">
              <a:spcAft>
                <a:spcPts val="1000"/>
              </a:spcAft>
              <a:buSzPct val="100000"/>
              <a:buFont typeface="Arial" panose="020B0604020202020204" pitchFamily="34" charset="0"/>
              <a:buChar char="•"/>
            </a:pPr>
            <a:r>
              <a:rPr lang="en-US" sz="2000" dirty="0">
                <a:solidFill>
                  <a:srgbClr val="2B2B2B"/>
                </a:solidFill>
                <a:latin typeface="Calibri" pitchFamily="34" charset="0"/>
                <a:ea typeface="Calibri" pitchFamily="34" charset="-122"/>
                <a:cs typeface="Calibri" pitchFamily="34" charset="-120"/>
              </a:rPr>
              <a:t>No access to your data — private documents were never in the training set</a:t>
            </a:r>
            <a:endParaRPr lang="en-US" sz="2000" dirty="0"/>
          </a:p>
          <a:p>
            <a:pPr marL="342900" indent="-342900">
              <a:buFont typeface="Arial" panose="020B0604020202020204" pitchFamily="34" charset="0"/>
              <a:buChar char="•"/>
            </a:pPr>
            <a:endParaRPr lang="en-IN" sz="2000" dirty="0"/>
          </a:p>
        </p:txBody>
      </p:sp>
      <p:sp>
        <p:nvSpPr>
          <p:cNvPr id="6" name="Text 4"/>
          <p:cNvSpPr/>
          <p:nvPr/>
        </p:nvSpPr>
        <p:spPr>
          <a:xfrm>
            <a:off x="685800" y="2686050"/>
            <a:ext cx="3566160" cy="2743200"/>
          </a:xfrm>
          <a:prstGeom prst="rect">
            <a:avLst/>
          </a:prstGeom>
          <a:noFill/>
          <a:ln/>
        </p:spPr>
        <p:txBody>
          <a:bodyPr wrap="square" rtlCol="0" anchor="t"/>
          <a:lstStyle/>
          <a:p>
            <a:pPr marL="342900" indent="-342900">
              <a:spcAft>
                <a:spcPts val="1000"/>
              </a:spcAft>
              <a:buSzPct val="100000"/>
              <a:buChar char="♦"/>
            </a:pPr>
            <a:endParaRPr lang="en-US" sz="2000" dirty="0"/>
          </a:p>
        </p:txBody>
      </p:sp>
      <p:sp>
        <p:nvSpPr>
          <p:cNvPr id="7" name="Shape 5"/>
          <p:cNvSpPr/>
          <p:nvPr/>
        </p:nvSpPr>
        <p:spPr>
          <a:xfrm>
            <a:off x="4732020" y="2037531"/>
            <a:ext cx="3977640" cy="3429000"/>
          </a:xfrm>
          <a:prstGeom prst="roundRect">
            <a:avLst>
              <a:gd name="adj" fmla="val 1600"/>
            </a:avLst>
          </a:prstGeom>
          <a:solidFill>
            <a:srgbClr val="FBECEC"/>
          </a:solidFill>
          <a:ln w="9525">
            <a:solidFill>
              <a:srgbClr val="C00000"/>
            </a:solidFill>
            <a:prstDash val="solid"/>
          </a:ln>
        </p:spPr>
        <p:txBody>
          <a:bodyPr/>
          <a:lstStyle/>
          <a:p>
            <a:endParaRPr lang="en-IN" sz="2000"/>
          </a:p>
        </p:txBody>
      </p:sp>
      <p:sp>
        <p:nvSpPr>
          <p:cNvPr id="8" name="Text 6"/>
          <p:cNvSpPr/>
          <p:nvPr/>
        </p:nvSpPr>
        <p:spPr>
          <a:xfrm>
            <a:off x="4937760" y="2274570"/>
            <a:ext cx="3566160" cy="320040"/>
          </a:xfrm>
          <a:prstGeom prst="rect">
            <a:avLst/>
          </a:prstGeom>
          <a:noFill/>
          <a:ln/>
        </p:spPr>
        <p:txBody>
          <a:bodyPr wrap="square" lIns="0" tIns="0" rIns="0" bIns="0" rtlCol="0" anchor="ctr"/>
          <a:lstStyle/>
          <a:p>
            <a:r>
              <a:rPr lang="en-US" sz="2000" b="1" dirty="0">
                <a:solidFill>
                  <a:srgbClr val="C00000"/>
                </a:solidFill>
                <a:latin typeface="Calibri" pitchFamily="34" charset="0"/>
                <a:ea typeface="Calibri" pitchFamily="34" charset="-122"/>
                <a:cs typeface="Calibri" pitchFamily="34" charset="-120"/>
              </a:rPr>
              <a:t>How it shows up in answers</a:t>
            </a:r>
            <a:endParaRPr lang="en-US" sz="2000" dirty="0"/>
          </a:p>
        </p:txBody>
      </p:sp>
      <p:sp>
        <p:nvSpPr>
          <p:cNvPr id="9" name="Text 7"/>
          <p:cNvSpPr/>
          <p:nvPr/>
        </p:nvSpPr>
        <p:spPr>
          <a:xfrm>
            <a:off x="4937760" y="2731770"/>
            <a:ext cx="3566160" cy="274320"/>
          </a:xfrm>
          <a:prstGeom prst="rect">
            <a:avLst/>
          </a:prstGeom>
          <a:noFill/>
          <a:ln/>
        </p:spPr>
        <p:txBody>
          <a:bodyPr wrap="square" lIns="0" tIns="0" rIns="0" bIns="0" rtlCol="0" anchor="ctr"/>
          <a:lstStyle/>
          <a:p>
            <a:r>
              <a:rPr lang="en-US" sz="2000" b="1" i="1" dirty="0">
                <a:solidFill>
                  <a:srgbClr val="2B2B2B"/>
                </a:solidFill>
                <a:latin typeface="Calibri" pitchFamily="34" charset="0"/>
                <a:ea typeface="Calibri" pitchFamily="34" charset="-122"/>
                <a:cs typeface="Calibri" pitchFamily="34" charset="-120"/>
              </a:rPr>
              <a:t>“Who won yesterday?”</a:t>
            </a:r>
            <a:endParaRPr lang="en-US" sz="2000" dirty="0"/>
          </a:p>
        </p:txBody>
      </p:sp>
      <p:sp>
        <p:nvSpPr>
          <p:cNvPr id="10" name="Text 8"/>
          <p:cNvSpPr/>
          <p:nvPr/>
        </p:nvSpPr>
        <p:spPr>
          <a:xfrm>
            <a:off x="4937760" y="3006090"/>
            <a:ext cx="3566160" cy="502920"/>
          </a:xfrm>
          <a:prstGeom prst="rect">
            <a:avLst/>
          </a:prstGeom>
          <a:noFill/>
          <a:ln/>
        </p:spPr>
        <p:txBody>
          <a:bodyPr wrap="square" lIns="0" tIns="0" rIns="0" bIns="0" rtlCol="0" anchor="ctr"/>
          <a:lstStyle/>
          <a:p>
            <a:r>
              <a:rPr lang="en-US" sz="2000" dirty="0">
                <a:solidFill>
                  <a:srgbClr val="595959"/>
                </a:solidFill>
                <a:latin typeface="Calibri" pitchFamily="34" charset="0"/>
                <a:ea typeface="Calibri" pitchFamily="34" charset="-122"/>
                <a:cs typeface="Calibri" pitchFamily="34" charset="-120"/>
              </a:rPr>
              <a:t>Stale or refused — the event is past the cutoff</a:t>
            </a:r>
            <a:endParaRPr lang="en-US" sz="2000" dirty="0"/>
          </a:p>
        </p:txBody>
      </p:sp>
      <p:sp>
        <p:nvSpPr>
          <p:cNvPr id="11" name="Text 9"/>
          <p:cNvSpPr/>
          <p:nvPr/>
        </p:nvSpPr>
        <p:spPr>
          <a:xfrm>
            <a:off x="4937760" y="3600450"/>
            <a:ext cx="3566160" cy="274320"/>
          </a:xfrm>
          <a:prstGeom prst="rect">
            <a:avLst/>
          </a:prstGeom>
          <a:noFill/>
          <a:ln/>
        </p:spPr>
        <p:txBody>
          <a:bodyPr wrap="square" lIns="0" tIns="0" rIns="0" bIns="0" rtlCol="0" anchor="ctr"/>
          <a:lstStyle/>
          <a:p>
            <a:r>
              <a:rPr lang="en-US" sz="2000" b="1" i="1" dirty="0">
                <a:solidFill>
                  <a:srgbClr val="2B2B2B"/>
                </a:solidFill>
                <a:latin typeface="Calibri" pitchFamily="34" charset="0"/>
                <a:ea typeface="Calibri" pitchFamily="34" charset="-122"/>
                <a:cs typeface="Calibri" pitchFamily="34" charset="-120"/>
              </a:rPr>
              <a:t>“What is our leave policy?”</a:t>
            </a:r>
            <a:endParaRPr lang="en-US" sz="2000" dirty="0"/>
          </a:p>
        </p:txBody>
      </p:sp>
      <p:sp>
        <p:nvSpPr>
          <p:cNvPr id="12" name="Text 10"/>
          <p:cNvSpPr/>
          <p:nvPr/>
        </p:nvSpPr>
        <p:spPr>
          <a:xfrm>
            <a:off x="4937760" y="3874770"/>
            <a:ext cx="3566160" cy="502920"/>
          </a:xfrm>
          <a:prstGeom prst="rect">
            <a:avLst/>
          </a:prstGeom>
          <a:noFill/>
          <a:ln/>
        </p:spPr>
        <p:txBody>
          <a:bodyPr wrap="square" lIns="0" tIns="0" rIns="0" bIns="0" rtlCol="0" anchor="ctr"/>
          <a:lstStyle/>
          <a:p>
            <a:r>
              <a:rPr lang="en-US" sz="2000" dirty="0">
                <a:solidFill>
                  <a:srgbClr val="595959"/>
                </a:solidFill>
                <a:latin typeface="Calibri" pitchFamily="34" charset="0"/>
                <a:ea typeface="Calibri" pitchFamily="34" charset="-122"/>
                <a:cs typeface="Calibri" pitchFamily="34" charset="-120"/>
              </a:rPr>
              <a:t>Hallucinated — your policy was never seen</a:t>
            </a:r>
            <a:endParaRPr lang="en-US" sz="2000" dirty="0"/>
          </a:p>
        </p:txBody>
      </p:sp>
      <p:sp>
        <p:nvSpPr>
          <p:cNvPr id="13" name="Text 11"/>
          <p:cNvSpPr/>
          <p:nvPr/>
        </p:nvSpPr>
        <p:spPr>
          <a:xfrm>
            <a:off x="4937760" y="4469130"/>
            <a:ext cx="3566160" cy="274320"/>
          </a:xfrm>
          <a:prstGeom prst="rect">
            <a:avLst/>
          </a:prstGeom>
          <a:noFill/>
          <a:ln/>
        </p:spPr>
        <p:txBody>
          <a:bodyPr wrap="square" lIns="0" tIns="0" rIns="0" bIns="0" rtlCol="0" anchor="ctr"/>
          <a:lstStyle/>
          <a:p>
            <a:r>
              <a:rPr lang="en-US" sz="2000" b="1" i="1" dirty="0">
                <a:solidFill>
                  <a:srgbClr val="2B2B2B"/>
                </a:solidFill>
                <a:latin typeface="Calibri" pitchFamily="34" charset="0"/>
                <a:ea typeface="Calibri" pitchFamily="34" charset="-122"/>
                <a:cs typeface="Calibri" pitchFamily="34" charset="-120"/>
              </a:rPr>
              <a:t>“Where did that come from?”</a:t>
            </a:r>
            <a:endParaRPr lang="en-US" sz="2000" dirty="0"/>
          </a:p>
        </p:txBody>
      </p:sp>
      <p:sp>
        <p:nvSpPr>
          <p:cNvPr id="14" name="Text 12"/>
          <p:cNvSpPr/>
          <p:nvPr/>
        </p:nvSpPr>
        <p:spPr>
          <a:xfrm>
            <a:off x="4937760" y="4743450"/>
            <a:ext cx="3566160" cy="502920"/>
          </a:xfrm>
          <a:prstGeom prst="rect">
            <a:avLst/>
          </a:prstGeom>
          <a:noFill/>
          <a:ln/>
        </p:spPr>
        <p:txBody>
          <a:bodyPr wrap="square" lIns="0" tIns="0" rIns="0" bIns="0" rtlCol="0" anchor="ctr"/>
          <a:lstStyle/>
          <a:p>
            <a:r>
              <a:rPr lang="en-US" sz="2000" dirty="0">
                <a:solidFill>
                  <a:srgbClr val="595959"/>
                </a:solidFill>
                <a:latin typeface="Calibri" pitchFamily="34" charset="0"/>
                <a:ea typeface="Calibri" pitchFamily="34" charset="-122"/>
                <a:cs typeface="Calibri" pitchFamily="34" charset="-120"/>
              </a:rPr>
              <a:t>No citation possible — weights have no sources</a:t>
            </a:r>
            <a:endParaRPr lang="en-US" sz="2000" dirty="0"/>
          </a:p>
        </p:txBody>
      </p:sp>
      <p:sp>
        <p:nvSpPr>
          <p:cNvPr id="17" name="TextBox 16">
            <a:extLst>
              <a:ext uri="{FF2B5EF4-FFF2-40B4-BE49-F238E27FC236}">
                <a16:creationId xmlns:a16="http://schemas.microsoft.com/office/drawing/2014/main" id="{EAD5CF26-66EB-2171-4BAB-4BE37E9E2F69}"/>
              </a:ext>
            </a:extLst>
          </p:cNvPr>
          <p:cNvSpPr txBox="1"/>
          <p:nvPr/>
        </p:nvSpPr>
        <p:spPr>
          <a:xfrm>
            <a:off x="165462" y="6144340"/>
            <a:ext cx="8826138" cy="400110"/>
          </a:xfrm>
          <a:prstGeom prst="rect">
            <a:avLst/>
          </a:prstGeom>
          <a:noFill/>
        </p:spPr>
        <p:txBody>
          <a:bodyPr wrap="square">
            <a:spAutoFit/>
          </a:bodyPr>
          <a:lstStyle/>
          <a:p>
            <a:pPr algn="l"/>
            <a:r>
              <a:rPr lang="en-US" sz="2000" b="1" dirty="0">
                <a:solidFill>
                  <a:srgbClr val="1F3864"/>
                </a:solidFill>
                <a:latin typeface="Calibri" pitchFamily="34" charset="0"/>
                <a:ea typeface="Calibri" pitchFamily="34" charset="-122"/>
                <a:cs typeface="Calibri" pitchFamily="34" charset="-120"/>
              </a:rPr>
              <a:t>Fix is not a bigger model — it is giving the model the right text at the right time.</a:t>
            </a:r>
            <a:endParaRPr lang="en-US" sz="2000" dirty="0"/>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885A4272-E85C-B432-5057-72C87A93C55D}"/>
                  </a:ext>
                </a:extLst>
              </p14:cNvPr>
              <p14:cNvContentPartPr/>
              <p14:nvPr/>
            </p14:nvContentPartPr>
            <p14:xfrm>
              <a:off x="567720" y="2442240"/>
              <a:ext cx="8322480" cy="2736000"/>
            </p14:xfrm>
          </p:contentPart>
        </mc:Choice>
        <mc:Fallback>
          <p:pic>
            <p:nvPicPr>
              <p:cNvPr id="5" name="Ink 4">
                <a:extLst>
                  <a:ext uri="{FF2B5EF4-FFF2-40B4-BE49-F238E27FC236}">
                    <a16:creationId xmlns:a16="http://schemas.microsoft.com/office/drawing/2014/main" id="{885A4272-E85C-B432-5057-72C87A93C55D}"/>
                  </a:ext>
                </a:extLst>
              </p:cNvPr>
              <p:cNvPicPr/>
              <p:nvPr/>
            </p:nvPicPr>
            <p:blipFill>
              <a:blip r:embed="rId4"/>
              <a:stretch>
                <a:fillRect/>
              </a:stretch>
            </p:blipFill>
            <p:spPr>
              <a:xfrm>
                <a:off x="558360" y="2432880"/>
                <a:ext cx="8341200" cy="2754720"/>
              </a:xfrm>
              <a:prstGeom prst="rect">
                <a:avLst/>
              </a:prstGeom>
            </p:spPr>
          </p:pic>
        </mc:Fallback>
      </mc:AlternateContent>
    </p:spTree>
    <p:extLst>
      <p:ext uri="{BB962C8B-B14F-4D97-AF65-F5344CB8AC3E}">
        <p14:creationId xmlns:p14="http://schemas.microsoft.com/office/powerpoint/2010/main" val="4266506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0"/>
          </p:nvPr>
        </p:nvSpPr>
        <p:spPr/>
        <p:txBody>
          <a:bodyPr>
            <a:normAutofit lnSpcReduction="10000"/>
          </a:bodyPr>
          <a:lstStyle/>
          <a:p>
            <a:pPr marL="355600" indent="-342900">
              <a:spcBef>
                <a:spcPts val="100"/>
              </a:spcBef>
              <a:buFont typeface="Arial" panose="020B0604020202020204" pitchFamily="34" charset="0"/>
              <a:buChar char="•"/>
              <a:tabLst>
                <a:tab pos="379095" algn="l"/>
              </a:tabLst>
            </a:pPr>
            <a:r>
              <a:rPr lang="en-US" b="1" dirty="0">
                <a:solidFill>
                  <a:srgbClr val="202729"/>
                </a:solidFill>
                <a:cs typeface="Trebuchet MS"/>
              </a:rPr>
              <a:t>Knowledge</a:t>
            </a:r>
            <a:r>
              <a:rPr lang="en-US" b="1" spc="-65" dirty="0">
                <a:solidFill>
                  <a:srgbClr val="202729"/>
                </a:solidFill>
                <a:cs typeface="Trebuchet MS"/>
              </a:rPr>
              <a:t> </a:t>
            </a:r>
            <a:r>
              <a:rPr lang="en-US" spc="-50" dirty="0">
                <a:solidFill>
                  <a:srgbClr val="202729"/>
                </a:solidFill>
                <a:cs typeface="Trebuchet MS"/>
              </a:rPr>
              <a:t>of</a:t>
            </a:r>
            <a:r>
              <a:rPr lang="en-US" spc="-60" dirty="0">
                <a:solidFill>
                  <a:srgbClr val="202729"/>
                </a:solidFill>
                <a:cs typeface="Trebuchet MS"/>
              </a:rPr>
              <a:t> </a:t>
            </a:r>
            <a:r>
              <a:rPr lang="en-US" spc="60" dirty="0">
                <a:solidFill>
                  <a:srgbClr val="202729"/>
                </a:solidFill>
                <a:cs typeface="Trebuchet MS"/>
              </a:rPr>
              <a:t>LLM</a:t>
            </a:r>
            <a:r>
              <a:rPr lang="en-US" spc="-60" dirty="0">
                <a:solidFill>
                  <a:srgbClr val="202729"/>
                </a:solidFill>
                <a:cs typeface="Trebuchet MS"/>
              </a:rPr>
              <a:t> </a:t>
            </a:r>
            <a:r>
              <a:rPr lang="en-US" b="1" spc="-40" dirty="0">
                <a:solidFill>
                  <a:srgbClr val="202729"/>
                </a:solidFill>
                <a:cs typeface="Trebuchet MS"/>
              </a:rPr>
              <a:t>constrained</a:t>
            </a:r>
            <a:r>
              <a:rPr lang="en-US" b="1" spc="-65" dirty="0">
                <a:solidFill>
                  <a:srgbClr val="202729"/>
                </a:solidFill>
                <a:cs typeface="Trebuchet MS"/>
              </a:rPr>
              <a:t> </a:t>
            </a:r>
            <a:r>
              <a:rPr lang="en-US" spc="-65" dirty="0">
                <a:solidFill>
                  <a:srgbClr val="202729"/>
                </a:solidFill>
                <a:cs typeface="Trebuchet MS"/>
              </a:rPr>
              <a:t>to</a:t>
            </a:r>
            <a:r>
              <a:rPr lang="en-US" spc="-60" dirty="0">
                <a:solidFill>
                  <a:srgbClr val="202729"/>
                </a:solidFill>
                <a:cs typeface="Trebuchet MS"/>
              </a:rPr>
              <a:t> </a:t>
            </a:r>
            <a:r>
              <a:rPr lang="en-US" spc="-45" dirty="0" err="1">
                <a:solidFill>
                  <a:srgbClr val="202729"/>
                </a:solidFill>
                <a:cs typeface="Trebuchet MS"/>
              </a:rPr>
              <a:t>pretraining</a:t>
            </a:r>
            <a:r>
              <a:rPr lang="en-US" spc="-60" dirty="0">
                <a:solidFill>
                  <a:srgbClr val="202729"/>
                </a:solidFill>
                <a:cs typeface="Trebuchet MS"/>
              </a:rPr>
              <a:t> </a:t>
            </a:r>
            <a:r>
              <a:rPr lang="en-US" spc="-20" dirty="0">
                <a:solidFill>
                  <a:srgbClr val="202729"/>
                </a:solidFill>
                <a:cs typeface="Trebuchet MS"/>
              </a:rPr>
              <a:t>data</a:t>
            </a:r>
          </a:p>
          <a:p>
            <a:pPr marL="355600" indent="-342900">
              <a:spcBef>
                <a:spcPts val="100"/>
              </a:spcBef>
              <a:buFont typeface="Arial" panose="020B0604020202020204" pitchFamily="34" charset="0"/>
              <a:buChar char="•"/>
              <a:tabLst>
                <a:tab pos="379095" algn="l"/>
              </a:tabLst>
            </a:pPr>
            <a:r>
              <a:rPr lang="en-US" dirty="0">
                <a:cs typeface="Trebuchet MS"/>
              </a:rPr>
              <a:t>knowledge cutoff date </a:t>
            </a:r>
          </a:p>
          <a:p>
            <a:pPr marL="812800" lvl="1" indent="-342900">
              <a:spcBef>
                <a:spcPts val="100"/>
              </a:spcBef>
              <a:buFont typeface="Arial" panose="020B0604020202020204" pitchFamily="34" charset="0"/>
              <a:buChar char="•"/>
              <a:tabLst>
                <a:tab pos="379095" algn="l"/>
              </a:tabLst>
            </a:pPr>
            <a:r>
              <a:rPr lang="en-US" dirty="0">
                <a:cs typeface="Trebuchet MS"/>
              </a:rPr>
              <a:t>Gemini 3 Pro : January 2025</a:t>
            </a:r>
          </a:p>
          <a:p>
            <a:pPr marL="812800" lvl="1" indent="-342900">
              <a:spcBef>
                <a:spcPts val="100"/>
              </a:spcBef>
              <a:buFont typeface="Arial" panose="020B0604020202020204" pitchFamily="34" charset="0"/>
              <a:buChar char="•"/>
              <a:tabLst>
                <a:tab pos="379095" algn="l"/>
              </a:tabLst>
            </a:pPr>
            <a:r>
              <a:rPr lang="en-US" dirty="0"/>
              <a:t>GPT 5.2 : Aug 31, 2025</a:t>
            </a:r>
          </a:p>
          <a:p>
            <a:pPr marL="812800" lvl="1" indent="-342900">
              <a:spcBef>
                <a:spcPts val="100"/>
              </a:spcBef>
              <a:buFont typeface="Arial" panose="020B0604020202020204" pitchFamily="34" charset="0"/>
              <a:buChar char="•"/>
              <a:tabLst>
                <a:tab pos="379095" algn="l"/>
              </a:tabLst>
            </a:pPr>
            <a:endParaRPr lang="en-US" dirty="0"/>
          </a:p>
          <a:p>
            <a:pPr marL="342900" indent="-342900">
              <a:buFont typeface="Arial" panose="020B0604020202020204" pitchFamily="34" charset="0"/>
              <a:buChar char="•"/>
            </a:pPr>
            <a:r>
              <a:rPr lang="en-IN" b="1" spc="-65" dirty="0">
                <a:solidFill>
                  <a:srgbClr val="202729"/>
                </a:solidFill>
                <a:cs typeface="Trebuchet MS"/>
              </a:rPr>
              <a:t>Limited</a:t>
            </a:r>
            <a:r>
              <a:rPr lang="en-IN" b="1" spc="-45" dirty="0">
                <a:solidFill>
                  <a:srgbClr val="202729"/>
                </a:solidFill>
                <a:cs typeface="Trebuchet MS"/>
              </a:rPr>
              <a:t> </a:t>
            </a:r>
            <a:r>
              <a:rPr lang="en-IN" spc="-45" dirty="0">
                <a:solidFill>
                  <a:srgbClr val="202729"/>
                </a:solidFill>
                <a:cs typeface="Trebuchet MS"/>
              </a:rPr>
              <a:t>context</a:t>
            </a:r>
            <a:r>
              <a:rPr lang="en-IN" spc="-40" dirty="0">
                <a:solidFill>
                  <a:srgbClr val="202729"/>
                </a:solidFill>
                <a:cs typeface="Trebuchet MS"/>
              </a:rPr>
              <a:t> </a:t>
            </a:r>
            <a:r>
              <a:rPr lang="en-IN" spc="-20" dirty="0">
                <a:solidFill>
                  <a:srgbClr val="202729"/>
                </a:solidFill>
                <a:cs typeface="Trebuchet MS"/>
              </a:rPr>
              <a:t>size</a:t>
            </a:r>
          </a:p>
          <a:p>
            <a:pPr marL="800100" lvl="1" indent="-342900">
              <a:buFont typeface="Arial" panose="020B0604020202020204" pitchFamily="34" charset="0"/>
              <a:buChar char="•"/>
            </a:pPr>
            <a:r>
              <a:rPr lang="en-US" dirty="0">
                <a:cs typeface="Trebuchet MS"/>
              </a:rPr>
              <a:t>Gemini 3 Pro : </a:t>
            </a:r>
            <a:r>
              <a:rPr lang="en-US" spc="-20" dirty="0">
                <a:solidFill>
                  <a:srgbClr val="202729"/>
                </a:solidFill>
                <a:latin typeface="Trebuchet MS"/>
                <a:cs typeface="Trebuchet MS"/>
              </a:rPr>
              <a:t>1M</a:t>
            </a:r>
            <a:endParaRPr lang="en-IN" dirty="0">
              <a:latin typeface="Trebuchet MS"/>
              <a:cs typeface="Trebuchet MS"/>
            </a:endParaRPr>
          </a:p>
          <a:p>
            <a:pPr marL="800100" lvl="1" indent="-342900">
              <a:buFont typeface="Arial" panose="020B0604020202020204" pitchFamily="34" charset="0"/>
              <a:buChar char="•"/>
            </a:pPr>
            <a:r>
              <a:rPr lang="en-US" dirty="0"/>
              <a:t>GPT 5.2 : </a:t>
            </a:r>
            <a:r>
              <a:rPr lang="en-IN" dirty="0"/>
              <a:t>400,000 </a:t>
            </a:r>
          </a:p>
          <a:p>
            <a:pPr marL="800100" lvl="1" indent="-342900">
              <a:buFont typeface="Arial" panose="020B0604020202020204" pitchFamily="34" charset="0"/>
              <a:buChar char="•"/>
            </a:pPr>
            <a:endParaRPr lang="en-IN" dirty="0"/>
          </a:p>
          <a:p>
            <a:pPr marL="342900" indent="-342900">
              <a:buFont typeface="Arial" panose="020B0604020202020204" pitchFamily="34" charset="0"/>
              <a:buChar char="•"/>
            </a:pPr>
            <a:r>
              <a:rPr lang="en-US" dirty="0">
                <a:solidFill>
                  <a:srgbClr val="202729"/>
                </a:solidFill>
              </a:rPr>
              <a:t>Pricing is per input/output token</a:t>
            </a:r>
          </a:p>
          <a:p>
            <a:pPr marL="342900" indent="-342900">
              <a:buFont typeface="Arial" panose="020B0604020202020204" pitchFamily="34" charset="0"/>
              <a:buChar char="•"/>
            </a:pPr>
            <a:endParaRPr lang="en-US" dirty="0">
              <a:solidFill>
                <a:srgbClr val="202729"/>
              </a:solidFill>
            </a:endParaRPr>
          </a:p>
          <a:p>
            <a:pPr marL="342900" indent="-342900">
              <a:buFont typeface="Arial" panose="020B0604020202020204" pitchFamily="34" charset="0"/>
              <a:buChar char="•"/>
            </a:pPr>
            <a:r>
              <a:rPr lang="en-IN" b="1" i="1" dirty="0"/>
              <a:t>But, </a:t>
            </a:r>
            <a:r>
              <a:rPr lang="en-US" b="1" i="1" spc="-45" dirty="0"/>
              <a:t>more context ≠ better answers</a:t>
            </a:r>
            <a:endParaRPr lang="en-IN" b="1" i="1" dirty="0"/>
          </a:p>
          <a:p>
            <a:pPr marL="812800" lvl="1" indent="-342900">
              <a:spcBef>
                <a:spcPts val="100"/>
              </a:spcBef>
              <a:buFont typeface="Arial" panose="020B0604020202020204" pitchFamily="34" charset="0"/>
              <a:buChar char="•"/>
              <a:tabLst>
                <a:tab pos="379095" algn="l"/>
              </a:tabLst>
            </a:pPr>
            <a:endParaRPr lang="en-IN" dirty="0"/>
          </a:p>
        </p:txBody>
      </p:sp>
      <p:sp>
        <p:nvSpPr>
          <p:cNvPr id="2" name="object 2"/>
          <p:cNvSpPr txBox="1">
            <a:spLocks noGrp="1"/>
          </p:cNvSpPr>
          <p:nvPr>
            <p:ph type="title"/>
          </p:nvPr>
        </p:nvSpPr>
        <p:spPr>
          <a:prstGeom prst="rect">
            <a:avLst/>
          </a:prstGeom>
        </p:spPr>
        <p:txBody>
          <a:bodyPr vert="horz" wrap="square" lIns="0" tIns="12700" rIns="0" bIns="0" rtlCol="0" anchor="ctr">
            <a:spAutoFit/>
          </a:bodyPr>
          <a:lstStyle/>
          <a:p>
            <a:pPr marL="12700">
              <a:spcBef>
                <a:spcPts val="100"/>
              </a:spcBef>
            </a:pPr>
            <a:r>
              <a:rPr spc="-45" dirty="0"/>
              <a:t>Motivation</a:t>
            </a:r>
          </a:p>
        </p:txBody>
      </p:sp>
      <p:sp>
        <p:nvSpPr>
          <p:cNvPr id="7" name="Rectangle 6"/>
          <p:cNvSpPr/>
          <p:nvPr/>
        </p:nvSpPr>
        <p:spPr>
          <a:xfrm>
            <a:off x="2458" y="6211669"/>
            <a:ext cx="6248400" cy="646331"/>
          </a:xfrm>
          <a:prstGeom prst="rect">
            <a:avLst/>
          </a:prstGeom>
        </p:spPr>
        <p:txBody>
          <a:bodyPr wrap="square">
            <a:spAutoFit/>
          </a:bodyPr>
          <a:lstStyle/>
          <a:p>
            <a:r>
              <a:rPr lang="en-IN" dirty="0">
                <a:hlinkClick r:id="rId2"/>
              </a:rPr>
              <a:t>https://deepmind.google/models/model-cards/</a:t>
            </a:r>
            <a:endParaRPr lang="en-IN" dirty="0"/>
          </a:p>
          <a:p>
            <a:r>
              <a:rPr lang="en-IN" dirty="0"/>
              <a:t>https://platform.openai.com/docs/models</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6C09CF55-0F7F-81AC-4489-2EE15E2F34AF}"/>
                  </a:ext>
                </a:extLst>
              </p14:cNvPr>
              <p14:cNvContentPartPr/>
              <p14:nvPr/>
            </p14:nvContentPartPr>
            <p14:xfrm>
              <a:off x="576000" y="2309760"/>
              <a:ext cx="4942440" cy="3441600"/>
            </p14:xfrm>
          </p:contentPart>
        </mc:Choice>
        <mc:Fallback>
          <p:pic>
            <p:nvPicPr>
              <p:cNvPr id="3" name="Ink 2">
                <a:extLst>
                  <a:ext uri="{FF2B5EF4-FFF2-40B4-BE49-F238E27FC236}">
                    <a16:creationId xmlns:a16="http://schemas.microsoft.com/office/drawing/2014/main" id="{6C09CF55-0F7F-81AC-4489-2EE15E2F34AF}"/>
                  </a:ext>
                </a:extLst>
              </p:cNvPr>
              <p:cNvPicPr/>
              <p:nvPr/>
            </p:nvPicPr>
            <p:blipFill>
              <a:blip r:embed="rId4"/>
              <a:stretch>
                <a:fillRect/>
              </a:stretch>
            </p:blipFill>
            <p:spPr>
              <a:xfrm>
                <a:off x="566640" y="2300400"/>
                <a:ext cx="4961160" cy="3460320"/>
              </a:xfrm>
              <a:prstGeom prst="rect">
                <a:avLst/>
              </a:prstGeom>
            </p:spPr>
          </p:pic>
        </mc:Fallback>
      </mc:AlternateContent>
    </p:spTree>
    <p:extLst>
      <p:ext uri="{BB962C8B-B14F-4D97-AF65-F5344CB8AC3E}">
        <p14:creationId xmlns:p14="http://schemas.microsoft.com/office/powerpoint/2010/main" val="2662918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0040" y="396240"/>
            <a:ext cx="8229600" cy="566928"/>
          </a:xfrm>
          <a:prstGeom prst="rect">
            <a:avLst/>
          </a:prstGeom>
        </p:spPr>
        <p:txBody>
          <a:bodyPr vert="horz" wrap="square" lIns="0" tIns="12700" rIns="0" bIns="0" rtlCol="0" anchor="ctr">
            <a:spAutoFit/>
          </a:bodyPr>
          <a:lstStyle/>
          <a:p>
            <a:pPr marL="12700" algn="l">
              <a:spcBef>
                <a:spcPts val="100"/>
              </a:spcBef>
            </a:pPr>
            <a:r>
              <a:rPr lang="en-US" sz="3600" spc="-45" dirty="0">
                <a:latin typeface="Cambria" panose="02040503050406030204" pitchFamily="18" charset="0"/>
                <a:ea typeface="Cambria" panose="02040503050406030204" pitchFamily="18" charset="0"/>
                <a:cs typeface="+mj-cs"/>
              </a:rPr>
              <a:t>Long context alone does not </a:t>
            </a:r>
            <a:r>
              <a:rPr lang="en-US" sz="3600" spc="-45">
                <a:latin typeface="Cambria" panose="02040503050406030204" pitchFamily="18" charset="0"/>
                <a:ea typeface="Cambria" panose="02040503050406030204" pitchFamily="18" charset="0"/>
                <a:cs typeface="+mj-cs"/>
              </a:rPr>
              <a:t>fix it</a:t>
            </a:r>
            <a:endParaRPr lang="en-US" sz="3600" spc="-45" dirty="0">
              <a:latin typeface="Cambria" panose="02040503050406030204" pitchFamily="18" charset="0"/>
              <a:ea typeface="Cambria" panose="02040503050406030204" pitchFamily="18" charset="0"/>
              <a:cs typeface="+mj-cs"/>
            </a:endParaRPr>
          </a:p>
        </p:txBody>
      </p:sp>
      <p:sp>
        <p:nvSpPr>
          <p:cNvPr id="3" name="Text 1"/>
          <p:cNvSpPr/>
          <p:nvPr/>
        </p:nvSpPr>
        <p:spPr>
          <a:xfrm>
            <a:off x="468086" y="1011882"/>
            <a:ext cx="8229600" cy="329184"/>
          </a:xfrm>
          <a:prstGeom prst="rect">
            <a:avLst/>
          </a:prstGeom>
          <a:noFill/>
          <a:ln/>
        </p:spPr>
        <p:txBody>
          <a:bodyPr wrap="square" lIns="0" tIns="0" rIns="0" bIns="0" rtlCol="0" anchor="ctr"/>
          <a:lstStyle/>
          <a:p>
            <a:r>
              <a:rPr lang="en-US" sz="2000" i="1" dirty="0">
                <a:solidFill>
                  <a:srgbClr val="595959"/>
                </a:solidFill>
                <a:latin typeface="Calibri" pitchFamily="34" charset="0"/>
                <a:ea typeface="Calibri" pitchFamily="34" charset="-122"/>
                <a:cs typeface="Calibri" pitchFamily="34" charset="-120"/>
              </a:rPr>
              <a:t>“Just paste everything into the 128K window” fails in two ways.</a:t>
            </a:r>
            <a:endParaRPr lang="en-US" sz="2000" dirty="0"/>
          </a:p>
        </p:txBody>
      </p:sp>
      <p:sp>
        <p:nvSpPr>
          <p:cNvPr id="4" name="Shape 2"/>
          <p:cNvSpPr/>
          <p:nvPr/>
        </p:nvSpPr>
        <p:spPr>
          <a:xfrm>
            <a:off x="457200" y="1807818"/>
            <a:ext cx="3977640" cy="3108960"/>
          </a:xfrm>
          <a:prstGeom prst="roundRect">
            <a:avLst>
              <a:gd name="adj" fmla="val 1765"/>
            </a:avLst>
          </a:prstGeom>
          <a:solidFill>
            <a:srgbClr val="FDF3E2"/>
          </a:solidFill>
          <a:ln w="9525">
            <a:solidFill>
              <a:srgbClr val="E8A33D"/>
            </a:solidFill>
            <a:prstDash val="solid"/>
          </a:ln>
        </p:spPr>
        <p:txBody>
          <a:bodyPr/>
          <a:lstStyle/>
          <a:p>
            <a:pPr marL="342900" indent="-342900">
              <a:spcAft>
                <a:spcPts val="1000"/>
              </a:spcAft>
              <a:buSzPct val="100000"/>
              <a:buChar char="♦"/>
            </a:pPr>
            <a:r>
              <a:rPr lang="en-US" sz="2000">
                <a:solidFill>
                  <a:srgbClr val="2B2B2B"/>
                </a:solidFill>
                <a:latin typeface="Calibri" pitchFamily="34" charset="0"/>
                <a:ea typeface="Calibri" pitchFamily="34" charset="-122"/>
                <a:cs typeface="Calibri" pitchFamily="34" charset="-120"/>
              </a:rPr>
              <a:t>Needle-in-a-Haystack tests: retrieval accuracy drops at large context lengths</a:t>
            </a:r>
            <a:endParaRPr lang="en-US" sz="2000"/>
          </a:p>
          <a:p>
            <a:pPr marL="342900" indent="-342900">
              <a:spcAft>
                <a:spcPts val="1000"/>
              </a:spcAft>
              <a:buSzPct val="100000"/>
              <a:buChar char="♦"/>
            </a:pPr>
            <a:r>
              <a:rPr lang="en-US" sz="2000">
                <a:solidFill>
                  <a:srgbClr val="2B2B2B"/>
                </a:solidFill>
                <a:latin typeface="Calibri" pitchFamily="34" charset="0"/>
                <a:ea typeface="Calibri" pitchFamily="34" charset="-122"/>
                <a:cs typeface="Calibri" pitchFamily="34" charset="-120"/>
              </a:rPr>
              <a:t>Worst when the fact sits mid-document (10–50% depth) — “lost in the middle”</a:t>
            </a:r>
            <a:endParaRPr lang="en-US" sz="2000"/>
          </a:p>
          <a:p>
            <a:pPr marL="342900" indent="-342900">
              <a:spcAft>
                <a:spcPts val="1000"/>
              </a:spcAft>
              <a:buSzPct val="100000"/>
              <a:buChar char="♦"/>
            </a:pPr>
            <a:r>
              <a:rPr lang="en-US" sz="2000">
                <a:solidFill>
                  <a:srgbClr val="2B2B2B"/>
                </a:solidFill>
                <a:latin typeface="Calibri" pitchFamily="34" charset="0"/>
                <a:ea typeface="Calibri" pitchFamily="34" charset="-122"/>
                <a:cs typeface="Calibri" pitchFamily="34" charset="-120"/>
              </a:rPr>
              <a:t>Attention favours the start and end of the window</a:t>
            </a:r>
            <a:endParaRPr lang="en-US" sz="2000" dirty="0"/>
          </a:p>
        </p:txBody>
      </p:sp>
      <p:sp>
        <p:nvSpPr>
          <p:cNvPr id="5" name="Text 3"/>
          <p:cNvSpPr/>
          <p:nvPr/>
        </p:nvSpPr>
        <p:spPr>
          <a:xfrm>
            <a:off x="662940" y="1487778"/>
            <a:ext cx="3566160" cy="320040"/>
          </a:xfrm>
          <a:prstGeom prst="rect">
            <a:avLst/>
          </a:prstGeom>
          <a:noFill/>
          <a:ln/>
        </p:spPr>
        <p:txBody>
          <a:bodyPr wrap="square" lIns="0" tIns="0" rIns="0" bIns="0" rtlCol="0" anchor="ctr"/>
          <a:lstStyle/>
          <a:p>
            <a:r>
              <a:rPr lang="en-US" sz="2000" b="1" dirty="0">
                <a:solidFill>
                  <a:srgbClr val="8A5A10"/>
                </a:solidFill>
                <a:latin typeface="Calibri" pitchFamily="34" charset="0"/>
                <a:ea typeface="Calibri" pitchFamily="34" charset="-122"/>
                <a:cs typeface="Calibri" pitchFamily="34" charset="-120"/>
              </a:rPr>
              <a:t>1 · Recall degrades</a:t>
            </a:r>
            <a:endParaRPr lang="en-US" sz="2000" dirty="0"/>
          </a:p>
        </p:txBody>
      </p:sp>
      <p:sp>
        <p:nvSpPr>
          <p:cNvPr id="7" name="Shape 5"/>
          <p:cNvSpPr/>
          <p:nvPr/>
        </p:nvSpPr>
        <p:spPr>
          <a:xfrm>
            <a:off x="4709160" y="1840774"/>
            <a:ext cx="3977640" cy="3108960"/>
          </a:xfrm>
          <a:prstGeom prst="roundRect">
            <a:avLst>
              <a:gd name="adj" fmla="val 1765"/>
            </a:avLst>
          </a:prstGeom>
          <a:solidFill>
            <a:srgbClr val="E5F1F0"/>
          </a:solidFill>
          <a:ln w="9525">
            <a:solidFill>
              <a:srgbClr val="1D7874"/>
            </a:solidFill>
            <a:prstDash val="solid"/>
          </a:ln>
        </p:spPr>
        <p:txBody>
          <a:bodyPr/>
          <a:lstStyle/>
          <a:p>
            <a:pPr marL="342900" indent="-342900">
              <a:spcAft>
                <a:spcPts val="1000"/>
              </a:spcAft>
              <a:buSzPct val="100000"/>
              <a:buChar char="♦"/>
            </a:pPr>
            <a:r>
              <a:rPr lang="en-US" sz="2000">
                <a:solidFill>
                  <a:srgbClr val="2B2B2B"/>
                </a:solidFill>
                <a:latin typeface="Calibri" pitchFamily="34" charset="0"/>
                <a:ea typeface="Calibri" pitchFamily="34" charset="-122"/>
                <a:cs typeface="Calibri" pitchFamily="34" charset="-120"/>
              </a:rPr>
              <a:t>Every token in the window is processed on every query</a:t>
            </a:r>
            <a:endParaRPr lang="en-US" sz="2000"/>
          </a:p>
          <a:p>
            <a:pPr marL="342900" indent="-342900">
              <a:spcAft>
                <a:spcPts val="1000"/>
              </a:spcAft>
              <a:buSzPct val="100000"/>
              <a:buChar char="♦"/>
            </a:pPr>
            <a:r>
              <a:rPr lang="en-US" sz="2000">
                <a:solidFill>
                  <a:srgbClr val="2B2B2B"/>
                </a:solidFill>
                <a:latin typeface="Calibri" pitchFamily="34" charset="0"/>
                <a:ea typeface="Calibri" pitchFamily="34" charset="-122"/>
                <a:cs typeface="Calibri" pitchFamily="34" charset="-120"/>
              </a:rPr>
              <a:t>100K tokens of mostly-irrelevant text, paid for again and again</a:t>
            </a:r>
            <a:endParaRPr lang="en-US" sz="2000"/>
          </a:p>
          <a:p>
            <a:pPr marL="342900" indent="-342900">
              <a:spcAft>
                <a:spcPts val="1000"/>
              </a:spcAft>
              <a:buSzPct val="100000"/>
              <a:buChar char="♦"/>
            </a:pPr>
            <a:r>
              <a:rPr lang="en-US" sz="2000">
                <a:solidFill>
                  <a:srgbClr val="2B2B2B"/>
                </a:solidFill>
                <a:latin typeface="Calibri" pitchFamily="34" charset="0"/>
                <a:ea typeface="Calibri" pitchFamily="34" charset="-122"/>
                <a:cs typeface="Calibri" pitchFamily="34" charset="-120"/>
              </a:rPr>
              <a:t>Latency and cost grow even when the answer needed only 500 tokens</a:t>
            </a:r>
            <a:endParaRPr lang="en-US" sz="2000" dirty="0"/>
          </a:p>
        </p:txBody>
      </p:sp>
      <p:sp>
        <p:nvSpPr>
          <p:cNvPr id="8" name="Text 6"/>
          <p:cNvSpPr/>
          <p:nvPr/>
        </p:nvSpPr>
        <p:spPr>
          <a:xfrm>
            <a:off x="5005251" y="1476593"/>
            <a:ext cx="3566160" cy="320040"/>
          </a:xfrm>
          <a:prstGeom prst="rect">
            <a:avLst/>
          </a:prstGeom>
          <a:noFill/>
          <a:ln/>
        </p:spPr>
        <p:txBody>
          <a:bodyPr wrap="square" lIns="0" tIns="0" rIns="0" bIns="0" rtlCol="0" anchor="ctr"/>
          <a:lstStyle/>
          <a:p>
            <a:r>
              <a:rPr lang="en-US" sz="2000" b="1" dirty="0">
                <a:solidFill>
                  <a:srgbClr val="1D7874"/>
                </a:solidFill>
                <a:latin typeface="Calibri" pitchFamily="34" charset="0"/>
                <a:ea typeface="Calibri" pitchFamily="34" charset="-122"/>
                <a:cs typeface="Calibri" pitchFamily="34" charset="-120"/>
              </a:rPr>
              <a:t>2 · Cost scales with tokens</a:t>
            </a:r>
            <a:endParaRPr lang="en-US" sz="2000" dirty="0"/>
          </a:p>
        </p:txBody>
      </p:sp>
      <p:sp>
        <p:nvSpPr>
          <p:cNvPr id="14" name="TextBox 13">
            <a:extLst>
              <a:ext uri="{FF2B5EF4-FFF2-40B4-BE49-F238E27FC236}">
                <a16:creationId xmlns:a16="http://schemas.microsoft.com/office/drawing/2014/main" id="{A9EEF82A-C0E1-17A5-A6DE-D3752D9F57A3}"/>
              </a:ext>
            </a:extLst>
          </p:cNvPr>
          <p:cNvSpPr txBox="1"/>
          <p:nvPr/>
        </p:nvSpPr>
        <p:spPr>
          <a:xfrm>
            <a:off x="320040" y="5194127"/>
            <a:ext cx="8747760" cy="1631216"/>
          </a:xfrm>
          <a:prstGeom prst="rect">
            <a:avLst/>
          </a:prstGeom>
          <a:noFill/>
        </p:spPr>
        <p:txBody>
          <a:bodyPr wrap="square">
            <a:spAutoFit/>
          </a:bodyPr>
          <a:lstStyle/>
          <a:p>
            <a:pPr marL="285750" indent="-285750" algn="l">
              <a:buFont typeface="Arial" panose="020B0604020202020204" pitchFamily="34" charset="0"/>
              <a:buChar char="•"/>
            </a:pPr>
            <a:r>
              <a:rPr lang="en-US" sz="2000" b="1" dirty="0">
                <a:solidFill>
                  <a:schemeClr val="tx1"/>
                </a:solidFill>
                <a:latin typeface="Calibri" pitchFamily="34" charset="0"/>
                <a:ea typeface="Calibri" pitchFamily="34" charset="-122"/>
                <a:cs typeface="Calibri" pitchFamily="34" charset="-120"/>
              </a:rPr>
              <a:t>Conclusion: </a:t>
            </a:r>
            <a:r>
              <a:rPr lang="en-US" sz="2000" dirty="0">
                <a:solidFill>
                  <a:schemeClr val="tx1"/>
                </a:solidFill>
                <a:latin typeface="Calibri" pitchFamily="34" charset="0"/>
                <a:ea typeface="Calibri" pitchFamily="34" charset="-122"/>
                <a:cs typeface="Calibri" pitchFamily="34" charset="-120"/>
              </a:rPr>
              <a:t>do not dump everything — </a:t>
            </a:r>
            <a:r>
              <a:rPr lang="en-US" sz="2000" b="1" dirty="0">
                <a:solidFill>
                  <a:schemeClr val="tx1"/>
                </a:solidFill>
                <a:latin typeface="Calibri" pitchFamily="34" charset="0"/>
                <a:ea typeface="Calibri" pitchFamily="34" charset="-122"/>
                <a:cs typeface="Calibri" pitchFamily="34" charset="-120"/>
              </a:rPr>
              <a:t>select</a:t>
            </a:r>
            <a:r>
              <a:rPr lang="en-US" sz="2000" dirty="0">
                <a:solidFill>
                  <a:schemeClr val="tx1"/>
                </a:solidFill>
                <a:latin typeface="Calibri" pitchFamily="34" charset="0"/>
                <a:ea typeface="Calibri" pitchFamily="34" charset="-122"/>
                <a:cs typeface="Calibri" pitchFamily="34" charset="-120"/>
              </a:rPr>
              <a:t> what goes into the window. That selection step is retrieval</a:t>
            </a:r>
          </a:p>
          <a:p>
            <a:pPr marL="285750" indent="-285750" algn="l">
              <a:buFont typeface="Arial" panose="020B0604020202020204" pitchFamily="34" charset="0"/>
              <a:buChar char="•"/>
            </a:pPr>
            <a:r>
              <a:rPr lang="en-US" sz="2000" i="1" dirty="0">
                <a:solidFill>
                  <a:schemeClr val="tx1"/>
                </a:solidFill>
                <a:latin typeface="Calibri" pitchFamily="34" charset="0"/>
                <a:ea typeface="Calibri" pitchFamily="34" charset="-122"/>
                <a:cs typeface="Calibri" pitchFamily="34" charset="-120"/>
              </a:rPr>
              <a:t>Fine-tuning changes how the model behaves.  </a:t>
            </a:r>
            <a:r>
              <a:rPr lang="en-US" sz="2000" b="1" dirty="0">
                <a:solidFill>
                  <a:schemeClr val="tx1"/>
                </a:solidFill>
                <a:latin typeface="Calibri" pitchFamily="34" charset="0"/>
                <a:ea typeface="Calibri" pitchFamily="34" charset="-122"/>
                <a:cs typeface="Calibri" pitchFamily="34" charset="-120"/>
              </a:rPr>
              <a:t>RAG changes what it can know and say.</a:t>
            </a:r>
            <a:endParaRPr lang="en-US" sz="2000" dirty="0">
              <a:solidFill>
                <a:schemeClr val="tx1"/>
              </a:solidFill>
            </a:endParaRPr>
          </a:p>
          <a:p>
            <a:pPr marL="285750" indent="-285750" algn="l">
              <a:buFont typeface="Arial" panose="020B0604020202020204" pitchFamily="34" charset="0"/>
              <a:buChar char="•"/>
            </a:pPr>
            <a:endParaRPr lang="en-US" sz="2000" dirty="0">
              <a:solidFill>
                <a:schemeClr val="tx1"/>
              </a:solidFill>
            </a:endParaRPr>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29767F8D-3805-2D3C-3D4F-8A06DC89CC9A}"/>
                  </a:ext>
                </a:extLst>
              </p14:cNvPr>
              <p14:cNvContentPartPr/>
              <p14:nvPr/>
            </p14:nvContentPartPr>
            <p14:xfrm>
              <a:off x="579600" y="1245600"/>
              <a:ext cx="8065080" cy="5036400"/>
            </p14:xfrm>
          </p:contentPart>
        </mc:Choice>
        <mc:Fallback>
          <p:pic>
            <p:nvPicPr>
              <p:cNvPr id="6" name="Ink 5">
                <a:extLst>
                  <a:ext uri="{FF2B5EF4-FFF2-40B4-BE49-F238E27FC236}">
                    <a16:creationId xmlns:a16="http://schemas.microsoft.com/office/drawing/2014/main" id="{29767F8D-3805-2D3C-3D4F-8A06DC89CC9A}"/>
                  </a:ext>
                </a:extLst>
              </p:cNvPr>
              <p:cNvPicPr/>
              <p:nvPr/>
            </p:nvPicPr>
            <p:blipFill>
              <a:blip r:embed="rId4"/>
              <a:stretch>
                <a:fillRect/>
              </a:stretch>
            </p:blipFill>
            <p:spPr>
              <a:xfrm>
                <a:off x="570240" y="1236240"/>
                <a:ext cx="8083800" cy="505512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133293" y="1371600"/>
            <a:ext cx="8610600" cy="4525963"/>
          </a:xfrm>
        </p:spPr>
        <p:txBody>
          <a:bodyPr/>
          <a:lstStyle/>
          <a:p>
            <a:r>
              <a:rPr lang="en-US" spc="60" dirty="0">
                <a:solidFill>
                  <a:srgbClr val="202729"/>
                </a:solidFill>
                <a:cs typeface="Trebuchet MS"/>
              </a:rPr>
              <a:t>LLM</a:t>
            </a:r>
            <a:r>
              <a:rPr lang="en-US" spc="-50" dirty="0">
                <a:solidFill>
                  <a:srgbClr val="202729"/>
                </a:solidFill>
                <a:cs typeface="Trebuchet MS"/>
              </a:rPr>
              <a:t> </a:t>
            </a:r>
            <a:r>
              <a:rPr lang="en-US" dirty="0">
                <a:solidFill>
                  <a:srgbClr val="202729"/>
                </a:solidFill>
                <a:cs typeface="Trebuchet MS"/>
              </a:rPr>
              <a:t>gets</a:t>
            </a:r>
            <a:r>
              <a:rPr lang="en-US" spc="-45" dirty="0">
                <a:solidFill>
                  <a:srgbClr val="202729"/>
                </a:solidFill>
                <a:cs typeface="Trebuchet MS"/>
              </a:rPr>
              <a:t> </a:t>
            </a:r>
            <a:r>
              <a:rPr lang="en-US" b="1" spc="-45" dirty="0">
                <a:solidFill>
                  <a:srgbClr val="202729"/>
                </a:solidFill>
                <a:cs typeface="Trebuchet MS"/>
              </a:rPr>
              <a:t>distracted </a:t>
            </a:r>
            <a:r>
              <a:rPr lang="en-US" dirty="0">
                <a:solidFill>
                  <a:srgbClr val="202729"/>
                </a:solidFill>
                <a:cs typeface="Trebuchet MS"/>
              </a:rPr>
              <a:t>by</a:t>
            </a:r>
            <a:r>
              <a:rPr lang="en-US" spc="-45" dirty="0">
                <a:solidFill>
                  <a:srgbClr val="202729"/>
                </a:solidFill>
                <a:cs typeface="Trebuchet MS"/>
              </a:rPr>
              <a:t> </a:t>
            </a:r>
            <a:r>
              <a:rPr lang="en-US" b="1" dirty="0">
                <a:solidFill>
                  <a:srgbClr val="202729"/>
                </a:solidFill>
                <a:cs typeface="Trebuchet MS"/>
              </a:rPr>
              <a:t>useless</a:t>
            </a:r>
            <a:r>
              <a:rPr lang="en-US" b="1" spc="-45" dirty="0">
                <a:solidFill>
                  <a:srgbClr val="202729"/>
                </a:solidFill>
                <a:cs typeface="Trebuchet MS"/>
              </a:rPr>
              <a:t> </a:t>
            </a:r>
            <a:r>
              <a:rPr lang="en-US" spc="-10" dirty="0">
                <a:solidFill>
                  <a:srgbClr val="202729"/>
                </a:solidFill>
                <a:cs typeface="Trebuchet MS"/>
              </a:rPr>
              <a:t>information</a:t>
            </a:r>
            <a:endParaRPr lang="en-US" dirty="0">
              <a:cs typeface="Trebuchet MS"/>
            </a:endParaRPr>
          </a:p>
          <a:p>
            <a:endParaRPr lang="en-IN" dirty="0"/>
          </a:p>
        </p:txBody>
      </p:sp>
      <p:sp>
        <p:nvSpPr>
          <p:cNvPr id="3" name="Title 2"/>
          <p:cNvSpPr>
            <a:spLocks noGrp="1"/>
          </p:cNvSpPr>
          <p:nvPr>
            <p:ph type="title"/>
          </p:nvPr>
        </p:nvSpPr>
        <p:spPr/>
        <p:txBody>
          <a:bodyPr/>
          <a:lstStyle/>
          <a:p>
            <a:r>
              <a:rPr lang="en-IN" spc="-45" dirty="0"/>
              <a:t>Motivation</a:t>
            </a:r>
            <a:endParaRPr lang="en-IN" dirty="0"/>
          </a:p>
        </p:txBody>
      </p:sp>
      <p:pic>
        <p:nvPicPr>
          <p:cNvPr id="4" name="object 6"/>
          <p:cNvPicPr/>
          <p:nvPr/>
        </p:nvPicPr>
        <p:blipFill>
          <a:blip r:embed="rId3" cstate="print"/>
          <a:stretch>
            <a:fillRect/>
          </a:stretch>
        </p:blipFill>
        <p:spPr>
          <a:xfrm>
            <a:off x="136341" y="1892476"/>
            <a:ext cx="8636001" cy="4171044"/>
          </a:xfrm>
          <a:prstGeom prst="rect">
            <a:avLst/>
          </a:prstGeom>
        </p:spPr>
      </p:pic>
      <p:sp>
        <p:nvSpPr>
          <p:cNvPr id="5" name="object 7"/>
          <p:cNvSpPr txBox="1"/>
          <p:nvPr/>
        </p:nvSpPr>
        <p:spPr>
          <a:xfrm>
            <a:off x="133293" y="6634814"/>
            <a:ext cx="4175760" cy="149225"/>
          </a:xfrm>
          <a:prstGeom prst="rect">
            <a:avLst/>
          </a:prstGeom>
        </p:spPr>
        <p:txBody>
          <a:bodyPr vert="horz" wrap="square" lIns="0" tIns="4445" rIns="0" bIns="0" rtlCol="0">
            <a:spAutoFit/>
          </a:bodyPr>
          <a:lstStyle/>
          <a:p>
            <a:pPr marL="12700">
              <a:lnSpc>
                <a:spcPct val="100000"/>
              </a:lnSpc>
              <a:spcBef>
                <a:spcPts val="35"/>
              </a:spcBef>
            </a:pPr>
            <a:r>
              <a:rPr sz="800" i="1" spc="-20" dirty="0">
                <a:latin typeface="Trebuchet MS"/>
                <a:cs typeface="Trebuchet MS"/>
              </a:rPr>
              <a:t>GitHub</a:t>
            </a:r>
            <a:r>
              <a:rPr sz="800" i="1" spc="-5" dirty="0">
                <a:latin typeface="Trebuchet MS"/>
                <a:cs typeface="Trebuchet MS"/>
              </a:rPr>
              <a:t> </a:t>
            </a:r>
            <a:r>
              <a:rPr sz="800" i="1" dirty="0">
                <a:latin typeface="Trebuchet MS"/>
                <a:cs typeface="Trebuchet MS"/>
              </a:rPr>
              <a:t>repo</a:t>
            </a:r>
            <a:r>
              <a:rPr sz="800" i="1" spc="-5" dirty="0">
                <a:latin typeface="Trebuchet MS"/>
                <a:cs typeface="Trebuchet MS"/>
              </a:rPr>
              <a:t> </a:t>
            </a:r>
            <a:r>
              <a:rPr sz="800" i="1" spc="-10" dirty="0">
                <a:latin typeface="Trebuchet MS"/>
                <a:cs typeface="Trebuchet MS"/>
              </a:rPr>
              <a:t>containing</a:t>
            </a:r>
            <a:r>
              <a:rPr sz="800" i="1" dirty="0">
                <a:latin typeface="Trebuchet MS"/>
                <a:cs typeface="Trebuchet MS"/>
              </a:rPr>
              <a:t> "</a:t>
            </a:r>
            <a:r>
              <a:rPr sz="800" i="1" dirty="0">
                <a:solidFill>
                  <a:srgbClr val="FF5252"/>
                </a:solidFill>
                <a:latin typeface="Trebuchet MS"/>
                <a:cs typeface="Trebuchet MS"/>
                <a:hlinkClick r:id="rId4"/>
              </a:rPr>
              <a:t>Needle</a:t>
            </a:r>
            <a:r>
              <a:rPr sz="800" i="1" spc="-5" dirty="0">
                <a:solidFill>
                  <a:srgbClr val="FF5252"/>
                </a:solidFill>
                <a:latin typeface="Trebuchet MS"/>
                <a:cs typeface="Trebuchet MS"/>
                <a:hlinkClick r:id="rId4"/>
              </a:rPr>
              <a:t> </a:t>
            </a:r>
            <a:r>
              <a:rPr sz="800" i="1" spc="-40" dirty="0">
                <a:solidFill>
                  <a:srgbClr val="FF5252"/>
                </a:solidFill>
                <a:latin typeface="Trebuchet MS"/>
                <a:cs typeface="Trebuchet MS"/>
                <a:hlinkClick r:id="rId4"/>
              </a:rPr>
              <a:t>in</a:t>
            </a:r>
            <a:r>
              <a:rPr sz="800" i="1" dirty="0">
                <a:solidFill>
                  <a:srgbClr val="FF5252"/>
                </a:solidFill>
                <a:latin typeface="Trebuchet MS"/>
                <a:cs typeface="Trebuchet MS"/>
                <a:hlinkClick r:id="rId4"/>
              </a:rPr>
              <a:t> a</a:t>
            </a:r>
            <a:r>
              <a:rPr sz="800" i="1" spc="-5" dirty="0">
                <a:solidFill>
                  <a:srgbClr val="FF5252"/>
                </a:solidFill>
                <a:latin typeface="Trebuchet MS"/>
                <a:cs typeface="Trebuchet MS"/>
                <a:hlinkClick r:id="rId4"/>
              </a:rPr>
              <a:t> </a:t>
            </a:r>
            <a:r>
              <a:rPr sz="800" i="1" dirty="0">
                <a:solidFill>
                  <a:srgbClr val="FF5252"/>
                </a:solidFill>
                <a:latin typeface="Trebuchet MS"/>
                <a:cs typeface="Trebuchet MS"/>
                <a:hlinkClick r:id="rId4"/>
              </a:rPr>
              <a:t>Haystack </a:t>
            </a:r>
            <a:r>
              <a:rPr sz="800" i="1" spc="-60" dirty="0">
                <a:solidFill>
                  <a:srgbClr val="FF5252"/>
                </a:solidFill>
                <a:latin typeface="Trebuchet MS"/>
                <a:cs typeface="Trebuchet MS"/>
                <a:hlinkClick r:id="rId4"/>
              </a:rPr>
              <a:t>-</a:t>
            </a:r>
            <a:r>
              <a:rPr sz="800" i="1" spc="-5" dirty="0">
                <a:solidFill>
                  <a:srgbClr val="FF5252"/>
                </a:solidFill>
                <a:latin typeface="Trebuchet MS"/>
                <a:cs typeface="Trebuchet MS"/>
                <a:hlinkClick r:id="rId4"/>
              </a:rPr>
              <a:t> </a:t>
            </a:r>
            <a:r>
              <a:rPr sz="800" i="1" dirty="0">
                <a:solidFill>
                  <a:srgbClr val="FF5252"/>
                </a:solidFill>
                <a:latin typeface="Trebuchet MS"/>
                <a:cs typeface="Trebuchet MS"/>
                <a:hlinkClick r:id="rId4"/>
              </a:rPr>
              <a:t>Pressure </a:t>
            </a:r>
            <a:r>
              <a:rPr sz="800" i="1" spc="-25" dirty="0">
                <a:solidFill>
                  <a:srgbClr val="FF5252"/>
                </a:solidFill>
                <a:latin typeface="Trebuchet MS"/>
                <a:cs typeface="Trebuchet MS"/>
                <a:hlinkClick r:id="rId4"/>
              </a:rPr>
              <a:t>Testing</a:t>
            </a:r>
            <a:r>
              <a:rPr sz="800" i="1" spc="-5" dirty="0">
                <a:solidFill>
                  <a:srgbClr val="FF5252"/>
                </a:solidFill>
                <a:latin typeface="Trebuchet MS"/>
                <a:cs typeface="Trebuchet MS"/>
                <a:hlinkClick r:id="rId4"/>
              </a:rPr>
              <a:t> </a:t>
            </a:r>
            <a:r>
              <a:rPr sz="800" i="1" dirty="0">
                <a:solidFill>
                  <a:srgbClr val="FF5252"/>
                </a:solidFill>
                <a:latin typeface="Trebuchet MS"/>
                <a:cs typeface="Trebuchet MS"/>
                <a:hlinkClick r:id="rId4"/>
              </a:rPr>
              <a:t>LLMs</a:t>
            </a:r>
            <a:r>
              <a:rPr sz="800" i="1" dirty="0">
                <a:latin typeface="Trebuchet MS"/>
                <a:cs typeface="Trebuchet MS"/>
              </a:rPr>
              <a:t>"</a:t>
            </a:r>
            <a:r>
              <a:rPr sz="800" i="1" spc="-5" dirty="0">
                <a:latin typeface="Trebuchet MS"/>
                <a:cs typeface="Trebuchet MS"/>
              </a:rPr>
              <a:t> </a:t>
            </a:r>
            <a:r>
              <a:rPr sz="800" i="1" spc="-40" dirty="0">
                <a:latin typeface="Trebuchet MS"/>
                <a:cs typeface="Trebuchet MS"/>
              </a:rPr>
              <a:t>tests,</a:t>
            </a:r>
            <a:r>
              <a:rPr sz="800" i="1" dirty="0">
                <a:latin typeface="Trebuchet MS"/>
                <a:cs typeface="Trebuchet MS"/>
              </a:rPr>
              <a:t> </a:t>
            </a:r>
            <a:r>
              <a:rPr sz="800" i="1" spc="-35" dirty="0">
                <a:latin typeface="Trebuchet MS"/>
                <a:cs typeface="Trebuchet MS"/>
              </a:rPr>
              <a:t>Kamradt,</a:t>
            </a:r>
            <a:r>
              <a:rPr sz="800" i="1" spc="-5" dirty="0">
                <a:latin typeface="Trebuchet MS"/>
                <a:cs typeface="Trebuchet MS"/>
              </a:rPr>
              <a:t> </a:t>
            </a:r>
            <a:r>
              <a:rPr sz="800" i="1" spc="-10" dirty="0">
                <a:latin typeface="Trebuchet MS"/>
                <a:cs typeface="Trebuchet MS"/>
              </a:rPr>
              <a:t>2023.</a:t>
            </a:r>
            <a:endParaRPr sz="800" dirty="0">
              <a:latin typeface="Trebuchet MS"/>
              <a:cs typeface="Trebuchet MS"/>
            </a:endParaRPr>
          </a:p>
        </p:txBody>
      </p:sp>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0348E3C8-85B8-AA13-F2DD-2BEF30D36C07}"/>
                  </a:ext>
                </a:extLst>
              </p14:cNvPr>
              <p14:cNvContentPartPr/>
              <p14:nvPr/>
            </p14:nvContentPartPr>
            <p14:xfrm>
              <a:off x="158400" y="1644840"/>
              <a:ext cx="8338680" cy="4833720"/>
            </p14:xfrm>
          </p:contentPart>
        </mc:Choice>
        <mc:Fallback>
          <p:pic>
            <p:nvPicPr>
              <p:cNvPr id="6" name="Ink 5">
                <a:extLst>
                  <a:ext uri="{FF2B5EF4-FFF2-40B4-BE49-F238E27FC236}">
                    <a16:creationId xmlns:a16="http://schemas.microsoft.com/office/drawing/2014/main" id="{0348E3C8-85B8-AA13-F2DD-2BEF30D36C07}"/>
                  </a:ext>
                </a:extLst>
              </p:cNvPr>
              <p:cNvPicPr/>
              <p:nvPr/>
            </p:nvPicPr>
            <p:blipFill>
              <a:blip r:embed="rId6"/>
              <a:stretch>
                <a:fillRect/>
              </a:stretch>
            </p:blipFill>
            <p:spPr>
              <a:xfrm>
                <a:off x="149040" y="1635480"/>
                <a:ext cx="8357400" cy="4852440"/>
              </a:xfrm>
              <a:prstGeom prst="rect">
                <a:avLst/>
              </a:prstGeom>
            </p:spPr>
          </p:pic>
        </mc:Fallback>
      </mc:AlternateContent>
    </p:spTree>
    <p:extLst>
      <p:ext uri="{BB962C8B-B14F-4D97-AF65-F5344CB8AC3E}">
        <p14:creationId xmlns:p14="http://schemas.microsoft.com/office/powerpoint/2010/main" val="3855088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2BE95-2FF2-C318-AA91-E1A7C7836BB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FF0E5BE-D25C-8C1E-8DF8-8635DD77B89C}"/>
              </a:ext>
            </a:extLst>
          </p:cNvPr>
          <p:cNvSpPr>
            <a:spLocks noGrp="1"/>
          </p:cNvSpPr>
          <p:nvPr>
            <p:ph type="title"/>
          </p:nvPr>
        </p:nvSpPr>
        <p:spPr/>
        <p:txBody>
          <a:bodyPr/>
          <a:lstStyle/>
          <a:p>
            <a:r>
              <a:rPr lang="en-IN" dirty="0"/>
              <a:t>Retrieval-Augmented Generation (RAG)</a:t>
            </a:r>
          </a:p>
        </p:txBody>
      </p:sp>
      <p:pic>
        <p:nvPicPr>
          <p:cNvPr id="4" name="Picture 3">
            <a:extLst>
              <a:ext uri="{FF2B5EF4-FFF2-40B4-BE49-F238E27FC236}">
                <a16:creationId xmlns:a16="http://schemas.microsoft.com/office/drawing/2014/main" id="{D56EC1AE-191E-27E6-C8E4-3106878E8AB2}"/>
              </a:ext>
            </a:extLst>
          </p:cNvPr>
          <p:cNvPicPr>
            <a:picLocks noChangeAspect="1"/>
          </p:cNvPicPr>
          <p:nvPr/>
        </p:nvPicPr>
        <p:blipFill>
          <a:blip r:embed="rId3"/>
          <a:stretch>
            <a:fillRect/>
          </a:stretch>
        </p:blipFill>
        <p:spPr>
          <a:xfrm>
            <a:off x="457200" y="1255776"/>
            <a:ext cx="7166853" cy="3278269"/>
          </a:xfrm>
          <a:prstGeom prst="rect">
            <a:avLst/>
          </a:prstGeom>
        </p:spPr>
      </p:pic>
      <p:sp>
        <p:nvSpPr>
          <p:cNvPr id="5" name="Text 21">
            <a:extLst>
              <a:ext uri="{FF2B5EF4-FFF2-40B4-BE49-F238E27FC236}">
                <a16:creationId xmlns:a16="http://schemas.microsoft.com/office/drawing/2014/main" id="{987469E8-F0D4-F474-154B-5A0D94F875DA}"/>
              </a:ext>
            </a:extLst>
          </p:cNvPr>
          <p:cNvSpPr/>
          <p:nvPr/>
        </p:nvSpPr>
        <p:spPr>
          <a:xfrm>
            <a:off x="265176" y="4724400"/>
            <a:ext cx="8686800" cy="1645920"/>
          </a:xfrm>
          <a:prstGeom prst="rect">
            <a:avLst/>
          </a:prstGeom>
          <a:noFill/>
          <a:ln/>
        </p:spPr>
        <p:txBody>
          <a:bodyPr wrap="square" lIns="0" tIns="0" rIns="0" bIns="0" rtlCol="0" anchor="t"/>
          <a:lstStyle/>
          <a:p>
            <a:pPr>
              <a:spcAft>
                <a:spcPts val="600"/>
              </a:spcAft>
            </a:pPr>
            <a:r>
              <a:rPr lang="en-US" sz="2000" dirty="0">
                <a:solidFill>
                  <a:srgbClr val="222222"/>
                </a:solidFill>
                <a:latin typeface="Calibri" pitchFamily="34" charset="0"/>
                <a:ea typeface="Calibri" pitchFamily="34" charset="-122"/>
                <a:cs typeface="Calibri" pitchFamily="34" charset="-120"/>
              </a:rPr>
              <a:t>1. Receive user query q</a:t>
            </a:r>
            <a:endParaRPr lang="en-US" sz="2000" dirty="0"/>
          </a:p>
          <a:p>
            <a:pPr>
              <a:spcAft>
                <a:spcPts val="600"/>
              </a:spcAft>
            </a:pPr>
            <a:r>
              <a:rPr lang="en-US" sz="2000" dirty="0">
                <a:solidFill>
                  <a:srgbClr val="222222"/>
                </a:solidFill>
                <a:latin typeface="Calibri" pitchFamily="34" charset="0"/>
                <a:ea typeface="Calibri" pitchFamily="34" charset="-122"/>
                <a:cs typeface="Calibri" pitchFamily="34" charset="-120"/>
              </a:rPr>
              <a:t>2. Call retriever → return top-k passages from D (BM25, vector search, or hybrid)</a:t>
            </a:r>
            <a:endParaRPr lang="en-US" sz="2000" dirty="0"/>
          </a:p>
          <a:p>
            <a:pPr>
              <a:spcAft>
                <a:spcPts val="600"/>
              </a:spcAft>
            </a:pPr>
            <a:r>
              <a:rPr lang="en-US" sz="2000" dirty="0">
                <a:solidFill>
                  <a:srgbClr val="222222"/>
                </a:solidFill>
                <a:latin typeface="Calibri" pitchFamily="34" charset="0"/>
                <a:ea typeface="Calibri" pitchFamily="34" charset="-122"/>
                <a:cs typeface="Calibri" pitchFamily="34" charset="-120"/>
              </a:rPr>
              <a:t>3. Assemble a prompt: instruction + q + retrieved passages</a:t>
            </a:r>
            <a:endParaRPr lang="en-US" sz="2000" dirty="0"/>
          </a:p>
          <a:p>
            <a:pPr>
              <a:spcAft>
                <a:spcPts val="600"/>
              </a:spcAft>
            </a:pPr>
            <a:r>
              <a:rPr lang="en-US" sz="2000" dirty="0">
                <a:solidFill>
                  <a:srgbClr val="222222"/>
                </a:solidFill>
                <a:latin typeface="Calibri" pitchFamily="34" charset="0"/>
                <a:ea typeface="Calibri" pitchFamily="34" charset="-122"/>
                <a:cs typeface="Calibri" pitchFamily="34" charset="-120"/>
              </a:rPr>
              <a:t>4. Call the LLM with the prompt → generate grounded answer</a:t>
            </a:r>
            <a:endParaRPr lang="en-US" sz="2000" dirty="0"/>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641651EE-74C3-BF5E-28B2-72765602DC9A}"/>
                  </a:ext>
                </a:extLst>
              </p14:cNvPr>
              <p14:cNvContentPartPr/>
              <p14:nvPr/>
            </p14:nvContentPartPr>
            <p14:xfrm>
              <a:off x="465840" y="1316160"/>
              <a:ext cx="8405280" cy="4965840"/>
            </p14:xfrm>
          </p:contentPart>
        </mc:Choice>
        <mc:Fallback>
          <p:pic>
            <p:nvPicPr>
              <p:cNvPr id="2" name="Ink 1">
                <a:extLst>
                  <a:ext uri="{FF2B5EF4-FFF2-40B4-BE49-F238E27FC236}">
                    <a16:creationId xmlns:a16="http://schemas.microsoft.com/office/drawing/2014/main" id="{641651EE-74C3-BF5E-28B2-72765602DC9A}"/>
                  </a:ext>
                </a:extLst>
              </p:cNvPr>
              <p:cNvPicPr/>
              <p:nvPr/>
            </p:nvPicPr>
            <p:blipFill>
              <a:blip r:embed="rId5"/>
              <a:stretch>
                <a:fillRect/>
              </a:stretch>
            </p:blipFill>
            <p:spPr>
              <a:xfrm>
                <a:off x="456480" y="1306800"/>
                <a:ext cx="8424000" cy="4984560"/>
              </a:xfrm>
              <a:prstGeom prst="rect">
                <a:avLst/>
              </a:prstGeom>
            </p:spPr>
          </p:pic>
        </mc:Fallback>
      </mc:AlternateContent>
    </p:spTree>
    <p:extLst>
      <p:ext uri="{BB962C8B-B14F-4D97-AF65-F5344CB8AC3E}">
        <p14:creationId xmlns:p14="http://schemas.microsoft.com/office/powerpoint/2010/main" val="4185997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92608" y="1328166"/>
            <a:ext cx="8229600" cy="310896"/>
          </a:xfrm>
          <a:prstGeom prst="rect">
            <a:avLst/>
          </a:prstGeom>
          <a:noFill/>
          <a:ln/>
        </p:spPr>
        <p:txBody>
          <a:bodyPr wrap="square" lIns="0" tIns="0" rIns="0" bIns="0" rtlCol="0" anchor="ctr"/>
          <a:lstStyle/>
          <a:p>
            <a:r>
              <a:rPr lang="en-US" i="1" dirty="0">
                <a:solidFill>
                  <a:schemeClr val="tx1"/>
                </a:solidFill>
                <a:latin typeface="Cambria" panose="02040503050406030204" pitchFamily="18" charset="0"/>
                <a:ea typeface="Cambria" panose="02040503050406030204" pitchFamily="18" charset="0"/>
                <a:cs typeface="Calibri" pitchFamily="34" charset="-120"/>
              </a:rPr>
              <a:t>An offline pipeline builds the index; an online pipeline answers each query.</a:t>
            </a:r>
            <a:endParaRPr lang="en-US" dirty="0">
              <a:solidFill>
                <a:schemeClr val="tx1"/>
              </a:solidFill>
              <a:latin typeface="Cambria" panose="02040503050406030204" pitchFamily="18" charset="0"/>
              <a:ea typeface="Cambria" panose="02040503050406030204" pitchFamily="18" charset="0"/>
            </a:endParaRPr>
          </a:p>
        </p:txBody>
      </p:sp>
      <p:sp>
        <p:nvSpPr>
          <p:cNvPr id="4" name="Text 2"/>
          <p:cNvSpPr/>
          <p:nvPr/>
        </p:nvSpPr>
        <p:spPr>
          <a:xfrm>
            <a:off x="292608" y="1785366"/>
            <a:ext cx="8229600" cy="274320"/>
          </a:xfrm>
          <a:prstGeom prst="rect">
            <a:avLst/>
          </a:prstGeom>
          <a:noFill/>
          <a:ln/>
        </p:spPr>
        <p:txBody>
          <a:bodyPr wrap="square" lIns="0" tIns="0" rIns="0" bIns="0" rtlCol="0" anchor="ctr"/>
          <a:lstStyle/>
          <a:p>
            <a:r>
              <a:rPr lang="en-US" b="1" dirty="0">
                <a:solidFill>
                  <a:schemeClr val="tx1"/>
                </a:solidFill>
                <a:latin typeface="Cambria" panose="02040503050406030204" pitchFamily="18" charset="0"/>
                <a:ea typeface="Cambria" panose="02040503050406030204" pitchFamily="18" charset="0"/>
                <a:cs typeface="Calibri" pitchFamily="34" charset="-120"/>
              </a:rPr>
              <a:t>OFFLINE — build the index (runs when documents change)</a:t>
            </a:r>
            <a:endParaRPr lang="en-US" dirty="0">
              <a:solidFill>
                <a:schemeClr val="tx1"/>
              </a:solidFill>
              <a:latin typeface="Cambria" panose="02040503050406030204" pitchFamily="18" charset="0"/>
              <a:ea typeface="Cambria" panose="02040503050406030204" pitchFamily="18" charset="0"/>
            </a:endParaRPr>
          </a:p>
        </p:txBody>
      </p:sp>
      <p:sp>
        <p:nvSpPr>
          <p:cNvPr id="5" name="Shape 3"/>
          <p:cNvSpPr/>
          <p:nvPr/>
        </p:nvSpPr>
        <p:spPr>
          <a:xfrm>
            <a:off x="457200" y="2366010"/>
            <a:ext cx="1481328" cy="658368"/>
          </a:xfrm>
          <a:prstGeom prst="roundRect">
            <a:avLst>
              <a:gd name="adj" fmla="val 8333"/>
            </a:avLst>
          </a:prstGeom>
          <a:solidFill>
            <a:srgbClr val="E9EFF7"/>
          </a:solidFill>
          <a:ln w="12700">
            <a:solidFill>
              <a:srgbClr val="1F3864"/>
            </a:solidFill>
            <a:prstDash val="solid"/>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6" name="Text 4"/>
          <p:cNvSpPr/>
          <p:nvPr/>
        </p:nvSpPr>
        <p:spPr>
          <a:xfrm>
            <a:off x="457200" y="2420874"/>
            <a:ext cx="1481328" cy="310896"/>
          </a:xfrm>
          <a:prstGeom prst="rect">
            <a:avLst/>
          </a:prstGeom>
          <a:noFill/>
          <a:ln/>
        </p:spPr>
        <p:txBody>
          <a:bodyPr wrap="square" lIns="0" tIns="0" rIns="0" bIns="0" rtlCol="0" anchor="ctr"/>
          <a:lstStyle/>
          <a:p>
            <a:pPr algn="ctr"/>
            <a:r>
              <a:rPr lang="en-US" b="1" dirty="0">
                <a:solidFill>
                  <a:schemeClr val="tx1"/>
                </a:solidFill>
                <a:latin typeface="Cambria" panose="02040503050406030204" pitchFamily="18" charset="0"/>
                <a:ea typeface="Cambria" panose="02040503050406030204" pitchFamily="18" charset="0"/>
                <a:cs typeface="Calibri" pitchFamily="34" charset="-120"/>
              </a:rPr>
              <a:t>Data</a:t>
            </a:r>
            <a:endParaRPr lang="en-US" dirty="0">
              <a:solidFill>
                <a:schemeClr val="tx1"/>
              </a:solidFill>
              <a:latin typeface="Cambria" panose="02040503050406030204" pitchFamily="18" charset="0"/>
              <a:ea typeface="Cambria" panose="02040503050406030204" pitchFamily="18" charset="0"/>
            </a:endParaRPr>
          </a:p>
        </p:txBody>
      </p:sp>
      <p:sp>
        <p:nvSpPr>
          <p:cNvPr id="7" name="Text 5"/>
          <p:cNvSpPr/>
          <p:nvPr/>
        </p:nvSpPr>
        <p:spPr>
          <a:xfrm>
            <a:off x="242637" y="2654783"/>
            <a:ext cx="1982668" cy="452090"/>
          </a:xfrm>
          <a:prstGeom prst="rect">
            <a:avLst/>
          </a:prstGeom>
          <a:noFill/>
          <a:ln/>
        </p:spPr>
        <p:txBody>
          <a:bodyPr wrap="square" lIns="0" tIns="0" rIns="0" bIns="0" rtlCol="0" anchor="ctr"/>
          <a:lstStyle/>
          <a:p>
            <a:pPr algn="ctr"/>
            <a:r>
              <a:rPr lang="en-US" sz="1600" dirty="0">
                <a:solidFill>
                  <a:schemeClr val="tx1"/>
                </a:solidFill>
                <a:latin typeface="Cambria" panose="02040503050406030204" pitchFamily="18" charset="0"/>
                <a:ea typeface="Cambria" panose="02040503050406030204" pitchFamily="18" charset="0"/>
                <a:cs typeface="Calibri" pitchFamily="34" charset="-120"/>
              </a:rPr>
              <a:t>docs, wikis, PDFs</a:t>
            </a:r>
            <a:endParaRPr lang="en-US" sz="1600" dirty="0">
              <a:solidFill>
                <a:schemeClr val="tx1"/>
              </a:solidFill>
              <a:latin typeface="Cambria" panose="02040503050406030204" pitchFamily="18" charset="0"/>
              <a:ea typeface="Cambria" panose="02040503050406030204" pitchFamily="18" charset="0"/>
            </a:endParaRPr>
          </a:p>
        </p:txBody>
      </p:sp>
      <p:sp>
        <p:nvSpPr>
          <p:cNvPr id="8" name="Shape 6"/>
          <p:cNvSpPr/>
          <p:nvPr/>
        </p:nvSpPr>
        <p:spPr>
          <a:xfrm>
            <a:off x="1952244" y="2695194"/>
            <a:ext cx="256032" cy="0"/>
          </a:xfrm>
          <a:prstGeom prst="line">
            <a:avLst/>
          </a:prstGeom>
          <a:noFill/>
          <a:ln w="19050">
            <a:solidFill>
              <a:srgbClr val="595959"/>
            </a:solidFill>
            <a:prstDash val="solid"/>
            <a:tailEnd type="arrow"/>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9" name="Shape 7"/>
          <p:cNvSpPr/>
          <p:nvPr/>
        </p:nvSpPr>
        <p:spPr>
          <a:xfrm>
            <a:off x="2221992" y="2366010"/>
            <a:ext cx="1481328" cy="658368"/>
          </a:xfrm>
          <a:prstGeom prst="roundRect">
            <a:avLst>
              <a:gd name="adj" fmla="val 8333"/>
            </a:avLst>
          </a:prstGeom>
          <a:solidFill>
            <a:srgbClr val="E9EFF7"/>
          </a:solidFill>
          <a:ln w="12700">
            <a:solidFill>
              <a:srgbClr val="1F3864"/>
            </a:solidFill>
            <a:prstDash val="solid"/>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10" name="Text 8"/>
          <p:cNvSpPr/>
          <p:nvPr/>
        </p:nvSpPr>
        <p:spPr>
          <a:xfrm>
            <a:off x="2221992" y="2420874"/>
            <a:ext cx="1481328" cy="310896"/>
          </a:xfrm>
          <a:prstGeom prst="rect">
            <a:avLst/>
          </a:prstGeom>
          <a:noFill/>
          <a:ln/>
        </p:spPr>
        <p:txBody>
          <a:bodyPr wrap="square" lIns="0" tIns="0" rIns="0" bIns="0" rtlCol="0" anchor="ctr"/>
          <a:lstStyle/>
          <a:p>
            <a:pPr algn="ctr"/>
            <a:r>
              <a:rPr lang="en-US" b="1" dirty="0">
                <a:solidFill>
                  <a:schemeClr val="tx1"/>
                </a:solidFill>
                <a:latin typeface="Cambria" panose="02040503050406030204" pitchFamily="18" charset="0"/>
                <a:ea typeface="Cambria" panose="02040503050406030204" pitchFamily="18" charset="0"/>
                <a:cs typeface="Calibri" pitchFamily="34" charset="-120"/>
              </a:rPr>
              <a:t>Chunk</a:t>
            </a:r>
            <a:endParaRPr lang="en-US" dirty="0">
              <a:solidFill>
                <a:schemeClr val="tx1"/>
              </a:solidFill>
              <a:latin typeface="Cambria" panose="02040503050406030204" pitchFamily="18" charset="0"/>
              <a:ea typeface="Cambria" panose="02040503050406030204" pitchFamily="18" charset="0"/>
            </a:endParaRPr>
          </a:p>
        </p:txBody>
      </p:sp>
      <p:sp>
        <p:nvSpPr>
          <p:cNvPr id="11" name="Text 9"/>
          <p:cNvSpPr/>
          <p:nvPr/>
        </p:nvSpPr>
        <p:spPr>
          <a:xfrm>
            <a:off x="2221992" y="2713481"/>
            <a:ext cx="1664208" cy="322423"/>
          </a:xfrm>
          <a:prstGeom prst="rect">
            <a:avLst/>
          </a:prstGeom>
          <a:noFill/>
          <a:ln/>
        </p:spPr>
        <p:txBody>
          <a:bodyPr wrap="square" lIns="0" tIns="0" rIns="0" bIns="0" rtlCol="0" anchor="ctr"/>
          <a:lstStyle/>
          <a:p>
            <a:pPr algn="ctr"/>
            <a:r>
              <a:rPr lang="en-US" sz="1600" dirty="0">
                <a:solidFill>
                  <a:schemeClr val="tx1"/>
                </a:solidFill>
                <a:latin typeface="Cambria" panose="02040503050406030204" pitchFamily="18" charset="0"/>
                <a:ea typeface="Cambria" panose="02040503050406030204" pitchFamily="18" charset="0"/>
                <a:cs typeface="Calibri" pitchFamily="34" charset="-120"/>
              </a:rPr>
              <a:t>split into passages</a:t>
            </a:r>
            <a:endParaRPr lang="en-US" sz="1600" dirty="0">
              <a:solidFill>
                <a:schemeClr val="tx1"/>
              </a:solidFill>
              <a:latin typeface="Cambria" panose="02040503050406030204" pitchFamily="18" charset="0"/>
              <a:ea typeface="Cambria" panose="02040503050406030204" pitchFamily="18" charset="0"/>
            </a:endParaRPr>
          </a:p>
        </p:txBody>
      </p:sp>
      <p:sp>
        <p:nvSpPr>
          <p:cNvPr id="12" name="Shape 10"/>
          <p:cNvSpPr/>
          <p:nvPr/>
        </p:nvSpPr>
        <p:spPr>
          <a:xfrm>
            <a:off x="3717036" y="2695194"/>
            <a:ext cx="256032" cy="0"/>
          </a:xfrm>
          <a:prstGeom prst="line">
            <a:avLst/>
          </a:prstGeom>
          <a:noFill/>
          <a:ln w="19050">
            <a:solidFill>
              <a:srgbClr val="595959"/>
            </a:solidFill>
            <a:prstDash val="solid"/>
            <a:tailEnd type="arrow"/>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13" name="Shape 11"/>
          <p:cNvSpPr/>
          <p:nvPr/>
        </p:nvSpPr>
        <p:spPr>
          <a:xfrm>
            <a:off x="3986784" y="2366010"/>
            <a:ext cx="1481328" cy="658368"/>
          </a:xfrm>
          <a:prstGeom prst="roundRect">
            <a:avLst>
              <a:gd name="adj" fmla="val 8333"/>
            </a:avLst>
          </a:prstGeom>
          <a:solidFill>
            <a:srgbClr val="E9EFF7"/>
          </a:solidFill>
          <a:ln w="12700">
            <a:solidFill>
              <a:srgbClr val="1F3864"/>
            </a:solidFill>
            <a:prstDash val="solid"/>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14" name="Text 12"/>
          <p:cNvSpPr/>
          <p:nvPr/>
        </p:nvSpPr>
        <p:spPr>
          <a:xfrm>
            <a:off x="3986784" y="2420874"/>
            <a:ext cx="1481328" cy="310896"/>
          </a:xfrm>
          <a:prstGeom prst="rect">
            <a:avLst/>
          </a:prstGeom>
          <a:noFill/>
          <a:ln/>
        </p:spPr>
        <p:txBody>
          <a:bodyPr wrap="square" lIns="0" tIns="0" rIns="0" bIns="0" rtlCol="0" anchor="ctr"/>
          <a:lstStyle/>
          <a:p>
            <a:pPr algn="ctr"/>
            <a:r>
              <a:rPr lang="en-US" b="1" dirty="0">
                <a:solidFill>
                  <a:schemeClr val="tx1"/>
                </a:solidFill>
                <a:latin typeface="Cambria" panose="02040503050406030204" pitchFamily="18" charset="0"/>
                <a:ea typeface="Cambria" panose="02040503050406030204" pitchFamily="18" charset="0"/>
                <a:cs typeface="Calibri" pitchFamily="34" charset="-120"/>
              </a:rPr>
              <a:t>Embed</a:t>
            </a:r>
            <a:endParaRPr lang="en-US" dirty="0">
              <a:solidFill>
                <a:schemeClr val="tx1"/>
              </a:solidFill>
              <a:latin typeface="Cambria" panose="02040503050406030204" pitchFamily="18" charset="0"/>
              <a:ea typeface="Cambria" panose="02040503050406030204" pitchFamily="18" charset="0"/>
            </a:endParaRPr>
          </a:p>
        </p:txBody>
      </p:sp>
      <p:sp>
        <p:nvSpPr>
          <p:cNvPr id="15" name="Text 13"/>
          <p:cNvSpPr/>
          <p:nvPr/>
        </p:nvSpPr>
        <p:spPr>
          <a:xfrm>
            <a:off x="3986784" y="2713481"/>
            <a:ext cx="1664208" cy="322423"/>
          </a:xfrm>
          <a:prstGeom prst="rect">
            <a:avLst/>
          </a:prstGeom>
          <a:noFill/>
          <a:ln/>
        </p:spPr>
        <p:txBody>
          <a:bodyPr wrap="square" lIns="0" tIns="0" rIns="0" bIns="0" rtlCol="0" anchor="ctr"/>
          <a:lstStyle/>
          <a:p>
            <a:pPr algn="ctr"/>
            <a:r>
              <a:rPr lang="en-US" sz="1600" dirty="0">
                <a:solidFill>
                  <a:schemeClr val="tx1"/>
                </a:solidFill>
                <a:latin typeface="Cambria" panose="02040503050406030204" pitchFamily="18" charset="0"/>
                <a:ea typeface="Cambria" panose="02040503050406030204" pitchFamily="18" charset="0"/>
                <a:cs typeface="Calibri" pitchFamily="34" charset="-120"/>
              </a:rPr>
              <a:t>encode to vectors</a:t>
            </a:r>
            <a:endParaRPr lang="en-US" sz="1600" dirty="0">
              <a:solidFill>
                <a:schemeClr val="tx1"/>
              </a:solidFill>
              <a:latin typeface="Cambria" panose="02040503050406030204" pitchFamily="18" charset="0"/>
              <a:ea typeface="Cambria" panose="02040503050406030204" pitchFamily="18" charset="0"/>
            </a:endParaRPr>
          </a:p>
        </p:txBody>
      </p:sp>
      <p:sp>
        <p:nvSpPr>
          <p:cNvPr id="16" name="Shape 14"/>
          <p:cNvSpPr/>
          <p:nvPr/>
        </p:nvSpPr>
        <p:spPr>
          <a:xfrm>
            <a:off x="5481828" y="2695194"/>
            <a:ext cx="256032" cy="0"/>
          </a:xfrm>
          <a:prstGeom prst="line">
            <a:avLst/>
          </a:prstGeom>
          <a:noFill/>
          <a:ln w="19050">
            <a:solidFill>
              <a:srgbClr val="595959"/>
            </a:solidFill>
            <a:prstDash val="solid"/>
            <a:tailEnd type="arrow"/>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17" name="Shape 15"/>
          <p:cNvSpPr/>
          <p:nvPr/>
        </p:nvSpPr>
        <p:spPr>
          <a:xfrm>
            <a:off x="5751576" y="2366010"/>
            <a:ext cx="1481328" cy="658368"/>
          </a:xfrm>
          <a:prstGeom prst="roundRect">
            <a:avLst>
              <a:gd name="adj" fmla="val 8333"/>
            </a:avLst>
          </a:prstGeom>
          <a:solidFill>
            <a:srgbClr val="E9EFF7"/>
          </a:solidFill>
          <a:ln w="12700">
            <a:solidFill>
              <a:srgbClr val="1F3864"/>
            </a:solidFill>
            <a:prstDash val="solid"/>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18" name="Text 16"/>
          <p:cNvSpPr/>
          <p:nvPr/>
        </p:nvSpPr>
        <p:spPr>
          <a:xfrm>
            <a:off x="5751576" y="2420874"/>
            <a:ext cx="1481328" cy="310896"/>
          </a:xfrm>
          <a:prstGeom prst="rect">
            <a:avLst/>
          </a:prstGeom>
          <a:noFill/>
          <a:ln/>
        </p:spPr>
        <p:txBody>
          <a:bodyPr wrap="square" lIns="0" tIns="0" rIns="0" bIns="0" rtlCol="0" anchor="ctr"/>
          <a:lstStyle/>
          <a:p>
            <a:pPr algn="ctr"/>
            <a:r>
              <a:rPr lang="en-US" b="1" dirty="0">
                <a:solidFill>
                  <a:schemeClr val="tx1"/>
                </a:solidFill>
                <a:latin typeface="Cambria" panose="02040503050406030204" pitchFamily="18" charset="0"/>
                <a:ea typeface="Cambria" panose="02040503050406030204" pitchFamily="18" charset="0"/>
                <a:cs typeface="Calibri" pitchFamily="34" charset="-120"/>
              </a:rPr>
              <a:t>Index</a:t>
            </a:r>
            <a:endParaRPr lang="en-US" dirty="0">
              <a:solidFill>
                <a:schemeClr val="tx1"/>
              </a:solidFill>
              <a:latin typeface="Cambria" panose="02040503050406030204" pitchFamily="18" charset="0"/>
              <a:ea typeface="Cambria" panose="02040503050406030204" pitchFamily="18" charset="0"/>
            </a:endParaRPr>
          </a:p>
        </p:txBody>
      </p:sp>
      <p:sp>
        <p:nvSpPr>
          <p:cNvPr id="19" name="Text 17"/>
          <p:cNvSpPr/>
          <p:nvPr/>
        </p:nvSpPr>
        <p:spPr>
          <a:xfrm>
            <a:off x="5751576" y="2713482"/>
            <a:ext cx="1481328" cy="256032"/>
          </a:xfrm>
          <a:prstGeom prst="rect">
            <a:avLst/>
          </a:prstGeom>
          <a:noFill/>
          <a:ln/>
        </p:spPr>
        <p:txBody>
          <a:bodyPr wrap="square" lIns="0" tIns="0" rIns="0" bIns="0" rtlCol="0" anchor="ctr"/>
          <a:lstStyle/>
          <a:p>
            <a:pPr algn="ctr"/>
            <a:r>
              <a:rPr lang="en-US" dirty="0">
                <a:solidFill>
                  <a:schemeClr val="tx1"/>
                </a:solidFill>
                <a:latin typeface="Cambria" panose="02040503050406030204" pitchFamily="18" charset="0"/>
                <a:ea typeface="Cambria" panose="02040503050406030204" pitchFamily="18" charset="0"/>
                <a:cs typeface="Calibri" pitchFamily="34" charset="-120"/>
              </a:rPr>
              <a:t>ANN structure</a:t>
            </a:r>
            <a:endParaRPr lang="en-US" dirty="0">
              <a:solidFill>
                <a:schemeClr val="tx1"/>
              </a:solidFill>
              <a:latin typeface="Cambria" panose="02040503050406030204" pitchFamily="18" charset="0"/>
              <a:ea typeface="Cambria" panose="02040503050406030204" pitchFamily="18" charset="0"/>
            </a:endParaRPr>
          </a:p>
        </p:txBody>
      </p:sp>
      <p:sp>
        <p:nvSpPr>
          <p:cNvPr id="20" name="Shape 18"/>
          <p:cNvSpPr/>
          <p:nvPr/>
        </p:nvSpPr>
        <p:spPr>
          <a:xfrm>
            <a:off x="7246620" y="2695194"/>
            <a:ext cx="256032" cy="0"/>
          </a:xfrm>
          <a:prstGeom prst="line">
            <a:avLst/>
          </a:prstGeom>
          <a:noFill/>
          <a:ln w="19050">
            <a:solidFill>
              <a:srgbClr val="595959"/>
            </a:solidFill>
            <a:prstDash val="solid"/>
            <a:tailEnd type="arrow"/>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21" name="Shape 19"/>
          <p:cNvSpPr/>
          <p:nvPr/>
        </p:nvSpPr>
        <p:spPr>
          <a:xfrm>
            <a:off x="7516368" y="2366010"/>
            <a:ext cx="1481328" cy="658368"/>
          </a:xfrm>
          <a:prstGeom prst="roundRect">
            <a:avLst>
              <a:gd name="adj" fmla="val 8333"/>
            </a:avLst>
          </a:prstGeom>
          <a:solidFill>
            <a:srgbClr val="E5F1F0"/>
          </a:solidFill>
          <a:ln w="12700">
            <a:solidFill>
              <a:srgbClr val="1D7874"/>
            </a:solidFill>
            <a:prstDash val="solid"/>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22" name="Text 20"/>
          <p:cNvSpPr/>
          <p:nvPr/>
        </p:nvSpPr>
        <p:spPr>
          <a:xfrm>
            <a:off x="7516368" y="2420874"/>
            <a:ext cx="1481328" cy="310896"/>
          </a:xfrm>
          <a:prstGeom prst="rect">
            <a:avLst/>
          </a:prstGeom>
          <a:noFill/>
          <a:ln/>
        </p:spPr>
        <p:txBody>
          <a:bodyPr wrap="square" lIns="0" tIns="0" rIns="0" bIns="0" rtlCol="0" anchor="ctr"/>
          <a:lstStyle/>
          <a:p>
            <a:pPr algn="ctr"/>
            <a:r>
              <a:rPr lang="en-US" b="1" dirty="0">
                <a:solidFill>
                  <a:schemeClr val="tx1"/>
                </a:solidFill>
                <a:latin typeface="Cambria" panose="02040503050406030204" pitchFamily="18" charset="0"/>
                <a:ea typeface="Cambria" panose="02040503050406030204" pitchFamily="18" charset="0"/>
                <a:cs typeface="Calibri" pitchFamily="34" charset="-120"/>
              </a:rPr>
              <a:t>Store</a:t>
            </a:r>
            <a:endParaRPr lang="en-US" dirty="0">
              <a:solidFill>
                <a:schemeClr val="tx1"/>
              </a:solidFill>
              <a:latin typeface="Cambria" panose="02040503050406030204" pitchFamily="18" charset="0"/>
              <a:ea typeface="Cambria" panose="02040503050406030204" pitchFamily="18" charset="0"/>
            </a:endParaRPr>
          </a:p>
        </p:txBody>
      </p:sp>
      <p:sp>
        <p:nvSpPr>
          <p:cNvPr id="23" name="Text 21"/>
          <p:cNvSpPr/>
          <p:nvPr/>
        </p:nvSpPr>
        <p:spPr>
          <a:xfrm>
            <a:off x="7516368" y="2713482"/>
            <a:ext cx="1481328" cy="256032"/>
          </a:xfrm>
          <a:prstGeom prst="rect">
            <a:avLst/>
          </a:prstGeom>
          <a:noFill/>
          <a:ln/>
        </p:spPr>
        <p:txBody>
          <a:bodyPr wrap="square" lIns="0" tIns="0" rIns="0" bIns="0" rtlCol="0" anchor="ctr"/>
          <a:lstStyle/>
          <a:p>
            <a:pPr algn="ctr"/>
            <a:r>
              <a:rPr lang="en-US" dirty="0">
                <a:solidFill>
                  <a:schemeClr val="tx1"/>
                </a:solidFill>
                <a:latin typeface="Cambria" panose="02040503050406030204" pitchFamily="18" charset="0"/>
                <a:ea typeface="Cambria" panose="02040503050406030204" pitchFamily="18" charset="0"/>
                <a:cs typeface="Calibri" pitchFamily="34" charset="-120"/>
              </a:rPr>
              <a:t>vector DB</a:t>
            </a:r>
            <a:endParaRPr lang="en-US" dirty="0">
              <a:solidFill>
                <a:schemeClr val="tx1"/>
              </a:solidFill>
              <a:latin typeface="Cambria" panose="02040503050406030204" pitchFamily="18" charset="0"/>
              <a:ea typeface="Cambria" panose="02040503050406030204" pitchFamily="18" charset="0"/>
            </a:endParaRPr>
          </a:p>
        </p:txBody>
      </p:sp>
      <p:sp>
        <p:nvSpPr>
          <p:cNvPr id="24" name="Shape 22"/>
          <p:cNvSpPr/>
          <p:nvPr/>
        </p:nvSpPr>
        <p:spPr>
          <a:xfrm>
            <a:off x="8257032" y="3024378"/>
            <a:ext cx="0" cy="411480"/>
          </a:xfrm>
          <a:prstGeom prst="line">
            <a:avLst/>
          </a:prstGeom>
          <a:noFill/>
          <a:ln w="15875">
            <a:solidFill>
              <a:srgbClr val="595959"/>
            </a:solidFill>
            <a:prstDash val="dash"/>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25" name="Shape 23"/>
          <p:cNvSpPr/>
          <p:nvPr/>
        </p:nvSpPr>
        <p:spPr>
          <a:xfrm>
            <a:off x="4727448" y="3435858"/>
            <a:ext cx="3529584" cy="0"/>
          </a:xfrm>
          <a:prstGeom prst="line">
            <a:avLst/>
          </a:prstGeom>
          <a:noFill/>
          <a:ln w="15875">
            <a:solidFill>
              <a:srgbClr val="595959"/>
            </a:solidFill>
            <a:prstDash val="dash"/>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26" name="Shape 24"/>
          <p:cNvSpPr/>
          <p:nvPr/>
        </p:nvSpPr>
        <p:spPr>
          <a:xfrm>
            <a:off x="4727448" y="3435858"/>
            <a:ext cx="0" cy="402336"/>
          </a:xfrm>
          <a:prstGeom prst="line">
            <a:avLst/>
          </a:prstGeom>
          <a:noFill/>
          <a:ln w="15875">
            <a:solidFill>
              <a:srgbClr val="595959"/>
            </a:solidFill>
            <a:prstDash val="dash"/>
            <a:tailEnd type="arrow"/>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27" name="Text 25"/>
          <p:cNvSpPr/>
          <p:nvPr/>
        </p:nvSpPr>
        <p:spPr>
          <a:xfrm>
            <a:off x="5195514" y="3481574"/>
            <a:ext cx="2549451" cy="271833"/>
          </a:xfrm>
          <a:prstGeom prst="rect">
            <a:avLst/>
          </a:prstGeom>
          <a:noFill/>
          <a:ln/>
        </p:spPr>
        <p:txBody>
          <a:bodyPr wrap="square" lIns="0" tIns="0" rIns="0" bIns="0" rtlCol="0" anchor="ctr"/>
          <a:lstStyle/>
          <a:p>
            <a:r>
              <a:rPr lang="en-US" i="1" dirty="0">
                <a:solidFill>
                  <a:schemeClr val="tx1"/>
                </a:solidFill>
                <a:latin typeface="Cambria" panose="02040503050406030204" pitchFamily="18" charset="0"/>
                <a:ea typeface="Cambria" panose="02040503050406030204" pitchFamily="18" charset="0"/>
                <a:cs typeface="Calibri" pitchFamily="34" charset="-120"/>
              </a:rPr>
              <a:t>index serves queries</a:t>
            </a:r>
            <a:endParaRPr lang="en-US" dirty="0">
              <a:solidFill>
                <a:schemeClr val="tx1"/>
              </a:solidFill>
              <a:latin typeface="Cambria" panose="02040503050406030204" pitchFamily="18" charset="0"/>
              <a:ea typeface="Cambria" panose="02040503050406030204" pitchFamily="18" charset="0"/>
            </a:endParaRPr>
          </a:p>
        </p:txBody>
      </p:sp>
      <p:sp>
        <p:nvSpPr>
          <p:cNvPr id="28" name="Text 26"/>
          <p:cNvSpPr/>
          <p:nvPr/>
        </p:nvSpPr>
        <p:spPr>
          <a:xfrm>
            <a:off x="126756" y="3215472"/>
            <a:ext cx="4604004" cy="479731"/>
          </a:xfrm>
          <a:prstGeom prst="rect">
            <a:avLst/>
          </a:prstGeom>
          <a:noFill/>
          <a:ln/>
        </p:spPr>
        <p:txBody>
          <a:bodyPr wrap="square" lIns="0" tIns="0" rIns="0" bIns="0" rtlCol="0" anchor="ctr"/>
          <a:lstStyle/>
          <a:p>
            <a:r>
              <a:rPr lang="en-US" b="1" dirty="0">
                <a:solidFill>
                  <a:schemeClr val="tx1"/>
                </a:solidFill>
                <a:latin typeface="Cambria" panose="02040503050406030204" pitchFamily="18" charset="0"/>
                <a:ea typeface="Cambria" panose="02040503050406030204" pitchFamily="18" charset="0"/>
                <a:cs typeface="Calibri" pitchFamily="34" charset="-120"/>
              </a:rPr>
              <a:t>ONLINE — answer a query (runs on every request)</a:t>
            </a:r>
            <a:endParaRPr lang="en-US" dirty="0">
              <a:solidFill>
                <a:schemeClr val="tx1"/>
              </a:solidFill>
              <a:latin typeface="Cambria" panose="02040503050406030204" pitchFamily="18" charset="0"/>
              <a:ea typeface="Cambria" panose="02040503050406030204" pitchFamily="18" charset="0"/>
            </a:endParaRPr>
          </a:p>
        </p:txBody>
      </p:sp>
      <p:sp>
        <p:nvSpPr>
          <p:cNvPr id="29" name="Shape 27"/>
          <p:cNvSpPr/>
          <p:nvPr/>
        </p:nvSpPr>
        <p:spPr>
          <a:xfrm>
            <a:off x="457200" y="3874770"/>
            <a:ext cx="1481328" cy="658368"/>
          </a:xfrm>
          <a:prstGeom prst="roundRect">
            <a:avLst>
              <a:gd name="adj" fmla="val 8333"/>
            </a:avLst>
          </a:prstGeom>
          <a:solidFill>
            <a:srgbClr val="FBECEC"/>
          </a:solidFill>
          <a:ln w="12700">
            <a:solidFill>
              <a:srgbClr val="C00000"/>
            </a:solidFill>
            <a:prstDash val="solid"/>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30" name="Text 28"/>
          <p:cNvSpPr/>
          <p:nvPr/>
        </p:nvSpPr>
        <p:spPr>
          <a:xfrm>
            <a:off x="457200" y="3929634"/>
            <a:ext cx="1481328" cy="310896"/>
          </a:xfrm>
          <a:prstGeom prst="rect">
            <a:avLst/>
          </a:prstGeom>
          <a:noFill/>
          <a:ln/>
        </p:spPr>
        <p:txBody>
          <a:bodyPr wrap="square" lIns="0" tIns="0" rIns="0" bIns="0" rtlCol="0" anchor="ctr"/>
          <a:lstStyle/>
          <a:p>
            <a:pPr algn="ctr"/>
            <a:r>
              <a:rPr lang="en-US" b="1" dirty="0">
                <a:solidFill>
                  <a:schemeClr val="tx1"/>
                </a:solidFill>
                <a:latin typeface="Cambria" panose="02040503050406030204" pitchFamily="18" charset="0"/>
                <a:ea typeface="Cambria" panose="02040503050406030204" pitchFamily="18" charset="0"/>
                <a:cs typeface="Calibri" pitchFamily="34" charset="-120"/>
              </a:rPr>
              <a:t>Query</a:t>
            </a:r>
            <a:endParaRPr lang="en-US" dirty="0">
              <a:solidFill>
                <a:schemeClr val="tx1"/>
              </a:solidFill>
              <a:latin typeface="Cambria" panose="02040503050406030204" pitchFamily="18" charset="0"/>
              <a:ea typeface="Cambria" panose="02040503050406030204" pitchFamily="18" charset="0"/>
            </a:endParaRPr>
          </a:p>
        </p:txBody>
      </p:sp>
      <p:sp>
        <p:nvSpPr>
          <p:cNvPr id="31" name="Text 29"/>
          <p:cNvSpPr/>
          <p:nvPr/>
        </p:nvSpPr>
        <p:spPr>
          <a:xfrm>
            <a:off x="457200" y="4222242"/>
            <a:ext cx="1481328" cy="256032"/>
          </a:xfrm>
          <a:prstGeom prst="rect">
            <a:avLst/>
          </a:prstGeom>
          <a:noFill/>
          <a:ln/>
        </p:spPr>
        <p:txBody>
          <a:bodyPr wrap="square" lIns="0" tIns="0" rIns="0" bIns="0" rtlCol="0" anchor="ctr"/>
          <a:lstStyle/>
          <a:p>
            <a:pPr algn="ctr"/>
            <a:r>
              <a:rPr lang="en-US" dirty="0">
                <a:solidFill>
                  <a:schemeClr val="tx1"/>
                </a:solidFill>
                <a:latin typeface="Cambria" panose="02040503050406030204" pitchFamily="18" charset="0"/>
                <a:ea typeface="Cambria" panose="02040503050406030204" pitchFamily="18" charset="0"/>
                <a:cs typeface="Calibri" pitchFamily="34" charset="-120"/>
              </a:rPr>
              <a:t>user question</a:t>
            </a:r>
            <a:endParaRPr lang="en-US" dirty="0">
              <a:solidFill>
                <a:schemeClr val="tx1"/>
              </a:solidFill>
              <a:latin typeface="Cambria" panose="02040503050406030204" pitchFamily="18" charset="0"/>
              <a:ea typeface="Cambria" panose="02040503050406030204" pitchFamily="18" charset="0"/>
            </a:endParaRPr>
          </a:p>
        </p:txBody>
      </p:sp>
      <p:sp>
        <p:nvSpPr>
          <p:cNvPr id="32" name="Shape 30"/>
          <p:cNvSpPr/>
          <p:nvPr/>
        </p:nvSpPr>
        <p:spPr>
          <a:xfrm>
            <a:off x="1952244" y="4203954"/>
            <a:ext cx="256032" cy="0"/>
          </a:xfrm>
          <a:prstGeom prst="line">
            <a:avLst/>
          </a:prstGeom>
          <a:noFill/>
          <a:ln w="19050">
            <a:solidFill>
              <a:srgbClr val="595959"/>
            </a:solidFill>
            <a:prstDash val="solid"/>
            <a:tailEnd type="arrow"/>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33" name="Shape 31"/>
          <p:cNvSpPr/>
          <p:nvPr/>
        </p:nvSpPr>
        <p:spPr>
          <a:xfrm>
            <a:off x="2221992" y="3874770"/>
            <a:ext cx="1481328" cy="658368"/>
          </a:xfrm>
          <a:prstGeom prst="roundRect">
            <a:avLst>
              <a:gd name="adj" fmla="val 8333"/>
            </a:avLst>
          </a:prstGeom>
          <a:solidFill>
            <a:srgbClr val="FBECEC"/>
          </a:solidFill>
          <a:ln w="12700">
            <a:solidFill>
              <a:srgbClr val="C00000"/>
            </a:solidFill>
            <a:prstDash val="solid"/>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34" name="Text 32"/>
          <p:cNvSpPr/>
          <p:nvPr/>
        </p:nvSpPr>
        <p:spPr>
          <a:xfrm>
            <a:off x="2221992" y="3929634"/>
            <a:ext cx="1481328" cy="310896"/>
          </a:xfrm>
          <a:prstGeom prst="rect">
            <a:avLst/>
          </a:prstGeom>
          <a:noFill/>
          <a:ln/>
        </p:spPr>
        <p:txBody>
          <a:bodyPr wrap="square" lIns="0" tIns="0" rIns="0" bIns="0" rtlCol="0" anchor="ctr"/>
          <a:lstStyle/>
          <a:p>
            <a:pPr algn="ctr"/>
            <a:r>
              <a:rPr lang="en-US" b="1" dirty="0">
                <a:solidFill>
                  <a:schemeClr val="tx1"/>
                </a:solidFill>
                <a:latin typeface="Cambria" panose="02040503050406030204" pitchFamily="18" charset="0"/>
                <a:ea typeface="Cambria" panose="02040503050406030204" pitchFamily="18" charset="0"/>
                <a:cs typeface="Calibri" pitchFamily="34" charset="-120"/>
              </a:rPr>
              <a:t>Embed</a:t>
            </a:r>
            <a:endParaRPr lang="en-US" dirty="0">
              <a:solidFill>
                <a:schemeClr val="tx1"/>
              </a:solidFill>
              <a:latin typeface="Cambria" panose="02040503050406030204" pitchFamily="18" charset="0"/>
              <a:ea typeface="Cambria" panose="02040503050406030204" pitchFamily="18" charset="0"/>
            </a:endParaRPr>
          </a:p>
        </p:txBody>
      </p:sp>
      <p:sp>
        <p:nvSpPr>
          <p:cNvPr id="35" name="Text 33"/>
          <p:cNvSpPr/>
          <p:nvPr/>
        </p:nvSpPr>
        <p:spPr>
          <a:xfrm>
            <a:off x="2221992" y="4222242"/>
            <a:ext cx="1481328" cy="256032"/>
          </a:xfrm>
          <a:prstGeom prst="rect">
            <a:avLst/>
          </a:prstGeom>
          <a:noFill/>
          <a:ln/>
        </p:spPr>
        <p:txBody>
          <a:bodyPr wrap="square" lIns="0" tIns="0" rIns="0" bIns="0" rtlCol="0" anchor="ctr"/>
          <a:lstStyle/>
          <a:p>
            <a:pPr algn="ctr"/>
            <a:r>
              <a:rPr lang="en-US" dirty="0">
                <a:solidFill>
                  <a:schemeClr val="tx1"/>
                </a:solidFill>
                <a:latin typeface="Cambria" panose="02040503050406030204" pitchFamily="18" charset="0"/>
                <a:ea typeface="Cambria" panose="02040503050406030204" pitchFamily="18" charset="0"/>
                <a:cs typeface="Calibri" pitchFamily="34" charset="-120"/>
              </a:rPr>
              <a:t>same encoder!</a:t>
            </a:r>
            <a:endParaRPr lang="en-US" dirty="0">
              <a:solidFill>
                <a:schemeClr val="tx1"/>
              </a:solidFill>
              <a:latin typeface="Cambria" panose="02040503050406030204" pitchFamily="18" charset="0"/>
              <a:ea typeface="Cambria" panose="02040503050406030204" pitchFamily="18" charset="0"/>
            </a:endParaRPr>
          </a:p>
        </p:txBody>
      </p:sp>
      <p:sp>
        <p:nvSpPr>
          <p:cNvPr id="36" name="Shape 34"/>
          <p:cNvSpPr/>
          <p:nvPr/>
        </p:nvSpPr>
        <p:spPr>
          <a:xfrm>
            <a:off x="3717036" y="4203954"/>
            <a:ext cx="256032" cy="0"/>
          </a:xfrm>
          <a:prstGeom prst="line">
            <a:avLst/>
          </a:prstGeom>
          <a:noFill/>
          <a:ln w="19050">
            <a:solidFill>
              <a:srgbClr val="595959"/>
            </a:solidFill>
            <a:prstDash val="solid"/>
            <a:tailEnd type="arrow"/>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37" name="Shape 35"/>
          <p:cNvSpPr/>
          <p:nvPr/>
        </p:nvSpPr>
        <p:spPr>
          <a:xfrm>
            <a:off x="3986784" y="3874770"/>
            <a:ext cx="1481328" cy="658368"/>
          </a:xfrm>
          <a:prstGeom prst="roundRect">
            <a:avLst>
              <a:gd name="adj" fmla="val 8333"/>
            </a:avLst>
          </a:prstGeom>
          <a:solidFill>
            <a:srgbClr val="FDF3E2"/>
          </a:solidFill>
          <a:ln w="12700">
            <a:solidFill>
              <a:srgbClr val="E8A33D"/>
            </a:solidFill>
            <a:prstDash val="solid"/>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38" name="Text 36"/>
          <p:cNvSpPr/>
          <p:nvPr/>
        </p:nvSpPr>
        <p:spPr>
          <a:xfrm>
            <a:off x="3986784" y="3929634"/>
            <a:ext cx="1481328" cy="310896"/>
          </a:xfrm>
          <a:prstGeom prst="rect">
            <a:avLst/>
          </a:prstGeom>
          <a:noFill/>
          <a:ln/>
        </p:spPr>
        <p:txBody>
          <a:bodyPr wrap="square" lIns="0" tIns="0" rIns="0" bIns="0" rtlCol="0" anchor="ctr"/>
          <a:lstStyle/>
          <a:p>
            <a:pPr algn="ctr"/>
            <a:r>
              <a:rPr lang="en-US" b="1" dirty="0">
                <a:solidFill>
                  <a:schemeClr val="tx1"/>
                </a:solidFill>
                <a:latin typeface="Cambria" panose="02040503050406030204" pitchFamily="18" charset="0"/>
                <a:ea typeface="Cambria" panose="02040503050406030204" pitchFamily="18" charset="0"/>
                <a:cs typeface="Calibri" pitchFamily="34" charset="-120"/>
              </a:rPr>
              <a:t>Search</a:t>
            </a:r>
            <a:endParaRPr lang="en-US" dirty="0">
              <a:solidFill>
                <a:schemeClr val="tx1"/>
              </a:solidFill>
              <a:latin typeface="Cambria" panose="02040503050406030204" pitchFamily="18" charset="0"/>
              <a:ea typeface="Cambria" panose="02040503050406030204" pitchFamily="18" charset="0"/>
            </a:endParaRPr>
          </a:p>
        </p:txBody>
      </p:sp>
      <p:sp>
        <p:nvSpPr>
          <p:cNvPr id="39" name="Text 37"/>
          <p:cNvSpPr/>
          <p:nvPr/>
        </p:nvSpPr>
        <p:spPr>
          <a:xfrm>
            <a:off x="3986784" y="4222242"/>
            <a:ext cx="1481328" cy="256032"/>
          </a:xfrm>
          <a:prstGeom prst="rect">
            <a:avLst/>
          </a:prstGeom>
          <a:noFill/>
          <a:ln/>
        </p:spPr>
        <p:txBody>
          <a:bodyPr wrap="square" lIns="0" tIns="0" rIns="0" bIns="0" rtlCol="0" anchor="ctr"/>
          <a:lstStyle/>
          <a:p>
            <a:pPr algn="ctr"/>
            <a:r>
              <a:rPr lang="en-US" dirty="0">
                <a:solidFill>
                  <a:schemeClr val="tx1"/>
                </a:solidFill>
                <a:latin typeface="Cambria" panose="02040503050406030204" pitchFamily="18" charset="0"/>
                <a:ea typeface="Cambria" panose="02040503050406030204" pitchFamily="18" charset="0"/>
                <a:cs typeface="Calibri" pitchFamily="34" charset="-120"/>
              </a:rPr>
              <a:t>top-k chunks</a:t>
            </a:r>
            <a:endParaRPr lang="en-US" dirty="0">
              <a:solidFill>
                <a:schemeClr val="tx1"/>
              </a:solidFill>
              <a:latin typeface="Cambria" panose="02040503050406030204" pitchFamily="18" charset="0"/>
              <a:ea typeface="Cambria" panose="02040503050406030204" pitchFamily="18" charset="0"/>
            </a:endParaRPr>
          </a:p>
        </p:txBody>
      </p:sp>
      <p:sp>
        <p:nvSpPr>
          <p:cNvPr id="40" name="Shape 38"/>
          <p:cNvSpPr/>
          <p:nvPr/>
        </p:nvSpPr>
        <p:spPr>
          <a:xfrm>
            <a:off x="5481828" y="4203954"/>
            <a:ext cx="256032" cy="0"/>
          </a:xfrm>
          <a:prstGeom prst="line">
            <a:avLst/>
          </a:prstGeom>
          <a:noFill/>
          <a:ln w="19050">
            <a:solidFill>
              <a:srgbClr val="595959"/>
            </a:solidFill>
            <a:prstDash val="solid"/>
            <a:tailEnd type="arrow"/>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41" name="Shape 39"/>
          <p:cNvSpPr/>
          <p:nvPr/>
        </p:nvSpPr>
        <p:spPr>
          <a:xfrm>
            <a:off x="5751576" y="3874770"/>
            <a:ext cx="1481328" cy="658368"/>
          </a:xfrm>
          <a:prstGeom prst="roundRect">
            <a:avLst>
              <a:gd name="adj" fmla="val 8333"/>
            </a:avLst>
          </a:prstGeom>
          <a:solidFill>
            <a:srgbClr val="FDF3E2"/>
          </a:solidFill>
          <a:ln w="12700">
            <a:solidFill>
              <a:srgbClr val="E8A33D"/>
            </a:solidFill>
            <a:prstDash val="solid"/>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42" name="Text 40"/>
          <p:cNvSpPr/>
          <p:nvPr/>
        </p:nvSpPr>
        <p:spPr>
          <a:xfrm>
            <a:off x="5751576" y="3929634"/>
            <a:ext cx="1481328" cy="310896"/>
          </a:xfrm>
          <a:prstGeom prst="rect">
            <a:avLst/>
          </a:prstGeom>
          <a:noFill/>
          <a:ln/>
        </p:spPr>
        <p:txBody>
          <a:bodyPr wrap="square" lIns="0" tIns="0" rIns="0" bIns="0" rtlCol="0" anchor="ctr"/>
          <a:lstStyle/>
          <a:p>
            <a:pPr algn="ctr"/>
            <a:r>
              <a:rPr lang="en-US" b="1" dirty="0">
                <a:solidFill>
                  <a:schemeClr val="tx1"/>
                </a:solidFill>
                <a:latin typeface="Cambria" panose="02040503050406030204" pitchFamily="18" charset="0"/>
                <a:ea typeface="Cambria" panose="02040503050406030204" pitchFamily="18" charset="0"/>
                <a:cs typeface="Calibri" pitchFamily="34" charset="-120"/>
              </a:rPr>
              <a:t>Rerank</a:t>
            </a:r>
            <a:endParaRPr lang="en-US" dirty="0">
              <a:solidFill>
                <a:schemeClr val="tx1"/>
              </a:solidFill>
              <a:latin typeface="Cambria" panose="02040503050406030204" pitchFamily="18" charset="0"/>
              <a:ea typeface="Cambria" panose="02040503050406030204" pitchFamily="18" charset="0"/>
            </a:endParaRPr>
          </a:p>
        </p:txBody>
      </p:sp>
      <p:sp>
        <p:nvSpPr>
          <p:cNvPr id="43" name="Text 41"/>
          <p:cNvSpPr/>
          <p:nvPr/>
        </p:nvSpPr>
        <p:spPr>
          <a:xfrm>
            <a:off x="5751576" y="4222242"/>
            <a:ext cx="1481328" cy="256032"/>
          </a:xfrm>
          <a:prstGeom prst="rect">
            <a:avLst/>
          </a:prstGeom>
          <a:noFill/>
          <a:ln/>
        </p:spPr>
        <p:txBody>
          <a:bodyPr wrap="square" lIns="0" tIns="0" rIns="0" bIns="0" rtlCol="0" anchor="ctr"/>
          <a:lstStyle/>
          <a:p>
            <a:pPr algn="ctr"/>
            <a:r>
              <a:rPr lang="en-US" dirty="0">
                <a:solidFill>
                  <a:schemeClr val="tx1"/>
                </a:solidFill>
                <a:latin typeface="Cambria" panose="02040503050406030204" pitchFamily="18" charset="0"/>
                <a:ea typeface="Cambria" panose="02040503050406030204" pitchFamily="18" charset="0"/>
                <a:cs typeface="Calibri" pitchFamily="34" charset="-120"/>
              </a:rPr>
              <a:t>refine to top-n</a:t>
            </a:r>
            <a:endParaRPr lang="en-US" dirty="0">
              <a:solidFill>
                <a:schemeClr val="tx1"/>
              </a:solidFill>
              <a:latin typeface="Cambria" panose="02040503050406030204" pitchFamily="18" charset="0"/>
              <a:ea typeface="Cambria" panose="02040503050406030204" pitchFamily="18" charset="0"/>
            </a:endParaRPr>
          </a:p>
        </p:txBody>
      </p:sp>
      <p:sp>
        <p:nvSpPr>
          <p:cNvPr id="44" name="Shape 42"/>
          <p:cNvSpPr/>
          <p:nvPr/>
        </p:nvSpPr>
        <p:spPr>
          <a:xfrm>
            <a:off x="7246620" y="4203954"/>
            <a:ext cx="256032" cy="0"/>
          </a:xfrm>
          <a:prstGeom prst="line">
            <a:avLst/>
          </a:prstGeom>
          <a:noFill/>
          <a:ln w="19050">
            <a:solidFill>
              <a:srgbClr val="595959"/>
            </a:solidFill>
            <a:prstDash val="solid"/>
            <a:tailEnd type="arrow"/>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45" name="Shape 43"/>
          <p:cNvSpPr/>
          <p:nvPr/>
        </p:nvSpPr>
        <p:spPr>
          <a:xfrm>
            <a:off x="7516368" y="3874770"/>
            <a:ext cx="1481328" cy="658368"/>
          </a:xfrm>
          <a:prstGeom prst="roundRect">
            <a:avLst>
              <a:gd name="adj" fmla="val 8333"/>
            </a:avLst>
          </a:prstGeom>
          <a:solidFill>
            <a:srgbClr val="FBECEC"/>
          </a:solidFill>
          <a:ln w="12700">
            <a:solidFill>
              <a:srgbClr val="C00000"/>
            </a:solidFill>
            <a:prstDash val="solid"/>
          </a:ln>
        </p:spPr>
        <p:txBody>
          <a:bodyPr/>
          <a:lstStyle/>
          <a:p>
            <a:endParaRPr lang="en-IN">
              <a:solidFill>
                <a:schemeClr val="tx1"/>
              </a:solidFill>
              <a:latin typeface="Cambria" panose="02040503050406030204" pitchFamily="18" charset="0"/>
              <a:ea typeface="Cambria" panose="02040503050406030204" pitchFamily="18" charset="0"/>
            </a:endParaRPr>
          </a:p>
        </p:txBody>
      </p:sp>
      <p:sp>
        <p:nvSpPr>
          <p:cNvPr id="46" name="Text 44"/>
          <p:cNvSpPr/>
          <p:nvPr/>
        </p:nvSpPr>
        <p:spPr>
          <a:xfrm>
            <a:off x="7516368" y="3929634"/>
            <a:ext cx="1481328" cy="310896"/>
          </a:xfrm>
          <a:prstGeom prst="rect">
            <a:avLst/>
          </a:prstGeom>
          <a:noFill/>
          <a:ln/>
        </p:spPr>
        <p:txBody>
          <a:bodyPr wrap="square" lIns="0" tIns="0" rIns="0" bIns="0" rtlCol="0" anchor="ctr"/>
          <a:lstStyle/>
          <a:p>
            <a:pPr algn="ctr"/>
            <a:r>
              <a:rPr lang="en-US" b="1" dirty="0">
                <a:solidFill>
                  <a:schemeClr val="tx1"/>
                </a:solidFill>
                <a:latin typeface="Cambria" panose="02040503050406030204" pitchFamily="18" charset="0"/>
                <a:ea typeface="Cambria" panose="02040503050406030204" pitchFamily="18" charset="0"/>
                <a:cs typeface="Calibri" pitchFamily="34" charset="-120"/>
              </a:rPr>
              <a:t>LLM</a:t>
            </a:r>
            <a:endParaRPr lang="en-US" dirty="0">
              <a:solidFill>
                <a:schemeClr val="tx1"/>
              </a:solidFill>
              <a:latin typeface="Cambria" panose="02040503050406030204" pitchFamily="18" charset="0"/>
              <a:ea typeface="Cambria" panose="02040503050406030204" pitchFamily="18" charset="0"/>
            </a:endParaRPr>
          </a:p>
        </p:txBody>
      </p:sp>
      <p:sp>
        <p:nvSpPr>
          <p:cNvPr id="47" name="Text 45"/>
          <p:cNvSpPr/>
          <p:nvPr/>
        </p:nvSpPr>
        <p:spPr>
          <a:xfrm>
            <a:off x="7443216" y="4215680"/>
            <a:ext cx="1627632" cy="365760"/>
          </a:xfrm>
          <a:prstGeom prst="rect">
            <a:avLst/>
          </a:prstGeom>
          <a:noFill/>
          <a:ln/>
        </p:spPr>
        <p:txBody>
          <a:bodyPr wrap="square" lIns="0" tIns="0" rIns="0" bIns="0" rtlCol="0" anchor="ctr"/>
          <a:lstStyle/>
          <a:p>
            <a:pPr algn="ctr"/>
            <a:r>
              <a:rPr lang="en-US" dirty="0">
                <a:solidFill>
                  <a:schemeClr val="tx1"/>
                </a:solidFill>
                <a:latin typeface="Cambria" panose="02040503050406030204" pitchFamily="18" charset="0"/>
                <a:ea typeface="Cambria" panose="02040503050406030204" pitchFamily="18" charset="0"/>
                <a:cs typeface="Calibri" pitchFamily="34" charset="-120"/>
              </a:rPr>
              <a:t>query + context</a:t>
            </a:r>
            <a:endParaRPr lang="en-US" dirty="0">
              <a:solidFill>
                <a:schemeClr val="tx1"/>
              </a:solidFill>
              <a:latin typeface="Cambria" panose="02040503050406030204" pitchFamily="18" charset="0"/>
              <a:ea typeface="Cambria" panose="02040503050406030204" pitchFamily="18" charset="0"/>
            </a:endParaRPr>
          </a:p>
        </p:txBody>
      </p:sp>
      <p:sp>
        <p:nvSpPr>
          <p:cNvPr id="50" name="Title 2">
            <a:extLst>
              <a:ext uri="{FF2B5EF4-FFF2-40B4-BE49-F238E27FC236}">
                <a16:creationId xmlns:a16="http://schemas.microsoft.com/office/drawing/2014/main" id="{914121C6-5EDE-2BC2-E20A-BB847553A678}"/>
              </a:ext>
            </a:extLst>
          </p:cNvPr>
          <p:cNvSpPr txBox="1">
            <a:spLocks/>
          </p:cNvSpPr>
          <p:nvPr/>
        </p:nvSpPr>
        <p:spPr>
          <a:xfrm>
            <a:off x="228600" y="0"/>
            <a:ext cx="8160907" cy="1219200"/>
          </a:xfrm>
          <a:prstGeom prst="rect">
            <a:avLst/>
          </a:prstGeom>
        </p:spPr>
        <p:txBody>
          <a:bodyPr/>
          <a:lstStyle>
            <a:lvl1pPr>
              <a:defRPr sz="3600">
                <a:latin typeface="Cambria" panose="02040503050406030204" pitchFamily="18" charset="0"/>
                <a:ea typeface="Cambria" panose="02040503050406030204" pitchFamily="18" charset="0"/>
                <a:cs typeface="+mj-cs"/>
              </a:defRPr>
            </a:lvl1pPr>
          </a:lstStyle>
          <a:p>
            <a:r>
              <a:rPr lang="en-US">
                <a:solidFill>
                  <a:schemeClr val="tx1"/>
                </a:solidFill>
              </a:rPr>
              <a:t>RAG pipeline</a:t>
            </a:r>
            <a:endParaRPr lang="en-IN" dirty="0">
              <a:solidFill>
                <a:schemeClr val="tx1"/>
              </a:solidFill>
            </a:endParaRPr>
          </a:p>
        </p:txBody>
      </p:sp>
      <p:sp>
        <p:nvSpPr>
          <p:cNvPr id="52" name="TextBox 51">
            <a:extLst>
              <a:ext uri="{FF2B5EF4-FFF2-40B4-BE49-F238E27FC236}">
                <a16:creationId xmlns:a16="http://schemas.microsoft.com/office/drawing/2014/main" id="{2F43E7A8-982D-85E2-8F51-82AF2C8DFF90}"/>
              </a:ext>
            </a:extLst>
          </p:cNvPr>
          <p:cNvSpPr txBox="1"/>
          <p:nvPr/>
        </p:nvSpPr>
        <p:spPr>
          <a:xfrm>
            <a:off x="126756" y="5432130"/>
            <a:ext cx="8617490" cy="923330"/>
          </a:xfrm>
          <a:prstGeom prst="rect">
            <a:avLst/>
          </a:prstGeom>
          <a:solidFill>
            <a:schemeClr val="bg2">
              <a:lumMod val="90000"/>
            </a:schemeClr>
          </a:solidFill>
        </p:spPr>
        <p:txBody>
          <a:bodyPr wrap="square">
            <a:spAutoFit/>
          </a:bodyPr>
          <a:lstStyle/>
          <a:p>
            <a:pPr marL="285750" indent="-285750">
              <a:buFont typeface="Arial" panose="020B0604020202020204" pitchFamily="34" charset="0"/>
              <a:buChar char="•"/>
            </a:pPr>
            <a:r>
              <a:rPr lang="en-US" dirty="0">
                <a:solidFill>
                  <a:schemeClr val="tx1"/>
                </a:solidFill>
                <a:latin typeface="Cambria" panose="02040503050406030204" pitchFamily="18" charset="0"/>
                <a:ea typeface="Cambria" panose="02040503050406030204" pitchFamily="18" charset="0"/>
                <a:cs typeface="Calibri" pitchFamily="34" charset="-120"/>
              </a:rPr>
              <a:t>Online Embed must use the same model as the offline Embed — different encoders produce incomparable vectors.  </a:t>
            </a:r>
          </a:p>
          <a:p>
            <a:pPr marL="285750" indent="-285750">
              <a:buFont typeface="Arial" panose="020B0604020202020204" pitchFamily="34" charset="0"/>
              <a:buChar char="•"/>
            </a:pPr>
            <a:r>
              <a:rPr lang="en-US" dirty="0">
                <a:solidFill>
                  <a:schemeClr val="tx1"/>
                </a:solidFill>
                <a:latin typeface="Cambria" panose="02040503050406030204" pitchFamily="18" charset="0"/>
                <a:ea typeface="Cambria" panose="02040503050406030204" pitchFamily="18" charset="0"/>
                <a:cs typeface="Calibri" pitchFamily="34" charset="-120"/>
              </a:rPr>
              <a:t>Everything offline exists only to serve the online path</a:t>
            </a:r>
            <a:endParaRPr lang="en-US" dirty="0">
              <a:solidFill>
                <a:schemeClr val="tx1"/>
              </a:solidFill>
              <a:latin typeface="Cambria" panose="02040503050406030204" pitchFamily="18" charset="0"/>
              <a:ea typeface="Cambria" panose="02040503050406030204" pitchFamily="18" charset="0"/>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B0E11E5-2347-0DA4-92C7-BA831F7D78A7}"/>
                  </a:ext>
                </a:extLst>
              </p14:cNvPr>
              <p14:cNvContentPartPr/>
              <p14:nvPr/>
            </p14:nvContentPartPr>
            <p14:xfrm>
              <a:off x="142200" y="1624680"/>
              <a:ext cx="8728920" cy="3612600"/>
            </p14:xfrm>
          </p:contentPart>
        </mc:Choice>
        <mc:Fallback>
          <p:pic>
            <p:nvPicPr>
              <p:cNvPr id="2" name="Ink 1">
                <a:extLst>
                  <a:ext uri="{FF2B5EF4-FFF2-40B4-BE49-F238E27FC236}">
                    <a16:creationId xmlns:a16="http://schemas.microsoft.com/office/drawing/2014/main" id="{4B0E11E5-2347-0DA4-92C7-BA831F7D78A7}"/>
                  </a:ext>
                </a:extLst>
              </p:cNvPr>
              <p:cNvPicPr/>
              <p:nvPr/>
            </p:nvPicPr>
            <p:blipFill>
              <a:blip r:embed="rId4"/>
              <a:stretch>
                <a:fillRect/>
              </a:stretch>
            </p:blipFill>
            <p:spPr>
              <a:xfrm>
                <a:off x="132840" y="1615320"/>
                <a:ext cx="8747640" cy="363132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0C2851-5AAF-C4CB-CE30-B9CDDC07404F}"/>
              </a:ext>
            </a:extLst>
          </p:cNvPr>
          <p:cNvSpPr>
            <a:spLocks noGrp="1"/>
          </p:cNvSpPr>
          <p:nvPr>
            <p:ph idx="10"/>
          </p:nvPr>
        </p:nvSpPr>
        <p:spPr/>
        <p:txBody>
          <a:bodyPr>
            <a:normAutofit/>
          </a:bodyPr>
          <a:lstStyle/>
          <a:p>
            <a:pPr marL="342900" indent="-342900">
              <a:buFont typeface="Arial" panose="020B0604020202020204" pitchFamily="34" charset="0"/>
              <a:buChar char="•"/>
            </a:pPr>
            <a:r>
              <a:rPr lang="en-IN" sz="2000" b="1" dirty="0"/>
              <a:t>What to index</a:t>
            </a:r>
            <a:r>
              <a:rPr lang="en-IN" sz="2000" dirty="0"/>
              <a:t> </a:t>
            </a:r>
            <a:r>
              <a:rPr lang="en-IN" sz="2000" i="1" dirty="0"/>
              <a:t>(offline: build the knowledge base)</a:t>
            </a:r>
            <a:r>
              <a:rPr lang="en-IN" sz="2000" dirty="0"/>
              <a:t> — which sources to bring in, at what granularity (document, section, paragraph), what metadata to attach, how to handle freshness/updates </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b="1" dirty="0"/>
              <a:t>How to chunk</a:t>
            </a:r>
            <a:r>
              <a:rPr lang="en-IN" sz="2000" dirty="0"/>
              <a:t> </a:t>
            </a:r>
            <a:r>
              <a:rPr lang="en-IN" sz="2000" i="1" dirty="0"/>
              <a:t>(offline: prepare units for retrieval)</a:t>
            </a:r>
            <a:r>
              <a:rPr lang="en-IN" sz="2000" dirty="0"/>
              <a:t> — fixed size, sliding window, semantic, recursive, or structure-aware splitting</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 </a:t>
            </a:r>
            <a:r>
              <a:rPr lang="en-IN" sz="2000" b="1" dirty="0"/>
              <a:t>How to retrieve</a:t>
            </a:r>
            <a:r>
              <a:rPr lang="en-IN" sz="2000" dirty="0"/>
              <a:t> </a:t>
            </a:r>
            <a:r>
              <a:rPr lang="en-IN" sz="2000" i="1" dirty="0"/>
              <a:t>(online: fetch candidates at query time)</a:t>
            </a:r>
            <a:r>
              <a:rPr lang="en-IN" sz="2000" dirty="0"/>
              <a:t> — sparse (BM25), dense (embeddings), hybrid, or multi-vector retrieval</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 </a:t>
            </a:r>
            <a:r>
              <a:rPr lang="en-IN" sz="2000" b="1" dirty="0"/>
              <a:t>How to rank</a:t>
            </a:r>
            <a:r>
              <a:rPr lang="en-IN" sz="2000" dirty="0"/>
              <a:t> </a:t>
            </a:r>
            <a:r>
              <a:rPr lang="en-IN" sz="2000" i="1" dirty="0"/>
              <a:t>(online: refine before sending to LLM)</a:t>
            </a:r>
            <a:r>
              <a:rPr lang="en-IN" sz="2000" dirty="0"/>
              <a:t> — balancing first-stage recall against second-stage precision via reranking</a:t>
            </a:r>
          </a:p>
        </p:txBody>
      </p:sp>
      <p:sp>
        <p:nvSpPr>
          <p:cNvPr id="3" name="Title 2">
            <a:extLst>
              <a:ext uri="{FF2B5EF4-FFF2-40B4-BE49-F238E27FC236}">
                <a16:creationId xmlns:a16="http://schemas.microsoft.com/office/drawing/2014/main" id="{05655FF2-6A66-C8B6-5013-6976CBA232E2}"/>
              </a:ext>
            </a:extLst>
          </p:cNvPr>
          <p:cNvSpPr>
            <a:spLocks noGrp="1"/>
          </p:cNvSpPr>
          <p:nvPr>
            <p:ph type="title"/>
          </p:nvPr>
        </p:nvSpPr>
        <p:spPr/>
        <p:txBody>
          <a:bodyPr/>
          <a:lstStyle/>
          <a:p>
            <a:r>
              <a:rPr lang="en-IN" dirty="0"/>
              <a:t>Building a RAG system: four key choices</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1002D77F-F633-5690-87F0-5735B01D215B}"/>
                  </a:ext>
                </a:extLst>
              </p14:cNvPr>
              <p14:cNvContentPartPr/>
              <p14:nvPr/>
            </p14:nvContentPartPr>
            <p14:xfrm>
              <a:off x="293760" y="1337400"/>
              <a:ext cx="8084520" cy="3755520"/>
            </p14:xfrm>
          </p:contentPart>
        </mc:Choice>
        <mc:Fallback>
          <p:pic>
            <p:nvPicPr>
              <p:cNvPr id="4" name="Ink 3">
                <a:extLst>
                  <a:ext uri="{FF2B5EF4-FFF2-40B4-BE49-F238E27FC236}">
                    <a16:creationId xmlns:a16="http://schemas.microsoft.com/office/drawing/2014/main" id="{1002D77F-F633-5690-87F0-5735B01D215B}"/>
                  </a:ext>
                </a:extLst>
              </p:cNvPr>
              <p:cNvPicPr/>
              <p:nvPr/>
            </p:nvPicPr>
            <p:blipFill>
              <a:blip r:embed="rId4"/>
              <a:stretch>
                <a:fillRect/>
              </a:stretch>
            </p:blipFill>
            <p:spPr>
              <a:xfrm>
                <a:off x="284400" y="1328040"/>
                <a:ext cx="8103240" cy="3774240"/>
              </a:xfrm>
              <a:prstGeom prst="rect">
                <a:avLst/>
              </a:prstGeom>
            </p:spPr>
          </p:pic>
        </mc:Fallback>
      </mc:AlternateContent>
    </p:spTree>
    <p:extLst>
      <p:ext uri="{BB962C8B-B14F-4D97-AF65-F5344CB8AC3E}">
        <p14:creationId xmlns:p14="http://schemas.microsoft.com/office/powerpoint/2010/main" val="3202905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742092-D7AE-3DFF-46EC-97581F0B4BEC}"/>
              </a:ext>
            </a:extLst>
          </p:cNvPr>
          <p:cNvSpPr>
            <a:spLocks noGrp="1"/>
          </p:cNvSpPr>
          <p:nvPr>
            <p:ph idx="10"/>
          </p:nvPr>
        </p:nvSpPr>
        <p:spPr>
          <a:xfrm>
            <a:off x="76200" y="1371600"/>
            <a:ext cx="8763000" cy="4525963"/>
          </a:xfrm>
        </p:spPr>
        <p:txBody>
          <a:bodyPr>
            <a:normAutofit/>
          </a:bodyPr>
          <a:lstStyle/>
          <a:p>
            <a:pPr marL="342900" indent="-342900">
              <a:buFont typeface="Arial" panose="020B0604020202020204" pitchFamily="34" charset="0"/>
              <a:buChar char="•"/>
            </a:pPr>
            <a:r>
              <a:rPr lang="en-US" sz="2000" b="1" dirty="0">
                <a:solidFill>
                  <a:srgbClr val="1F3864"/>
                </a:solidFill>
                <a:cs typeface="Calibri" pitchFamily="34" charset="-120"/>
              </a:rPr>
              <a:t>Fit the window  </a:t>
            </a:r>
            <a:r>
              <a:rPr lang="en-US" sz="2000" dirty="0">
                <a:solidFill>
                  <a:srgbClr val="222222"/>
                </a:solidFill>
                <a:cs typeface="Calibri" pitchFamily="34" charset="-120"/>
              </a:rPr>
              <a:t>Retrieved text must fit into the LLM's context window along with query, instructions, and any few-shot examples</a:t>
            </a:r>
          </a:p>
          <a:p>
            <a:pPr marL="342900" indent="-342900">
              <a:buFont typeface="Arial" panose="020B0604020202020204" pitchFamily="34" charset="0"/>
              <a:buChar char="•"/>
            </a:pPr>
            <a:r>
              <a:rPr lang="en-US" sz="2000" b="1" dirty="0">
                <a:solidFill>
                  <a:srgbClr val="1F3864"/>
                </a:solidFill>
                <a:cs typeface="Calibri" pitchFamily="34" charset="-120"/>
              </a:rPr>
              <a:t>Retrieval granularity  </a:t>
            </a:r>
            <a:r>
              <a:rPr lang="en-US" sz="2000" dirty="0">
                <a:solidFill>
                  <a:srgbClr val="222222"/>
                </a:solidFill>
                <a:cs typeface="Calibri" pitchFamily="34" charset="-120"/>
              </a:rPr>
              <a:t>Smaller chunks → sharper matches; larger chunks → richer context. </a:t>
            </a:r>
          </a:p>
          <a:p>
            <a:pPr marL="342900" indent="-342900">
              <a:buFont typeface="Arial" panose="020B0604020202020204" pitchFamily="34" charset="0"/>
              <a:buChar char="•"/>
            </a:pPr>
            <a:r>
              <a:rPr lang="en-US" sz="2000" b="1" dirty="0">
                <a:solidFill>
                  <a:srgbClr val="1F3864"/>
                </a:solidFill>
                <a:cs typeface="Calibri" pitchFamily="34" charset="-120"/>
              </a:rPr>
              <a:t>Signal-to-noise  </a:t>
            </a:r>
            <a:r>
              <a:rPr lang="en-US" sz="2000" dirty="0">
                <a:solidFill>
                  <a:srgbClr val="222222"/>
                </a:solidFill>
                <a:cs typeface="Calibri" pitchFamily="34" charset="-120"/>
              </a:rPr>
              <a:t>Small enough that irrelevant sentences are excluded; large enough that a single chunk answers the question</a:t>
            </a:r>
          </a:p>
          <a:p>
            <a:pPr marL="342900" indent="-342900">
              <a:buFont typeface="Arial" panose="020B0604020202020204" pitchFamily="34" charset="0"/>
              <a:buChar char="•"/>
            </a:pPr>
            <a:r>
              <a:rPr lang="en-US" sz="2000" b="1" dirty="0">
                <a:solidFill>
                  <a:srgbClr val="1F3864"/>
                </a:solidFill>
                <a:cs typeface="Calibri" pitchFamily="34" charset="-120"/>
              </a:rPr>
              <a:t>Cost &amp; latency  </a:t>
            </a:r>
            <a:r>
              <a:rPr lang="en-US" sz="2000" dirty="0">
                <a:solidFill>
                  <a:srgbClr val="222222"/>
                </a:solidFill>
                <a:cs typeface="Calibri" pitchFamily="34" charset="-120"/>
              </a:rPr>
              <a:t>Chunk size directly controls prompt cost.</a:t>
            </a: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IN" sz="2000" dirty="0"/>
          </a:p>
        </p:txBody>
      </p:sp>
      <p:sp>
        <p:nvSpPr>
          <p:cNvPr id="3" name="Title 2">
            <a:extLst>
              <a:ext uri="{FF2B5EF4-FFF2-40B4-BE49-F238E27FC236}">
                <a16:creationId xmlns:a16="http://schemas.microsoft.com/office/drawing/2014/main" id="{CD509B41-A79C-882A-A6BA-E79A4B402E9F}"/>
              </a:ext>
            </a:extLst>
          </p:cNvPr>
          <p:cNvSpPr>
            <a:spLocks noGrp="1"/>
          </p:cNvSpPr>
          <p:nvPr>
            <p:ph type="title"/>
          </p:nvPr>
        </p:nvSpPr>
        <p:spPr/>
        <p:txBody>
          <a:bodyPr/>
          <a:lstStyle/>
          <a:p>
            <a:r>
              <a:rPr lang="en-US" dirty="0"/>
              <a:t>Why chunk at all?</a:t>
            </a:r>
            <a:endParaRPr lang="en-IN" dirty="0"/>
          </a:p>
        </p:txBody>
      </p:sp>
      <p:pic>
        <p:nvPicPr>
          <p:cNvPr id="5" name="Picture 4">
            <a:extLst>
              <a:ext uri="{FF2B5EF4-FFF2-40B4-BE49-F238E27FC236}">
                <a16:creationId xmlns:a16="http://schemas.microsoft.com/office/drawing/2014/main" id="{22F939C3-CE4B-0A5E-54A3-98486A24C0E7}"/>
              </a:ext>
            </a:extLst>
          </p:cNvPr>
          <p:cNvPicPr>
            <a:picLocks noChangeAspect="1"/>
          </p:cNvPicPr>
          <p:nvPr/>
        </p:nvPicPr>
        <p:blipFill>
          <a:blip r:embed="rId3"/>
          <a:stretch>
            <a:fillRect/>
          </a:stretch>
        </p:blipFill>
        <p:spPr>
          <a:xfrm>
            <a:off x="2514600" y="3962400"/>
            <a:ext cx="5245370" cy="2476627"/>
          </a:xfrm>
          <a:prstGeom prst="rect">
            <a:avLst/>
          </a:prstGeom>
        </p:spPr>
      </p:pic>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77863F15-F65A-DBA0-B96F-0C32BAC0C67D}"/>
                  </a:ext>
                </a:extLst>
              </p14:cNvPr>
              <p14:cNvContentPartPr/>
              <p14:nvPr/>
            </p14:nvContentPartPr>
            <p14:xfrm>
              <a:off x="235080" y="1551240"/>
              <a:ext cx="7576200" cy="4985280"/>
            </p14:xfrm>
          </p:contentPart>
        </mc:Choice>
        <mc:Fallback>
          <p:pic>
            <p:nvPicPr>
              <p:cNvPr id="4" name="Ink 3">
                <a:extLst>
                  <a:ext uri="{FF2B5EF4-FFF2-40B4-BE49-F238E27FC236}">
                    <a16:creationId xmlns:a16="http://schemas.microsoft.com/office/drawing/2014/main" id="{77863F15-F65A-DBA0-B96F-0C32BAC0C67D}"/>
                  </a:ext>
                </a:extLst>
              </p:cNvPr>
              <p:cNvPicPr/>
              <p:nvPr/>
            </p:nvPicPr>
            <p:blipFill>
              <a:blip r:embed="rId5"/>
              <a:stretch>
                <a:fillRect/>
              </a:stretch>
            </p:blipFill>
            <p:spPr>
              <a:xfrm>
                <a:off x="225720" y="1541880"/>
                <a:ext cx="7594920" cy="5004000"/>
              </a:xfrm>
              <a:prstGeom prst="rect">
                <a:avLst/>
              </a:prstGeom>
            </p:spPr>
          </p:pic>
        </mc:Fallback>
      </mc:AlternateContent>
    </p:spTree>
    <p:extLst>
      <p:ext uri="{BB962C8B-B14F-4D97-AF65-F5344CB8AC3E}">
        <p14:creationId xmlns:p14="http://schemas.microsoft.com/office/powerpoint/2010/main" val="1990764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A1B9764-FE8F-F515-9DC6-7A4C71CD9B63}"/>
              </a:ext>
            </a:extLst>
          </p:cNvPr>
          <p:cNvSpPr>
            <a:spLocks noGrp="1"/>
          </p:cNvSpPr>
          <p:nvPr>
            <p:ph idx="10"/>
          </p:nvPr>
        </p:nvSpPr>
        <p:spPr/>
        <p:txBody>
          <a:bodyPr/>
          <a:lstStyle/>
          <a:p>
            <a:pPr marL="342900" indent="-342900">
              <a:buFont typeface="Arial" panose="020B0604020202020204" pitchFamily="34" charset="0"/>
              <a:buChar char="•"/>
            </a:pPr>
            <a:r>
              <a:rPr lang="en-IN" b="1" dirty="0"/>
              <a:t>Prompt cost formula:</a:t>
            </a:r>
          </a:p>
          <a:p>
            <a:pPr algn="ctr"/>
            <a:r>
              <a:rPr lang="en-IN" dirty="0"/>
              <a:t> tokens ≈ system + query + (</a:t>
            </a:r>
            <a:r>
              <a:rPr lang="en-IN" dirty="0" err="1"/>
              <a:t>chunk_size</a:t>
            </a:r>
            <a:r>
              <a:rPr lang="en-IN" dirty="0"/>
              <a:t> × </a:t>
            </a:r>
            <a:r>
              <a:rPr lang="en-IN" dirty="0" err="1"/>
              <a:t>top_k</a:t>
            </a:r>
            <a:r>
              <a:rPr lang="en-IN" dirty="0"/>
              <a:t>) + output </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dirty="0"/>
              <a:t>Retrieval slice dominates once </a:t>
            </a:r>
            <a:r>
              <a:rPr lang="en-IN" dirty="0" err="1"/>
              <a:t>top_k</a:t>
            </a:r>
            <a:r>
              <a:rPr lang="en-IN" dirty="0"/>
              <a:t> &gt; 3 </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dirty="0"/>
              <a:t> </a:t>
            </a:r>
            <a:r>
              <a:rPr lang="en-IN" b="1" dirty="0"/>
              <a:t>Chunk size is linear in cost (</a:t>
            </a:r>
            <a:r>
              <a:rPr lang="en-IN" b="1" dirty="0" err="1"/>
              <a:t>top_k</a:t>
            </a:r>
            <a:r>
              <a:rPr lang="en-IN" b="1" dirty="0"/>
              <a:t> = 5 fixed):</a:t>
            </a:r>
            <a:r>
              <a:rPr lang="en-IN" dirty="0"/>
              <a:t> </a:t>
            </a:r>
          </a:p>
          <a:p>
            <a:pPr algn="ctr"/>
            <a:r>
              <a:rPr lang="en-IN" dirty="0"/>
              <a:t>256 → 1,280 </a:t>
            </a:r>
            <a:r>
              <a:rPr lang="en-IN" dirty="0" err="1"/>
              <a:t>tok</a:t>
            </a:r>
            <a:r>
              <a:rPr lang="en-IN" dirty="0"/>
              <a:t> </a:t>
            </a:r>
          </a:p>
          <a:p>
            <a:pPr algn="ctr"/>
            <a:r>
              <a:rPr lang="en-IN" dirty="0"/>
              <a:t> 512 → 2,560 </a:t>
            </a:r>
            <a:r>
              <a:rPr lang="en-IN" dirty="0" err="1"/>
              <a:t>tok</a:t>
            </a:r>
            <a:r>
              <a:rPr lang="en-IN" dirty="0"/>
              <a:t> </a:t>
            </a:r>
          </a:p>
          <a:p>
            <a:pPr algn="ctr"/>
            <a:r>
              <a:rPr lang="en-IN" dirty="0"/>
              <a:t> 1024 → 5,120 </a:t>
            </a:r>
            <a:r>
              <a:rPr lang="en-IN" dirty="0" err="1"/>
              <a:t>tok</a:t>
            </a:r>
            <a:r>
              <a:rPr lang="en-IN" dirty="0"/>
              <a:t> </a:t>
            </a:r>
          </a:p>
          <a:p>
            <a:pPr algn="ctr"/>
            <a:endParaRPr lang="en-IN" dirty="0"/>
          </a:p>
          <a:p>
            <a:pPr marL="342900" indent="-342900">
              <a:buFont typeface="Arial" panose="020B0604020202020204" pitchFamily="34" charset="0"/>
              <a:buChar char="•"/>
            </a:pPr>
            <a:r>
              <a:rPr lang="en-IN" b="1" dirty="0"/>
              <a:t>doubling chunk size doubles input cost</a:t>
            </a:r>
            <a:endParaRPr lang="en-IN" dirty="0"/>
          </a:p>
        </p:txBody>
      </p:sp>
      <p:sp>
        <p:nvSpPr>
          <p:cNvPr id="3" name="Title 2">
            <a:extLst>
              <a:ext uri="{FF2B5EF4-FFF2-40B4-BE49-F238E27FC236}">
                <a16:creationId xmlns:a16="http://schemas.microsoft.com/office/drawing/2014/main" id="{D69ADCAA-01B0-A8CD-DF05-6A7C84A9C3F2}"/>
              </a:ext>
            </a:extLst>
          </p:cNvPr>
          <p:cNvSpPr>
            <a:spLocks noGrp="1"/>
          </p:cNvSpPr>
          <p:nvPr>
            <p:ph type="title"/>
          </p:nvPr>
        </p:nvSpPr>
        <p:spPr/>
        <p:txBody>
          <a:bodyPr/>
          <a:lstStyle/>
          <a:p>
            <a:r>
              <a:rPr lang="en-US" dirty="0"/>
              <a:t>Why chunk at all?</a:t>
            </a:r>
            <a:endParaRPr lang="en-IN"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96CCCD9-E75B-6C51-2A10-6F4DEEB34229}"/>
                  </a:ext>
                </a:extLst>
              </p14:cNvPr>
              <p14:cNvContentPartPr/>
              <p14:nvPr/>
            </p14:nvContentPartPr>
            <p14:xfrm>
              <a:off x="613440" y="1378800"/>
              <a:ext cx="7919640" cy="3613320"/>
            </p14:xfrm>
          </p:contentPart>
        </mc:Choice>
        <mc:Fallback>
          <p:pic>
            <p:nvPicPr>
              <p:cNvPr id="4" name="Ink 3">
                <a:extLst>
                  <a:ext uri="{FF2B5EF4-FFF2-40B4-BE49-F238E27FC236}">
                    <a16:creationId xmlns:a16="http://schemas.microsoft.com/office/drawing/2014/main" id="{A96CCCD9-E75B-6C51-2A10-6F4DEEB34229}"/>
                  </a:ext>
                </a:extLst>
              </p:cNvPr>
              <p:cNvPicPr/>
              <p:nvPr/>
            </p:nvPicPr>
            <p:blipFill>
              <a:blip r:embed="rId3"/>
              <a:stretch>
                <a:fillRect/>
              </a:stretch>
            </p:blipFill>
            <p:spPr>
              <a:xfrm>
                <a:off x="604080" y="1369440"/>
                <a:ext cx="7938360" cy="3632040"/>
              </a:xfrm>
              <a:prstGeom prst="rect">
                <a:avLst/>
              </a:prstGeom>
            </p:spPr>
          </p:pic>
        </mc:Fallback>
      </mc:AlternateContent>
    </p:spTree>
    <p:extLst>
      <p:ext uri="{BB962C8B-B14F-4D97-AF65-F5344CB8AC3E}">
        <p14:creationId xmlns:p14="http://schemas.microsoft.com/office/powerpoint/2010/main" val="2927324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28A37C-1916-2AB3-3CFA-0A7CBBC60CE5}"/>
              </a:ext>
            </a:extLst>
          </p:cNvPr>
          <p:cNvSpPr>
            <a:spLocks noGrp="1"/>
          </p:cNvSpPr>
          <p:nvPr>
            <p:ph idx="10"/>
          </p:nvPr>
        </p:nvSpPr>
        <p:spPr>
          <a:xfrm>
            <a:off x="36871" y="1447800"/>
            <a:ext cx="8839200" cy="4525963"/>
          </a:xfrm>
        </p:spPr>
        <p:txBody>
          <a:bodyPr>
            <a:normAutofit/>
          </a:bodyPr>
          <a:lstStyle/>
          <a:p>
            <a:pPr marL="342900" indent="-342900">
              <a:buFont typeface="Arial" panose="020B0604020202020204" pitchFamily="34" charset="0"/>
              <a:buChar char="•"/>
            </a:pPr>
            <a:r>
              <a:rPr lang="en-IN" sz="2000" b="1" dirty="0"/>
              <a:t>Latency scales with prompt length via prefill:</a:t>
            </a:r>
            <a:r>
              <a:rPr lang="en-IN" sz="2000" dirty="0"/>
              <a:t> the model must read the entire prompt (prefill phase) before it can emit the first token  — this wait is </a:t>
            </a:r>
            <a:r>
              <a:rPr lang="en-IN" sz="2000" b="1" dirty="0"/>
              <a:t>TTFT</a:t>
            </a:r>
            <a:r>
              <a:rPr lang="en-IN" sz="2000" dirty="0"/>
              <a:t> (time-to-first-token)</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Generating tokens afterward (decode) is not affected by chunk size</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 </a:t>
            </a:r>
            <a:r>
              <a:rPr lang="en-IN" sz="2000" b="1" dirty="0"/>
              <a:t>Why it matters for RAG:</a:t>
            </a:r>
            <a:r>
              <a:rPr lang="en-IN" sz="2000" dirty="0"/>
              <a:t> doubling chunk size or </a:t>
            </a:r>
            <a:r>
              <a:rPr lang="en-IN" sz="2000" dirty="0" err="1"/>
              <a:t>top_k</a:t>
            </a:r>
            <a:r>
              <a:rPr lang="en-IN" sz="2000" dirty="0"/>
              <a:t> doubles the prefill work → user waits ~2× longer to see the answer start streaming </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 </a:t>
            </a:r>
            <a:r>
              <a:rPr lang="en-IN" sz="2000" b="1" dirty="0"/>
              <a:t>Order-of-magnitude numbers (Llama-3-70B, 8×A100, </a:t>
            </a:r>
            <a:r>
              <a:rPr lang="en-IN" sz="2000" b="1" dirty="0" err="1"/>
              <a:t>vLLM</a:t>
            </a:r>
            <a:r>
              <a:rPr lang="en-IN" sz="2000" b="1" dirty="0"/>
              <a:t>):</a:t>
            </a:r>
            <a:r>
              <a:rPr lang="en-IN" sz="2000" dirty="0"/>
              <a:t> prefill ≈ 3–5k </a:t>
            </a:r>
            <a:r>
              <a:rPr lang="en-IN" sz="2000" dirty="0" err="1"/>
              <a:t>tok</a:t>
            </a:r>
            <a:r>
              <a:rPr lang="en-IN" sz="2000" dirty="0"/>
              <a:t>/s per request </a:t>
            </a:r>
          </a:p>
          <a:p>
            <a:pPr algn="ctr"/>
            <a:r>
              <a:rPr lang="en-IN" sz="2000" dirty="0"/>
              <a:t> 1k-token prompt ≈ 0.2–0.3s TTFT </a:t>
            </a:r>
          </a:p>
          <a:p>
            <a:pPr algn="ctr"/>
            <a:r>
              <a:rPr lang="en-IN" sz="2000" dirty="0"/>
              <a:t> 5k-token prompt ≈ 1–1.5s TTFT </a:t>
            </a:r>
          </a:p>
          <a:p>
            <a:pPr algn="ctr"/>
            <a:r>
              <a:rPr lang="en-IN" sz="2000" dirty="0"/>
              <a:t> 10k-token prompt ≈ 2–3s TTFT</a:t>
            </a:r>
          </a:p>
        </p:txBody>
      </p:sp>
      <p:sp>
        <p:nvSpPr>
          <p:cNvPr id="3" name="Title 2">
            <a:extLst>
              <a:ext uri="{FF2B5EF4-FFF2-40B4-BE49-F238E27FC236}">
                <a16:creationId xmlns:a16="http://schemas.microsoft.com/office/drawing/2014/main" id="{58F10637-791D-81BC-9A8C-2B5490C4ABC9}"/>
              </a:ext>
            </a:extLst>
          </p:cNvPr>
          <p:cNvSpPr>
            <a:spLocks noGrp="1"/>
          </p:cNvSpPr>
          <p:nvPr>
            <p:ph type="title"/>
          </p:nvPr>
        </p:nvSpPr>
        <p:spPr/>
        <p:txBody>
          <a:bodyPr/>
          <a:lstStyle/>
          <a:p>
            <a:r>
              <a:rPr lang="en-US" dirty="0"/>
              <a:t>Why chunk at all?</a:t>
            </a:r>
            <a:endParaRPr lang="en-IN"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6D3B9F6-2C2F-4250-9703-5142DB852304}"/>
                  </a:ext>
                </a:extLst>
              </p14:cNvPr>
              <p14:cNvContentPartPr/>
              <p14:nvPr/>
            </p14:nvContentPartPr>
            <p14:xfrm>
              <a:off x="294840" y="1245600"/>
              <a:ext cx="7285680" cy="4790160"/>
            </p14:xfrm>
          </p:contentPart>
        </mc:Choice>
        <mc:Fallback>
          <p:pic>
            <p:nvPicPr>
              <p:cNvPr id="4" name="Ink 3">
                <a:extLst>
                  <a:ext uri="{FF2B5EF4-FFF2-40B4-BE49-F238E27FC236}">
                    <a16:creationId xmlns:a16="http://schemas.microsoft.com/office/drawing/2014/main" id="{46D3B9F6-2C2F-4250-9703-5142DB852304}"/>
                  </a:ext>
                </a:extLst>
              </p:cNvPr>
              <p:cNvPicPr/>
              <p:nvPr/>
            </p:nvPicPr>
            <p:blipFill>
              <a:blip r:embed="rId3"/>
              <a:stretch>
                <a:fillRect/>
              </a:stretch>
            </p:blipFill>
            <p:spPr>
              <a:xfrm>
                <a:off x="285480" y="1236240"/>
                <a:ext cx="7304400" cy="4808880"/>
              </a:xfrm>
              <a:prstGeom prst="rect">
                <a:avLst/>
              </a:prstGeom>
            </p:spPr>
          </p:pic>
        </mc:Fallback>
      </mc:AlternateContent>
    </p:spTree>
    <p:extLst>
      <p:ext uri="{BB962C8B-B14F-4D97-AF65-F5344CB8AC3E}">
        <p14:creationId xmlns:p14="http://schemas.microsoft.com/office/powerpoint/2010/main" val="2101548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CB6298-BAA9-BBFD-0E68-91B8201ED70F}"/>
              </a:ext>
            </a:extLst>
          </p:cNvPr>
          <p:cNvSpPr>
            <a:spLocks noGrp="1"/>
          </p:cNvSpPr>
          <p:nvPr>
            <p:ph type="title"/>
          </p:nvPr>
        </p:nvSpPr>
        <p:spPr/>
        <p:txBody>
          <a:bodyPr/>
          <a:lstStyle/>
          <a:p>
            <a:r>
              <a:rPr lang="en-US" dirty="0"/>
              <a:t>Fixed-size Vs Sliding window</a:t>
            </a:r>
            <a:endParaRPr lang="en-IN" dirty="0"/>
          </a:p>
        </p:txBody>
      </p:sp>
      <p:grpSp>
        <p:nvGrpSpPr>
          <p:cNvPr id="4" name="Group 3">
            <a:extLst>
              <a:ext uri="{FF2B5EF4-FFF2-40B4-BE49-F238E27FC236}">
                <a16:creationId xmlns:a16="http://schemas.microsoft.com/office/drawing/2014/main" id="{E51E2611-5821-EE05-1458-7BE544E30E84}"/>
              </a:ext>
            </a:extLst>
          </p:cNvPr>
          <p:cNvGrpSpPr/>
          <p:nvPr/>
        </p:nvGrpSpPr>
        <p:grpSpPr>
          <a:xfrm>
            <a:off x="5465064" y="2408700"/>
            <a:ext cx="3474720" cy="3767328"/>
            <a:chOff x="5212080" y="2411730"/>
            <a:chExt cx="3474720" cy="3407889"/>
          </a:xfrm>
        </p:grpSpPr>
        <p:sp>
          <p:nvSpPr>
            <p:cNvPr id="5" name="Shape 6">
              <a:extLst>
                <a:ext uri="{FF2B5EF4-FFF2-40B4-BE49-F238E27FC236}">
                  <a16:creationId xmlns:a16="http://schemas.microsoft.com/office/drawing/2014/main" id="{EA3FA3F7-C68D-B703-B11F-662039A34E24}"/>
                </a:ext>
              </a:extLst>
            </p:cNvPr>
            <p:cNvSpPr/>
            <p:nvPr/>
          </p:nvSpPr>
          <p:spPr>
            <a:xfrm>
              <a:off x="5212080" y="2411730"/>
              <a:ext cx="3474720" cy="3063240"/>
            </a:xfrm>
            <a:prstGeom prst="roundRect">
              <a:avLst>
                <a:gd name="adj" fmla="val 2388"/>
              </a:avLst>
            </a:prstGeom>
            <a:solidFill>
              <a:srgbClr val="F7F7F7"/>
            </a:solidFill>
            <a:ln w="12700">
              <a:solidFill>
                <a:srgbClr val="BBBBBB"/>
              </a:solidFill>
              <a:prstDash val="solid"/>
            </a:ln>
          </p:spPr>
          <p:txBody>
            <a:bodyPr/>
            <a:lstStyle/>
            <a:p>
              <a:endParaRPr lang="en-IN" sz="1400" dirty="0"/>
            </a:p>
          </p:txBody>
        </p:sp>
        <p:sp>
          <p:nvSpPr>
            <p:cNvPr id="6" name="Text 7">
              <a:extLst>
                <a:ext uri="{FF2B5EF4-FFF2-40B4-BE49-F238E27FC236}">
                  <a16:creationId xmlns:a16="http://schemas.microsoft.com/office/drawing/2014/main" id="{31387B06-9CDD-E425-9764-DE9C14A2DD92}"/>
                </a:ext>
              </a:extLst>
            </p:cNvPr>
            <p:cNvSpPr/>
            <p:nvPr/>
          </p:nvSpPr>
          <p:spPr>
            <a:xfrm>
              <a:off x="5303520" y="2457450"/>
              <a:ext cx="3291840" cy="274320"/>
            </a:xfrm>
            <a:prstGeom prst="rect">
              <a:avLst/>
            </a:prstGeom>
            <a:noFill/>
            <a:ln/>
          </p:spPr>
          <p:txBody>
            <a:bodyPr wrap="square" lIns="0" tIns="0" rIns="0" bIns="0" rtlCol="0" anchor="ctr"/>
            <a:lstStyle/>
            <a:p>
              <a:r>
                <a:rPr lang="en-US" sz="1400" i="1" dirty="0">
                  <a:solidFill>
                    <a:srgbClr val="5A5A5A"/>
                  </a:solidFill>
                  <a:latin typeface="Calibri" pitchFamily="34" charset="0"/>
                  <a:ea typeface="Calibri" pitchFamily="34" charset="-122"/>
                  <a:cs typeface="Calibri" pitchFamily="34" charset="-120"/>
                </a:rPr>
                <a:t>chunk_size = 8 words, stride = 5 words</a:t>
              </a:r>
              <a:endParaRPr lang="en-US" sz="1400" dirty="0"/>
            </a:p>
          </p:txBody>
        </p:sp>
        <p:sp>
          <p:nvSpPr>
            <p:cNvPr id="7" name="Text 8">
              <a:extLst>
                <a:ext uri="{FF2B5EF4-FFF2-40B4-BE49-F238E27FC236}">
                  <a16:creationId xmlns:a16="http://schemas.microsoft.com/office/drawing/2014/main" id="{67AEB650-E330-D441-E473-01F555DF7FD8}"/>
                </a:ext>
              </a:extLst>
            </p:cNvPr>
            <p:cNvSpPr/>
            <p:nvPr/>
          </p:nvSpPr>
          <p:spPr>
            <a:xfrm>
              <a:off x="5303520" y="2823210"/>
              <a:ext cx="3291840" cy="256032"/>
            </a:xfrm>
            <a:prstGeom prst="rect">
              <a:avLst/>
            </a:prstGeom>
            <a:noFill/>
            <a:ln/>
          </p:spPr>
          <p:txBody>
            <a:bodyPr wrap="square" lIns="0" tIns="0" rIns="0" bIns="0" rtlCol="0" anchor="ctr"/>
            <a:lstStyle/>
            <a:p>
              <a:r>
                <a:rPr lang="en-US" sz="1400" b="1" dirty="0">
                  <a:solidFill>
                    <a:srgbClr val="A6151C"/>
                  </a:solidFill>
                  <a:latin typeface="Calibri" pitchFamily="34" charset="0"/>
                  <a:ea typeface="Calibri" pitchFamily="34" charset="-122"/>
                  <a:cs typeface="Calibri" pitchFamily="34" charset="-120"/>
                </a:rPr>
                <a:t>Chunk 1  (words 1–8)</a:t>
              </a:r>
              <a:endParaRPr lang="en-US" sz="1400" dirty="0"/>
            </a:p>
          </p:txBody>
        </p:sp>
        <p:sp>
          <p:nvSpPr>
            <p:cNvPr id="8" name="Shape 9">
              <a:extLst>
                <a:ext uri="{FF2B5EF4-FFF2-40B4-BE49-F238E27FC236}">
                  <a16:creationId xmlns:a16="http://schemas.microsoft.com/office/drawing/2014/main" id="{0A772D69-B6BD-0D2F-A1DF-A22FA867FFE9}"/>
                </a:ext>
              </a:extLst>
            </p:cNvPr>
            <p:cNvSpPr/>
            <p:nvPr/>
          </p:nvSpPr>
          <p:spPr>
            <a:xfrm>
              <a:off x="5303520" y="3079242"/>
              <a:ext cx="3291840" cy="502920"/>
            </a:xfrm>
            <a:prstGeom prst="rect">
              <a:avLst/>
            </a:prstGeom>
            <a:solidFill>
              <a:srgbClr val="FFFFFF"/>
            </a:solidFill>
            <a:ln w="12700">
              <a:solidFill>
                <a:srgbClr val="A6151C"/>
              </a:solidFill>
              <a:prstDash val="solid"/>
            </a:ln>
          </p:spPr>
          <p:txBody>
            <a:bodyPr/>
            <a:lstStyle/>
            <a:p>
              <a:endParaRPr lang="en-IN" sz="1400"/>
            </a:p>
          </p:txBody>
        </p:sp>
        <p:sp>
          <p:nvSpPr>
            <p:cNvPr id="9" name="Text 10">
              <a:extLst>
                <a:ext uri="{FF2B5EF4-FFF2-40B4-BE49-F238E27FC236}">
                  <a16:creationId xmlns:a16="http://schemas.microsoft.com/office/drawing/2014/main" id="{AB340C60-7326-C936-1299-1D1D3889F9CD}"/>
                </a:ext>
              </a:extLst>
            </p:cNvPr>
            <p:cNvSpPr/>
            <p:nvPr/>
          </p:nvSpPr>
          <p:spPr>
            <a:xfrm>
              <a:off x="5394960" y="3079242"/>
              <a:ext cx="3108960" cy="502920"/>
            </a:xfrm>
            <a:prstGeom prst="rect">
              <a:avLst/>
            </a:prstGeom>
            <a:noFill/>
            <a:ln/>
          </p:spPr>
          <p:txBody>
            <a:bodyPr wrap="square" lIns="0" tIns="0" rIns="0" bIns="0" rtlCol="0" anchor="ctr"/>
            <a:lstStyle/>
            <a:p>
              <a:pPr algn="l"/>
              <a:r>
                <a:rPr lang="en-US" sz="1400" dirty="0">
                  <a:solidFill>
                    <a:srgbClr val="222222"/>
                  </a:solidFill>
                  <a:latin typeface="Consolas" pitchFamily="34" charset="0"/>
                  <a:ea typeface="Consolas" pitchFamily="34" charset="-122"/>
                  <a:cs typeface="Consolas" pitchFamily="34" charset="-120"/>
                </a:rPr>
                <a:t>the transformer architecture was introduced by Vaswani et</a:t>
              </a:r>
              <a:endParaRPr lang="en-US" sz="1400" dirty="0"/>
            </a:p>
          </p:txBody>
        </p:sp>
        <p:sp>
          <p:nvSpPr>
            <p:cNvPr id="10" name="Text 11">
              <a:extLst>
                <a:ext uri="{FF2B5EF4-FFF2-40B4-BE49-F238E27FC236}">
                  <a16:creationId xmlns:a16="http://schemas.microsoft.com/office/drawing/2014/main" id="{F946BA44-2A31-E1A0-6A36-10E2DEA45788}"/>
                </a:ext>
              </a:extLst>
            </p:cNvPr>
            <p:cNvSpPr/>
            <p:nvPr/>
          </p:nvSpPr>
          <p:spPr>
            <a:xfrm>
              <a:off x="5303520" y="3646170"/>
              <a:ext cx="3291840" cy="256032"/>
            </a:xfrm>
            <a:prstGeom prst="rect">
              <a:avLst/>
            </a:prstGeom>
            <a:noFill/>
            <a:ln/>
          </p:spPr>
          <p:txBody>
            <a:bodyPr wrap="square" lIns="0" tIns="0" rIns="0" bIns="0" rtlCol="0" anchor="ctr"/>
            <a:lstStyle/>
            <a:p>
              <a:r>
                <a:rPr lang="en-US" sz="1400" b="1" dirty="0">
                  <a:solidFill>
                    <a:srgbClr val="1F3864"/>
                  </a:solidFill>
                  <a:latin typeface="Calibri" pitchFamily="34" charset="0"/>
                  <a:ea typeface="Calibri" pitchFamily="34" charset="-122"/>
                  <a:cs typeface="Calibri" pitchFamily="34" charset="-120"/>
                </a:rPr>
                <a:t>Chunk 2  (words 6–13)</a:t>
              </a:r>
              <a:endParaRPr lang="en-US" sz="1400" dirty="0"/>
            </a:p>
          </p:txBody>
        </p:sp>
        <p:sp>
          <p:nvSpPr>
            <p:cNvPr id="11" name="Shape 12">
              <a:extLst>
                <a:ext uri="{FF2B5EF4-FFF2-40B4-BE49-F238E27FC236}">
                  <a16:creationId xmlns:a16="http://schemas.microsoft.com/office/drawing/2014/main" id="{DD1996CA-70EE-F6E0-0B8F-0EEE72E04CAC}"/>
                </a:ext>
              </a:extLst>
            </p:cNvPr>
            <p:cNvSpPr/>
            <p:nvPr/>
          </p:nvSpPr>
          <p:spPr>
            <a:xfrm>
              <a:off x="5303520" y="3902202"/>
              <a:ext cx="3291840" cy="502920"/>
            </a:xfrm>
            <a:prstGeom prst="rect">
              <a:avLst/>
            </a:prstGeom>
            <a:solidFill>
              <a:srgbClr val="FFFFFF"/>
            </a:solidFill>
            <a:ln w="12700">
              <a:solidFill>
                <a:srgbClr val="1F3864"/>
              </a:solidFill>
              <a:prstDash val="solid"/>
            </a:ln>
          </p:spPr>
          <p:txBody>
            <a:bodyPr/>
            <a:lstStyle/>
            <a:p>
              <a:endParaRPr lang="en-IN" sz="1400"/>
            </a:p>
          </p:txBody>
        </p:sp>
        <p:sp>
          <p:nvSpPr>
            <p:cNvPr id="12" name="Text 13">
              <a:extLst>
                <a:ext uri="{FF2B5EF4-FFF2-40B4-BE49-F238E27FC236}">
                  <a16:creationId xmlns:a16="http://schemas.microsoft.com/office/drawing/2014/main" id="{585A8F07-A42D-5E58-0BDF-485A99DEA51F}"/>
                </a:ext>
              </a:extLst>
            </p:cNvPr>
            <p:cNvSpPr/>
            <p:nvPr/>
          </p:nvSpPr>
          <p:spPr>
            <a:xfrm>
              <a:off x="5394960" y="3902202"/>
              <a:ext cx="3108960" cy="502920"/>
            </a:xfrm>
            <a:prstGeom prst="rect">
              <a:avLst/>
            </a:prstGeom>
            <a:noFill/>
            <a:ln/>
          </p:spPr>
          <p:txBody>
            <a:bodyPr wrap="square" lIns="0" tIns="0" rIns="0" bIns="0" rtlCol="0" anchor="ctr"/>
            <a:lstStyle/>
            <a:p>
              <a:pPr algn="l"/>
              <a:r>
                <a:rPr lang="en-US" sz="1400" dirty="0">
                  <a:solidFill>
                    <a:srgbClr val="222222"/>
                  </a:solidFill>
                  <a:latin typeface="Consolas" pitchFamily="34" charset="0"/>
                  <a:ea typeface="Consolas" pitchFamily="34" charset="-122"/>
                  <a:cs typeface="Consolas" pitchFamily="34" charset="-120"/>
                </a:rPr>
                <a:t>by Vaswani et al in 2017 and used</a:t>
              </a:r>
              <a:endParaRPr lang="en-US" sz="1400" dirty="0"/>
            </a:p>
          </p:txBody>
        </p:sp>
        <p:sp>
          <p:nvSpPr>
            <p:cNvPr id="13" name="Text 14">
              <a:extLst>
                <a:ext uri="{FF2B5EF4-FFF2-40B4-BE49-F238E27FC236}">
                  <a16:creationId xmlns:a16="http://schemas.microsoft.com/office/drawing/2014/main" id="{1D7085E6-F4A3-4426-5BCD-A3C4E2185923}"/>
                </a:ext>
              </a:extLst>
            </p:cNvPr>
            <p:cNvSpPr/>
            <p:nvPr/>
          </p:nvSpPr>
          <p:spPr>
            <a:xfrm>
              <a:off x="5303520" y="4469130"/>
              <a:ext cx="3291840" cy="256032"/>
            </a:xfrm>
            <a:prstGeom prst="rect">
              <a:avLst/>
            </a:prstGeom>
            <a:noFill/>
            <a:ln/>
          </p:spPr>
          <p:txBody>
            <a:bodyPr wrap="square" lIns="0" tIns="0" rIns="0" bIns="0" rtlCol="0" anchor="ctr"/>
            <a:lstStyle/>
            <a:p>
              <a:r>
                <a:rPr lang="en-US" sz="1400" b="1" dirty="0">
                  <a:solidFill>
                    <a:srgbClr val="2E7A6E"/>
                  </a:solidFill>
                  <a:latin typeface="Calibri" pitchFamily="34" charset="0"/>
                  <a:ea typeface="Calibri" pitchFamily="34" charset="-122"/>
                  <a:cs typeface="Calibri" pitchFamily="34" charset="-120"/>
                </a:rPr>
                <a:t>Chunk 3  (words 11–16)</a:t>
              </a:r>
              <a:endParaRPr lang="en-US" sz="1400" dirty="0"/>
            </a:p>
          </p:txBody>
        </p:sp>
        <p:sp>
          <p:nvSpPr>
            <p:cNvPr id="14" name="Shape 15">
              <a:extLst>
                <a:ext uri="{FF2B5EF4-FFF2-40B4-BE49-F238E27FC236}">
                  <a16:creationId xmlns:a16="http://schemas.microsoft.com/office/drawing/2014/main" id="{43968BC3-C1D5-E0D7-68FC-A1310064AD0A}"/>
                </a:ext>
              </a:extLst>
            </p:cNvPr>
            <p:cNvSpPr/>
            <p:nvPr/>
          </p:nvSpPr>
          <p:spPr>
            <a:xfrm>
              <a:off x="5303520" y="4689466"/>
              <a:ext cx="3291840" cy="502920"/>
            </a:xfrm>
            <a:prstGeom prst="rect">
              <a:avLst/>
            </a:prstGeom>
            <a:solidFill>
              <a:srgbClr val="FFFFFF"/>
            </a:solidFill>
            <a:ln w="12700">
              <a:solidFill>
                <a:srgbClr val="2E7A6E"/>
              </a:solidFill>
              <a:prstDash val="solid"/>
            </a:ln>
          </p:spPr>
          <p:txBody>
            <a:bodyPr/>
            <a:lstStyle/>
            <a:p>
              <a:endParaRPr lang="en-IN" sz="1400"/>
            </a:p>
          </p:txBody>
        </p:sp>
        <p:sp>
          <p:nvSpPr>
            <p:cNvPr id="15" name="Text 16">
              <a:extLst>
                <a:ext uri="{FF2B5EF4-FFF2-40B4-BE49-F238E27FC236}">
                  <a16:creationId xmlns:a16="http://schemas.microsoft.com/office/drawing/2014/main" id="{C1852E00-06D8-DACF-2CC6-E69AAAFD4D36}"/>
                </a:ext>
              </a:extLst>
            </p:cNvPr>
            <p:cNvSpPr/>
            <p:nvPr/>
          </p:nvSpPr>
          <p:spPr>
            <a:xfrm>
              <a:off x="5394960" y="4725162"/>
              <a:ext cx="3108960" cy="502920"/>
            </a:xfrm>
            <a:prstGeom prst="rect">
              <a:avLst/>
            </a:prstGeom>
            <a:noFill/>
            <a:ln/>
          </p:spPr>
          <p:txBody>
            <a:bodyPr wrap="square" lIns="0" tIns="0" rIns="0" bIns="0" rtlCol="0" anchor="ctr"/>
            <a:lstStyle/>
            <a:p>
              <a:pPr algn="l"/>
              <a:r>
                <a:rPr lang="en-US" sz="1400" dirty="0">
                  <a:solidFill>
                    <a:srgbClr val="222222"/>
                  </a:solidFill>
                  <a:latin typeface="Consolas" pitchFamily="34" charset="0"/>
                  <a:ea typeface="Consolas" pitchFamily="34" charset="-122"/>
                  <a:cs typeface="Consolas" pitchFamily="34" charset="-120"/>
                </a:rPr>
                <a:t>2017 and used self attention</a:t>
              </a:r>
              <a:endParaRPr lang="en-US" sz="1400" dirty="0"/>
            </a:p>
          </p:txBody>
        </p:sp>
        <p:sp>
          <p:nvSpPr>
            <p:cNvPr id="16" name="Text 17">
              <a:extLst>
                <a:ext uri="{FF2B5EF4-FFF2-40B4-BE49-F238E27FC236}">
                  <a16:creationId xmlns:a16="http://schemas.microsoft.com/office/drawing/2014/main" id="{804A69B3-F13D-0C79-6CFC-2971B5C7CB06}"/>
                </a:ext>
              </a:extLst>
            </p:cNvPr>
            <p:cNvSpPr/>
            <p:nvPr/>
          </p:nvSpPr>
          <p:spPr>
            <a:xfrm>
              <a:off x="5303520" y="5200650"/>
              <a:ext cx="3291840" cy="618969"/>
            </a:xfrm>
            <a:prstGeom prst="rect">
              <a:avLst/>
            </a:prstGeom>
            <a:noFill/>
            <a:ln/>
          </p:spPr>
          <p:txBody>
            <a:bodyPr wrap="square" lIns="0" tIns="0" rIns="0" bIns="0" rtlCol="0" anchor="ctr"/>
            <a:lstStyle/>
            <a:p>
              <a:endParaRPr lang="en-US" sz="1400" dirty="0"/>
            </a:p>
          </p:txBody>
        </p:sp>
      </p:grpSp>
      <p:sp>
        <p:nvSpPr>
          <p:cNvPr id="17" name="TextBox 16">
            <a:extLst>
              <a:ext uri="{FF2B5EF4-FFF2-40B4-BE49-F238E27FC236}">
                <a16:creationId xmlns:a16="http://schemas.microsoft.com/office/drawing/2014/main" id="{184EC17B-28FF-86FD-84B2-49813FD34DA0}"/>
              </a:ext>
            </a:extLst>
          </p:cNvPr>
          <p:cNvSpPr txBox="1"/>
          <p:nvPr/>
        </p:nvSpPr>
        <p:spPr>
          <a:xfrm>
            <a:off x="5586984" y="5770268"/>
            <a:ext cx="3383280" cy="646331"/>
          </a:xfrm>
          <a:prstGeom prst="rect">
            <a:avLst/>
          </a:prstGeom>
          <a:noFill/>
        </p:spPr>
        <p:txBody>
          <a:bodyPr wrap="square">
            <a:spAutoFit/>
          </a:bodyPr>
          <a:lstStyle/>
          <a:p>
            <a:r>
              <a:rPr lang="en-US" sz="1800" i="1" dirty="0">
                <a:solidFill>
                  <a:srgbClr val="5A5A5A"/>
                </a:solidFill>
                <a:latin typeface="Calibri" pitchFamily="34" charset="0"/>
                <a:ea typeface="Calibri" pitchFamily="34" charset="-122"/>
                <a:cs typeface="Calibri" pitchFamily="34" charset="-120"/>
              </a:rPr>
              <a:t>Overlap of 3 words between consecutive chunks</a:t>
            </a:r>
            <a:endParaRPr lang="en-US" sz="1800" dirty="0"/>
          </a:p>
        </p:txBody>
      </p:sp>
      <p:sp>
        <p:nvSpPr>
          <p:cNvPr id="18" name="TextBox 17">
            <a:extLst>
              <a:ext uri="{FF2B5EF4-FFF2-40B4-BE49-F238E27FC236}">
                <a16:creationId xmlns:a16="http://schemas.microsoft.com/office/drawing/2014/main" id="{C5E05937-BFC2-2119-65DE-F1E7D61A0E84}"/>
              </a:ext>
            </a:extLst>
          </p:cNvPr>
          <p:cNvSpPr txBox="1"/>
          <p:nvPr/>
        </p:nvSpPr>
        <p:spPr>
          <a:xfrm>
            <a:off x="5346192" y="1405077"/>
            <a:ext cx="3712464" cy="726609"/>
          </a:xfrm>
          <a:prstGeom prst="rect">
            <a:avLst/>
          </a:prstGeom>
          <a:noFill/>
        </p:spPr>
        <p:txBody>
          <a:bodyPr wrap="square">
            <a:spAutoFit/>
          </a:bodyPr>
          <a:lstStyle/>
          <a:p>
            <a:pPr>
              <a:lnSpc>
                <a:spcPct val="120000"/>
              </a:lnSpc>
            </a:pPr>
            <a:r>
              <a:rPr lang="en-US" sz="1800" i="1" dirty="0">
                <a:solidFill>
                  <a:srgbClr val="222222"/>
                </a:solidFill>
                <a:cs typeface="Calibri" pitchFamily="34" charset="-120"/>
              </a:rPr>
              <a:t>Fixed-size chunks + overlap between adjacent chunks</a:t>
            </a:r>
          </a:p>
        </p:txBody>
      </p:sp>
      <p:grpSp>
        <p:nvGrpSpPr>
          <p:cNvPr id="21" name="Group 20">
            <a:extLst>
              <a:ext uri="{FF2B5EF4-FFF2-40B4-BE49-F238E27FC236}">
                <a16:creationId xmlns:a16="http://schemas.microsoft.com/office/drawing/2014/main" id="{03C24F18-2918-122A-247C-C0EBB65C17C2}"/>
              </a:ext>
            </a:extLst>
          </p:cNvPr>
          <p:cNvGrpSpPr/>
          <p:nvPr/>
        </p:nvGrpSpPr>
        <p:grpSpPr>
          <a:xfrm>
            <a:off x="173736" y="2341644"/>
            <a:ext cx="3931920" cy="3520440"/>
            <a:chOff x="4953000" y="1874520"/>
            <a:chExt cx="3931920" cy="3520440"/>
          </a:xfrm>
        </p:grpSpPr>
        <p:sp>
          <p:nvSpPr>
            <p:cNvPr id="22" name="Shape 5">
              <a:extLst>
                <a:ext uri="{FF2B5EF4-FFF2-40B4-BE49-F238E27FC236}">
                  <a16:creationId xmlns:a16="http://schemas.microsoft.com/office/drawing/2014/main" id="{033568A3-09A3-26B5-98DD-A1A126573D27}"/>
                </a:ext>
              </a:extLst>
            </p:cNvPr>
            <p:cNvSpPr/>
            <p:nvPr/>
          </p:nvSpPr>
          <p:spPr>
            <a:xfrm>
              <a:off x="4953000" y="1874520"/>
              <a:ext cx="3840480" cy="3520440"/>
            </a:xfrm>
            <a:prstGeom prst="roundRect">
              <a:avLst>
                <a:gd name="adj" fmla="val 2078"/>
              </a:avLst>
            </a:prstGeom>
            <a:solidFill>
              <a:srgbClr val="F7F7F7"/>
            </a:solidFill>
            <a:ln w="12700">
              <a:solidFill>
                <a:srgbClr val="BBBBBB"/>
              </a:solidFill>
              <a:prstDash val="solid"/>
            </a:ln>
          </p:spPr>
          <p:txBody>
            <a:bodyPr/>
            <a:lstStyle/>
            <a:p>
              <a:endParaRPr lang="en-IN" dirty="0"/>
            </a:p>
          </p:txBody>
        </p:sp>
        <p:sp>
          <p:nvSpPr>
            <p:cNvPr id="23" name="Text 6">
              <a:extLst>
                <a:ext uri="{FF2B5EF4-FFF2-40B4-BE49-F238E27FC236}">
                  <a16:creationId xmlns:a16="http://schemas.microsoft.com/office/drawing/2014/main" id="{5DAF7F55-7C08-500F-007B-AA423A8FBA13}"/>
                </a:ext>
              </a:extLst>
            </p:cNvPr>
            <p:cNvSpPr/>
            <p:nvPr/>
          </p:nvSpPr>
          <p:spPr>
            <a:xfrm>
              <a:off x="5068824" y="1943100"/>
              <a:ext cx="3657600" cy="274320"/>
            </a:xfrm>
            <a:prstGeom prst="rect">
              <a:avLst/>
            </a:prstGeom>
            <a:noFill/>
            <a:ln/>
          </p:spPr>
          <p:txBody>
            <a:bodyPr wrap="square" lIns="0" tIns="0" rIns="0" bIns="0" rtlCol="0" anchor="ctr"/>
            <a:lstStyle/>
            <a:p>
              <a:r>
                <a:rPr lang="en-US" i="1" dirty="0">
                  <a:solidFill>
                    <a:srgbClr val="5A5A5A"/>
                  </a:solidFill>
                  <a:latin typeface="Calibri" pitchFamily="34" charset="0"/>
                  <a:ea typeface="Calibri" pitchFamily="34" charset="-122"/>
                  <a:cs typeface="Calibri" pitchFamily="34" charset="-120"/>
                </a:rPr>
                <a:t>Example (chunk_size = 40 chars)</a:t>
              </a:r>
              <a:endParaRPr lang="en-US" dirty="0"/>
            </a:p>
          </p:txBody>
        </p:sp>
        <p:sp>
          <p:nvSpPr>
            <p:cNvPr id="24" name="Shape 7">
              <a:extLst>
                <a:ext uri="{FF2B5EF4-FFF2-40B4-BE49-F238E27FC236}">
                  <a16:creationId xmlns:a16="http://schemas.microsoft.com/office/drawing/2014/main" id="{B9910878-FEA2-4534-C6C4-0112217B1933}"/>
                </a:ext>
              </a:extLst>
            </p:cNvPr>
            <p:cNvSpPr/>
            <p:nvPr/>
          </p:nvSpPr>
          <p:spPr>
            <a:xfrm>
              <a:off x="5044440" y="2346960"/>
              <a:ext cx="3657600" cy="320040"/>
            </a:xfrm>
            <a:prstGeom prst="rect">
              <a:avLst/>
            </a:prstGeom>
            <a:solidFill>
              <a:srgbClr val="FDE9E9"/>
            </a:solidFill>
            <a:ln w="9525">
              <a:solidFill>
                <a:srgbClr val="A6151C"/>
              </a:solidFill>
              <a:prstDash val="solid"/>
            </a:ln>
          </p:spPr>
          <p:txBody>
            <a:bodyPr/>
            <a:lstStyle/>
            <a:p>
              <a:endParaRPr lang="en-IN" sz="1200"/>
            </a:p>
          </p:txBody>
        </p:sp>
        <p:sp>
          <p:nvSpPr>
            <p:cNvPr id="25" name="Text 8">
              <a:extLst>
                <a:ext uri="{FF2B5EF4-FFF2-40B4-BE49-F238E27FC236}">
                  <a16:creationId xmlns:a16="http://schemas.microsoft.com/office/drawing/2014/main" id="{0FC7FBE9-2E78-B281-A0D6-98893586D990}"/>
                </a:ext>
              </a:extLst>
            </p:cNvPr>
            <p:cNvSpPr/>
            <p:nvPr/>
          </p:nvSpPr>
          <p:spPr>
            <a:xfrm>
              <a:off x="5135880" y="2346960"/>
              <a:ext cx="3474720" cy="320040"/>
            </a:xfrm>
            <a:prstGeom prst="rect">
              <a:avLst/>
            </a:prstGeom>
            <a:noFill/>
            <a:ln/>
          </p:spPr>
          <p:txBody>
            <a:bodyPr wrap="square" lIns="0" tIns="0" rIns="0" bIns="0" rtlCol="0" anchor="ctr"/>
            <a:lstStyle/>
            <a:p>
              <a:pPr algn="l"/>
              <a:r>
                <a:rPr lang="en-US" sz="1200" dirty="0">
                  <a:solidFill>
                    <a:srgbClr val="222222"/>
                  </a:solidFill>
                  <a:latin typeface="Consolas" pitchFamily="34" charset="0"/>
                  <a:ea typeface="Consolas" pitchFamily="34" charset="-122"/>
                  <a:cs typeface="Consolas" pitchFamily="34" charset="-120"/>
                </a:rPr>
                <a:t>The transformer architecture was intro</a:t>
              </a:r>
              <a:endParaRPr lang="en-US" sz="1200" dirty="0"/>
            </a:p>
          </p:txBody>
        </p:sp>
        <p:sp>
          <p:nvSpPr>
            <p:cNvPr id="26" name="Shape 9">
              <a:extLst>
                <a:ext uri="{FF2B5EF4-FFF2-40B4-BE49-F238E27FC236}">
                  <a16:creationId xmlns:a16="http://schemas.microsoft.com/office/drawing/2014/main" id="{C8888D47-3D12-BCD8-66E6-24DF078269EC}"/>
                </a:ext>
              </a:extLst>
            </p:cNvPr>
            <p:cNvSpPr/>
            <p:nvPr/>
          </p:nvSpPr>
          <p:spPr>
            <a:xfrm>
              <a:off x="5044440" y="2712720"/>
              <a:ext cx="3657600" cy="320040"/>
            </a:xfrm>
            <a:prstGeom prst="rect">
              <a:avLst/>
            </a:prstGeom>
            <a:solidFill>
              <a:srgbClr val="E8F0FA"/>
            </a:solidFill>
            <a:ln w="9525">
              <a:solidFill>
                <a:srgbClr val="1F3864"/>
              </a:solidFill>
              <a:prstDash val="solid"/>
            </a:ln>
          </p:spPr>
          <p:txBody>
            <a:bodyPr/>
            <a:lstStyle/>
            <a:p>
              <a:endParaRPr lang="en-IN" sz="1200"/>
            </a:p>
          </p:txBody>
        </p:sp>
        <p:sp>
          <p:nvSpPr>
            <p:cNvPr id="27" name="Text 10">
              <a:extLst>
                <a:ext uri="{FF2B5EF4-FFF2-40B4-BE49-F238E27FC236}">
                  <a16:creationId xmlns:a16="http://schemas.microsoft.com/office/drawing/2014/main" id="{E3FF08E8-9816-FA5A-BC08-A74678A00314}"/>
                </a:ext>
              </a:extLst>
            </p:cNvPr>
            <p:cNvSpPr/>
            <p:nvPr/>
          </p:nvSpPr>
          <p:spPr>
            <a:xfrm>
              <a:off x="5135880" y="2712720"/>
              <a:ext cx="3474720" cy="320040"/>
            </a:xfrm>
            <a:prstGeom prst="rect">
              <a:avLst/>
            </a:prstGeom>
            <a:noFill/>
            <a:ln/>
          </p:spPr>
          <p:txBody>
            <a:bodyPr wrap="square" lIns="0" tIns="0" rIns="0" bIns="0" rtlCol="0" anchor="ctr"/>
            <a:lstStyle/>
            <a:p>
              <a:pPr algn="l"/>
              <a:r>
                <a:rPr lang="en-US" sz="1200" dirty="0">
                  <a:solidFill>
                    <a:srgbClr val="222222"/>
                  </a:solidFill>
                  <a:latin typeface="Consolas" pitchFamily="34" charset="0"/>
                  <a:ea typeface="Consolas" pitchFamily="34" charset="-122"/>
                  <a:cs typeface="Consolas" pitchFamily="34" charset="-120"/>
                </a:rPr>
                <a:t>duced by Vaswani et al. in 2017. It r</a:t>
              </a:r>
              <a:endParaRPr lang="en-US" sz="1200" dirty="0"/>
            </a:p>
          </p:txBody>
        </p:sp>
        <p:sp>
          <p:nvSpPr>
            <p:cNvPr id="28" name="Shape 11">
              <a:extLst>
                <a:ext uri="{FF2B5EF4-FFF2-40B4-BE49-F238E27FC236}">
                  <a16:creationId xmlns:a16="http://schemas.microsoft.com/office/drawing/2014/main" id="{6CFA59EA-E347-AF2C-AD98-0A2710A339AC}"/>
                </a:ext>
              </a:extLst>
            </p:cNvPr>
            <p:cNvSpPr/>
            <p:nvPr/>
          </p:nvSpPr>
          <p:spPr>
            <a:xfrm>
              <a:off x="5044440" y="3078480"/>
              <a:ext cx="3657600" cy="320040"/>
            </a:xfrm>
            <a:prstGeom prst="rect">
              <a:avLst/>
            </a:prstGeom>
            <a:solidFill>
              <a:srgbClr val="FCF3D9"/>
            </a:solidFill>
            <a:ln w="9525">
              <a:solidFill>
                <a:srgbClr val="E5A80C"/>
              </a:solidFill>
              <a:prstDash val="solid"/>
            </a:ln>
          </p:spPr>
          <p:txBody>
            <a:bodyPr/>
            <a:lstStyle/>
            <a:p>
              <a:endParaRPr lang="en-IN" sz="1200"/>
            </a:p>
          </p:txBody>
        </p:sp>
        <p:sp>
          <p:nvSpPr>
            <p:cNvPr id="29" name="Text 12">
              <a:extLst>
                <a:ext uri="{FF2B5EF4-FFF2-40B4-BE49-F238E27FC236}">
                  <a16:creationId xmlns:a16="http://schemas.microsoft.com/office/drawing/2014/main" id="{23CD2144-F804-FDBA-A23A-947089381AE6}"/>
                </a:ext>
              </a:extLst>
            </p:cNvPr>
            <p:cNvSpPr/>
            <p:nvPr/>
          </p:nvSpPr>
          <p:spPr>
            <a:xfrm>
              <a:off x="5135880" y="3078480"/>
              <a:ext cx="3474720" cy="320040"/>
            </a:xfrm>
            <a:prstGeom prst="rect">
              <a:avLst/>
            </a:prstGeom>
            <a:noFill/>
            <a:ln/>
          </p:spPr>
          <p:txBody>
            <a:bodyPr wrap="square" lIns="0" tIns="0" rIns="0" bIns="0" rtlCol="0" anchor="ctr"/>
            <a:lstStyle/>
            <a:p>
              <a:pPr algn="l"/>
              <a:r>
                <a:rPr lang="en-US" sz="1200" dirty="0">
                  <a:solidFill>
                    <a:srgbClr val="222222"/>
                  </a:solidFill>
                  <a:latin typeface="Consolas" pitchFamily="34" charset="0"/>
                  <a:ea typeface="Consolas" pitchFamily="34" charset="-122"/>
                  <a:cs typeface="Consolas" pitchFamily="34" charset="-120"/>
                </a:rPr>
                <a:t>eplaced recurrent networks with self-</a:t>
              </a:r>
              <a:endParaRPr lang="en-US" sz="1200" dirty="0"/>
            </a:p>
          </p:txBody>
        </p:sp>
        <p:sp>
          <p:nvSpPr>
            <p:cNvPr id="30" name="Shape 13">
              <a:extLst>
                <a:ext uri="{FF2B5EF4-FFF2-40B4-BE49-F238E27FC236}">
                  <a16:creationId xmlns:a16="http://schemas.microsoft.com/office/drawing/2014/main" id="{D13AD841-A4F3-AF84-6988-10D64A5D809A}"/>
                </a:ext>
              </a:extLst>
            </p:cNvPr>
            <p:cNvSpPr/>
            <p:nvPr/>
          </p:nvSpPr>
          <p:spPr>
            <a:xfrm>
              <a:off x="5044440" y="3444240"/>
              <a:ext cx="3657600" cy="320040"/>
            </a:xfrm>
            <a:prstGeom prst="rect">
              <a:avLst/>
            </a:prstGeom>
            <a:solidFill>
              <a:srgbClr val="DFEEE9"/>
            </a:solidFill>
            <a:ln w="9525">
              <a:solidFill>
                <a:srgbClr val="2E7A6E"/>
              </a:solidFill>
              <a:prstDash val="solid"/>
            </a:ln>
          </p:spPr>
          <p:txBody>
            <a:bodyPr/>
            <a:lstStyle/>
            <a:p>
              <a:endParaRPr lang="en-IN" sz="1200"/>
            </a:p>
          </p:txBody>
        </p:sp>
        <p:sp>
          <p:nvSpPr>
            <p:cNvPr id="31" name="Text 14">
              <a:extLst>
                <a:ext uri="{FF2B5EF4-FFF2-40B4-BE49-F238E27FC236}">
                  <a16:creationId xmlns:a16="http://schemas.microsoft.com/office/drawing/2014/main" id="{2C6AF5B2-A146-DFDD-1C88-F7BAC2529BB7}"/>
                </a:ext>
              </a:extLst>
            </p:cNvPr>
            <p:cNvSpPr/>
            <p:nvPr/>
          </p:nvSpPr>
          <p:spPr>
            <a:xfrm>
              <a:off x="5135880" y="3444240"/>
              <a:ext cx="3474720" cy="320040"/>
            </a:xfrm>
            <a:prstGeom prst="rect">
              <a:avLst/>
            </a:prstGeom>
            <a:noFill/>
            <a:ln/>
          </p:spPr>
          <p:txBody>
            <a:bodyPr wrap="square" lIns="0" tIns="0" rIns="0" bIns="0" rtlCol="0" anchor="ctr"/>
            <a:lstStyle/>
            <a:p>
              <a:pPr algn="l"/>
              <a:r>
                <a:rPr lang="en-US" sz="1200" dirty="0">
                  <a:solidFill>
                    <a:srgbClr val="222222"/>
                  </a:solidFill>
                  <a:latin typeface="Consolas" pitchFamily="34" charset="0"/>
                  <a:ea typeface="Consolas" pitchFamily="34" charset="-122"/>
                  <a:cs typeface="Consolas" pitchFamily="34" charset="-120"/>
                </a:rPr>
                <a:t>attention. This let sequences be pro</a:t>
              </a:r>
              <a:endParaRPr lang="en-US" sz="1200" dirty="0"/>
            </a:p>
          </p:txBody>
        </p:sp>
        <p:sp>
          <p:nvSpPr>
            <p:cNvPr id="32" name="Shape 15">
              <a:extLst>
                <a:ext uri="{FF2B5EF4-FFF2-40B4-BE49-F238E27FC236}">
                  <a16:creationId xmlns:a16="http://schemas.microsoft.com/office/drawing/2014/main" id="{A0DC72B7-EC11-C077-0222-94C66C6F9A7D}"/>
                </a:ext>
              </a:extLst>
            </p:cNvPr>
            <p:cNvSpPr/>
            <p:nvPr/>
          </p:nvSpPr>
          <p:spPr>
            <a:xfrm>
              <a:off x="5044440" y="3810000"/>
              <a:ext cx="3657600" cy="320040"/>
            </a:xfrm>
            <a:prstGeom prst="rect">
              <a:avLst/>
            </a:prstGeom>
            <a:solidFill>
              <a:srgbClr val="FDE9E9"/>
            </a:solidFill>
            <a:ln w="9525">
              <a:solidFill>
                <a:srgbClr val="A6151C"/>
              </a:solidFill>
              <a:prstDash val="solid"/>
            </a:ln>
          </p:spPr>
          <p:txBody>
            <a:bodyPr/>
            <a:lstStyle/>
            <a:p>
              <a:endParaRPr lang="en-IN" sz="1200"/>
            </a:p>
          </p:txBody>
        </p:sp>
        <p:sp>
          <p:nvSpPr>
            <p:cNvPr id="33" name="Text 16">
              <a:extLst>
                <a:ext uri="{FF2B5EF4-FFF2-40B4-BE49-F238E27FC236}">
                  <a16:creationId xmlns:a16="http://schemas.microsoft.com/office/drawing/2014/main" id="{4848E900-A713-1A56-D3C7-B6845BC9D52D}"/>
                </a:ext>
              </a:extLst>
            </p:cNvPr>
            <p:cNvSpPr/>
            <p:nvPr/>
          </p:nvSpPr>
          <p:spPr>
            <a:xfrm>
              <a:off x="5135880" y="3810000"/>
              <a:ext cx="3474720" cy="320040"/>
            </a:xfrm>
            <a:prstGeom prst="rect">
              <a:avLst/>
            </a:prstGeom>
            <a:noFill/>
            <a:ln/>
          </p:spPr>
          <p:txBody>
            <a:bodyPr wrap="square" lIns="0" tIns="0" rIns="0" bIns="0" rtlCol="0" anchor="ctr"/>
            <a:lstStyle/>
            <a:p>
              <a:pPr algn="l"/>
              <a:r>
                <a:rPr lang="en-US" sz="1200" dirty="0">
                  <a:solidFill>
                    <a:srgbClr val="222222"/>
                  </a:solidFill>
                  <a:latin typeface="Consolas" pitchFamily="34" charset="0"/>
                  <a:ea typeface="Consolas" pitchFamily="34" charset="-122"/>
                  <a:cs typeface="Consolas" pitchFamily="34" charset="-120"/>
                </a:rPr>
                <a:t>cessed in parallel rather than one to</a:t>
              </a:r>
              <a:endParaRPr lang="en-US" sz="1200" dirty="0"/>
            </a:p>
          </p:txBody>
        </p:sp>
        <p:sp>
          <p:nvSpPr>
            <p:cNvPr id="34" name="Shape 17">
              <a:extLst>
                <a:ext uri="{FF2B5EF4-FFF2-40B4-BE49-F238E27FC236}">
                  <a16:creationId xmlns:a16="http://schemas.microsoft.com/office/drawing/2014/main" id="{20F9A16E-6EDE-234C-111A-22F8DB9CFE6D}"/>
                </a:ext>
              </a:extLst>
            </p:cNvPr>
            <p:cNvSpPr/>
            <p:nvPr/>
          </p:nvSpPr>
          <p:spPr>
            <a:xfrm>
              <a:off x="5044440" y="4175760"/>
              <a:ext cx="3657600" cy="320040"/>
            </a:xfrm>
            <a:prstGeom prst="rect">
              <a:avLst/>
            </a:prstGeom>
            <a:solidFill>
              <a:srgbClr val="E8F0FA"/>
            </a:solidFill>
            <a:ln w="9525">
              <a:solidFill>
                <a:srgbClr val="1F3864"/>
              </a:solidFill>
              <a:prstDash val="solid"/>
            </a:ln>
          </p:spPr>
          <p:txBody>
            <a:bodyPr/>
            <a:lstStyle/>
            <a:p>
              <a:endParaRPr lang="en-IN" sz="1200"/>
            </a:p>
          </p:txBody>
        </p:sp>
        <p:sp>
          <p:nvSpPr>
            <p:cNvPr id="35" name="Text 18">
              <a:extLst>
                <a:ext uri="{FF2B5EF4-FFF2-40B4-BE49-F238E27FC236}">
                  <a16:creationId xmlns:a16="http://schemas.microsoft.com/office/drawing/2014/main" id="{FBB794AD-5F82-AFC3-3988-D94722AC2DD1}"/>
                </a:ext>
              </a:extLst>
            </p:cNvPr>
            <p:cNvSpPr/>
            <p:nvPr/>
          </p:nvSpPr>
          <p:spPr>
            <a:xfrm>
              <a:off x="5135880" y="4175760"/>
              <a:ext cx="3474720" cy="320040"/>
            </a:xfrm>
            <a:prstGeom prst="rect">
              <a:avLst/>
            </a:prstGeom>
            <a:noFill/>
            <a:ln/>
          </p:spPr>
          <p:txBody>
            <a:bodyPr wrap="square" lIns="0" tIns="0" rIns="0" bIns="0" rtlCol="0" anchor="ctr"/>
            <a:lstStyle/>
            <a:p>
              <a:pPr algn="l"/>
              <a:r>
                <a:rPr lang="en-US" sz="1200" dirty="0">
                  <a:solidFill>
                    <a:srgbClr val="222222"/>
                  </a:solidFill>
                  <a:latin typeface="Consolas" pitchFamily="34" charset="0"/>
                  <a:ea typeface="Consolas" pitchFamily="34" charset="-122"/>
                  <a:cs typeface="Consolas" pitchFamily="34" charset="-120"/>
                </a:rPr>
                <a:t>ken at a time.</a:t>
              </a:r>
              <a:endParaRPr lang="en-US" sz="1200" dirty="0"/>
            </a:p>
          </p:txBody>
        </p:sp>
        <p:sp>
          <p:nvSpPr>
            <p:cNvPr id="36" name="Text 19">
              <a:extLst>
                <a:ext uri="{FF2B5EF4-FFF2-40B4-BE49-F238E27FC236}">
                  <a16:creationId xmlns:a16="http://schemas.microsoft.com/office/drawing/2014/main" id="{CEB85882-2868-37DB-0AA9-B58CBF1A6317}"/>
                </a:ext>
              </a:extLst>
            </p:cNvPr>
            <p:cNvSpPr/>
            <p:nvPr/>
          </p:nvSpPr>
          <p:spPr>
            <a:xfrm>
              <a:off x="5044440" y="4760976"/>
              <a:ext cx="3840480" cy="502920"/>
            </a:xfrm>
            <a:prstGeom prst="rect">
              <a:avLst/>
            </a:prstGeom>
            <a:noFill/>
            <a:ln/>
          </p:spPr>
          <p:txBody>
            <a:bodyPr wrap="square" lIns="0" tIns="0" rIns="0" bIns="0" rtlCol="0" anchor="ctr"/>
            <a:lstStyle/>
            <a:p>
              <a:r>
                <a:rPr lang="en-US" i="1" dirty="0">
                  <a:solidFill>
                    <a:srgbClr val="A6151C"/>
                  </a:solidFill>
                  <a:latin typeface="Calibri" pitchFamily="34" charset="0"/>
                  <a:ea typeface="Calibri" pitchFamily="34" charset="-122"/>
                  <a:cs typeface="Calibri" pitchFamily="34" charset="-120"/>
                </a:rPr>
                <a:t>Word "introduced" is split across chunks 1 and 2</a:t>
              </a:r>
              <a:endParaRPr lang="en-US" dirty="0"/>
            </a:p>
          </p:txBody>
        </p:sp>
      </p:grpSp>
      <p:sp>
        <p:nvSpPr>
          <p:cNvPr id="38" name="TextBox 37">
            <a:extLst>
              <a:ext uri="{FF2B5EF4-FFF2-40B4-BE49-F238E27FC236}">
                <a16:creationId xmlns:a16="http://schemas.microsoft.com/office/drawing/2014/main" id="{A0A08360-B5AB-1AD9-2DA4-D48257D12D40}"/>
              </a:ext>
            </a:extLst>
          </p:cNvPr>
          <p:cNvSpPr txBox="1"/>
          <p:nvPr/>
        </p:nvSpPr>
        <p:spPr>
          <a:xfrm>
            <a:off x="147232" y="1448824"/>
            <a:ext cx="4676360" cy="646331"/>
          </a:xfrm>
          <a:prstGeom prst="rect">
            <a:avLst/>
          </a:prstGeom>
          <a:noFill/>
        </p:spPr>
        <p:txBody>
          <a:bodyPr wrap="square">
            <a:spAutoFit/>
          </a:bodyPr>
          <a:lstStyle/>
          <a:p>
            <a:r>
              <a:rPr lang="en-US" dirty="0">
                <a:solidFill>
                  <a:srgbClr val="222222"/>
                </a:solidFill>
                <a:latin typeface="Calibri" pitchFamily="34" charset="0"/>
                <a:ea typeface="Calibri" pitchFamily="34" charset="-122"/>
                <a:cs typeface="Calibri" pitchFamily="34" charset="-120"/>
              </a:rPr>
              <a:t>Split the document by a fixed count of tokens, words, or characters</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1E0E5CC2-15AB-4315-E01B-A5042C6B3EA9}"/>
                  </a:ext>
                </a:extLst>
              </p14:cNvPr>
              <p14:cNvContentPartPr/>
              <p14:nvPr/>
            </p14:nvContentPartPr>
            <p14:xfrm>
              <a:off x="387000" y="2689560"/>
              <a:ext cx="7784640" cy="1796760"/>
            </p14:xfrm>
          </p:contentPart>
        </mc:Choice>
        <mc:Fallback>
          <p:pic>
            <p:nvPicPr>
              <p:cNvPr id="2" name="Ink 1">
                <a:extLst>
                  <a:ext uri="{FF2B5EF4-FFF2-40B4-BE49-F238E27FC236}">
                    <a16:creationId xmlns:a16="http://schemas.microsoft.com/office/drawing/2014/main" id="{1E0E5CC2-15AB-4315-E01B-A5042C6B3EA9}"/>
                  </a:ext>
                </a:extLst>
              </p:cNvPr>
              <p:cNvPicPr/>
              <p:nvPr/>
            </p:nvPicPr>
            <p:blipFill>
              <a:blip r:embed="rId4"/>
              <a:stretch>
                <a:fillRect/>
              </a:stretch>
            </p:blipFill>
            <p:spPr>
              <a:xfrm>
                <a:off x="377640" y="2680200"/>
                <a:ext cx="7803360" cy="1815480"/>
              </a:xfrm>
              <a:prstGeom prst="rect">
                <a:avLst/>
              </a:prstGeom>
            </p:spPr>
          </p:pic>
        </mc:Fallback>
      </mc:AlternateContent>
    </p:spTree>
    <p:extLst>
      <p:ext uri="{BB962C8B-B14F-4D97-AF65-F5344CB8AC3E}">
        <p14:creationId xmlns:p14="http://schemas.microsoft.com/office/powerpoint/2010/main" val="2203371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1040130"/>
            <a:ext cx="1417320" cy="274320"/>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Q2 · CHUNK</a:t>
            </a:r>
            <a:endParaRPr lang="en-US" sz="2000" dirty="0"/>
          </a:p>
        </p:txBody>
      </p:sp>
      <p:sp>
        <p:nvSpPr>
          <p:cNvPr id="4" name="Text 2"/>
          <p:cNvSpPr/>
          <p:nvPr/>
        </p:nvSpPr>
        <p:spPr>
          <a:xfrm>
            <a:off x="313214" y="172103"/>
            <a:ext cx="6675120" cy="457200"/>
          </a:xfrm>
          <a:prstGeom prst="rect">
            <a:avLst/>
          </a:prstGeom>
        </p:spPr>
        <p:txBody>
          <a:bodyPr vert="horz" lIns="91440" tIns="45720" rIns="91440" bIns="45720" rtlCol="0" anchor="ctr">
            <a:normAutofit fontScale="77500" lnSpcReduction="20000"/>
          </a:bodyPr>
          <a:lstStyle/>
          <a:p>
            <a:pPr algn="l"/>
            <a:r>
              <a:rPr lang="en-US" sz="3600" dirty="0">
                <a:latin typeface="Cambria" panose="02040503050406030204" pitchFamily="18" charset="0"/>
                <a:ea typeface="Cambria" panose="02040503050406030204" pitchFamily="18" charset="0"/>
                <a:cs typeface="+mj-cs"/>
              </a:rPr>
              <a:t>What fixed-size splitting breaks</a:t>
            </a:r>
          </a:p>
        </p:txBody>
      </p:sp>
      <p:sp>
        <p:nvSpPr>
          <p:cNvPr id="9" name="Text 7"/>
          <p:cNvSpPr/>
          <p:nvPr/>
        </p:nvSpPr>
        <p:spPr>
          <a:xfrm>
            <a:off x="303207" y="2602888"/>
            <a:ext cx="8229600" cy="256032"/>
          </a:xfrm>
          <a:prstGeom prst="rect">
            <a:avLst/>
          </a:prstGeom>
          <a:noFill/>
          <a:ln/>
        </p:spPr>
        <p:txBody>
          <a:bodyPr wrap="square" lIns="0" tIns="0" rIns="0" bIns="0" rtlCol="0" anchor="ctr"/>
          <a:lstStyle/>
          <a:p>
            <a:r>
              <a:rPr lang="en-US" sz="2000" b="1" dirty="0">
                <a:solidFill>
                  <a:srgbClr val="1F3864"/>
                </a:solidFill>
                <a:latin typeface="Calibri" pitchFamily="34" charset="0"/>
                <a:ea typeface="Calibri" pitchFamily="34" charset="-122"/>
                <a:cs typeface="Calibri" pitchFamily="34" charset="-120"/>
              </a:rPr>
              <a:t>Fixed size (no overlap) — the boundary lands mid-sentence:</a:t>
            </a:r>
            <a:endParaRPr lang="en-US" sz="2000" dirty="0"/>
          </a:p>
        </p:txBody>
      </p:sp>
      <p:sp>
        <p:nvSpPr>
          <p:cNvPr id="23" name="TextBox 22">
            <a:extLst>
              <a:ext uri="{FF2B5EF4-FFF2-40B4-BE49-F238E27FC236}">
                <a16:creationId xmlns:a16="http://schemas.microsoft.com/office/drawing/2014/main" id="{6E5827B7-2B16-A40D-3DEC-8D583525919A}"/>
              </a:ext>
            </a:extLst>
          </p:cNvPr>
          <p:cNvSpPr txBox="1"/>
          <p:nvPr/>
        </p:nvSpPr>
        <p:spPr>
          <a:xfrm>
            <a:off x="233834" y="882083"/>
            <a:ext cx="8446008" cy="369332"/>
          </a:xfrm>
          <a:prstGeom prst="rect">
            <a:avLst/>
          </a:prstGeom>
          <a:noFill/>
        </p:spPr>
        <p:txBody>
          <a:bodyPr wrap="square">
            <a:spAutoFit/>
          </a:bodyPr>
          <a:lstStyle/>
          <a:p>
            <a:r>
              <a:rPr lang="en-US" sz="1800" b="1" dirty="0">
                <a:solidFill>
                  <a:srgbClr val="2B2B2B"/>
                </a:solidFill>
                <a:latin typeface="Calibri" pitchFamily="34" charset="0"/>
                <a:ea typeface="Calibri" pitchFamily="34" charset="-122"/>
                <a:cs typeface="Calibri" pitchFamily="34" charset="-120"/>
              </a:rPr>
              <a:t>Source text — the answer to “how many leave days carry forward?” is one sentence:</a:t>
            </a:r>
            <a:endParaRPr lang="en-US" sz="1800" b="1" dirty="0"/>
          </a:p>
        </p:txBody>
      </p:sp>
      <p:sp>
        <p:nvSpPr>
          <p:cNvPr id="25" name="TextBox 24">
            <a:extLst>
              <a:ext uri="{FF2B5EF4-FFF2-40B4-BE49-F238E27FC236}">
                <a16:creationId xmlns:a16="http://schemas.microsoft.com/office/drawing/2014/main" id="{A876E005-F9F9-D787-9B90-90BCBC121231}"/>
              </a:ext>
            </a:extLst>
          </p:cNvPr>
          <p:cNvSpPr txBox="1"/>
          <p:nvPr/>
        </p:nvSpPr>
        <p:spPr>
          <a:xfrm>
            <a:off x="13252" y="1545015"/>
            <a:ext cx="8537183" cy="923330"/>
          </a:xfrm>
          <a:prstGeom prst="rect">
            <a:avLst/>
          </a:prstGeom>
          <a:solidFill>
            <a:schemeClr val="bg2"/>
          </a:solidFill>
        </p:spPr>
        <p:txBody>
          <a:bodyPr wrap="square">
            <a:spAutoFit/>
          </a:bodyPr>
          <a:lstStyle/>
          <a:p>
            <a:r>
              <a:rPr lang="en-US" sz="1800" dirty="0">
                <a:solidFill>
                  <a:srgbClr val="595959"/>
                </a:solidFill>
                <a:latin typeface="Calibri" pitchFamily="34" charset="0"/>
                <a:ea typeface="Calibri" pitchFamily="34" charset="-122"/>
                <a:cs typeface="Calibri" pitchFamily="34" charset="-120"/>
              </a:rPr>
              <a:t>… leave must be applied five days in advance. </a:t>
            </a:r>
            <a:r>
              <a:rPr lang="en-US" sz="1800" b="1" dirty="0">
                <a:solidFill>
                  <a:srgbClr val="C00000"/>
                </a:solidFill>
                <a:latin typeface="Calibri" pitchFamily="34" charset="0"/>
                <a:ea typeface="Calibri" pitchFamily="34" charset="-122"/>
                <a:cs typeface="Calibri" pitchFamily="34" charset="-120"/>
              </a:rPr>
              <a:t>Employees may carry forward up to 10 unused leave days into the next calendar year.</a:t>
            </a:r>
            <a:r>
              <a:rPr lang="en-US" sz="1800" dirty="0">
                <a:solidFill>
                  <a:srgbClr val="595959"/>
                </a:solidFill>
                <a:latin typeface="Calibri" pitchFamily="34" charset="0"/>
                <a:ea typeface="Calibri" pitchFamily="34" charset="-122"/>
                <a:cs typeface="Calibri" pitchFamily="34" charset="-120"/>
              </a:rPr>
              <a:t> Carried-forward days expire on 31 March. …</a:t>
            </a:r>
            <a:endParaRPr lang="en-US" sz="1800" dirty="0"/>
          </a:p>
        </p:txBody>
      </p:sp>
      <p:sp>
        <p:nvSpPr>
          <p:cNvPr id="27" name="TextBox 26">
            <a:extLst>
              <a:ext uri="{FF2B5EF4-FFF2-40B4-BE49-F238E27FC236}">
                <a16:creationId xmlns:a16="http://schemas.microsoft.com/office/drawing/2014/main" id="{2812534C-DC48-FC15-7F0A-D368CDA959B7}"/>
              </a:ext>
            </a:extLst>
          </p:cNvPr>
          <p:cNvSpPr txBox="1"/>
          <p:nvPr/>
        </p:nvSpPr>
        <p:spPr>
          <a:xfrm>
            <a:off x="247616" y="2887403"/>
            <a:ext cx="4249374" cy="923330"/>
          </a:xfrm>
          <a:prstGeom prst="rect">
            <a:avLst/>
          </a:prstGeom>
          <a:solidFill>
            <a:schemeClr val="tx2">
              <a:lumMod val="20000"/>
              <a:lumOff val="80000"/>
            </a:schemeClr>
          </a:solidFill>
        </p:spPr>
        <p:txBody>
          <a:bodyPr wrap="square">
            <a:spAutoFit/>
          </a:bodyPr>
          <a:lstStyle/>
          <a:p>
            <a:r>
              <a:rPr lang="en-US" sz="1800" b="1" dirty="0">
                <a:solidFill>
                  <a:srgbClr val="1F3864"/>
                </a:solidFill>
                <a:latin typeface="Calibri" pitchFamily="34" charset="0"/>
                <a:ea typeface="Calibri" pitchFamily="34" charset="-122"/>
                <a:cs typeface="Calibri" pitchFamily="34" charset="-120"/>
              </a:rPr>
              <a:t>Chunk A  </a:t>
            </a:r>
            <a:r>
              <a:rPr lang="en-US" sz="1800" dirty="0">
                <a:solidFill>
                  <a:srgbClr val="2B2B2B"/>
                </a:solidFill>
                <a:latin typeface="Calibri" pitchFamily="34" charset="0"/>
                <a:ea typeface="Calibri" pitchFamily="34" charset="-122"/>
                <a:cs typeface="Calibri" pitchFamily="34" charset="-120"/>
              </a:rPr>
              <a:t>…applied five days in advance. Employees may carry forward up to 10 unused</a:t>
            </a:r>
            <a:endParaRPr lang="en-US" sz="1800" dirty="0"/>
          </a:p>
        </p:txBody>
      </p:sp>
      <p:sp>
        <p:nvSpPr>
          <p:cNvPr id="29" name="TextBox 28">
            <a:extLst>
              <a:ext uri="{FF2B5EF4-FFF2-40B4-BE49-F238E27FC236}">
                <a16:creationId xmlns:a16="http://schemas.microsoft.com/office/drawing/2014/main" id="{23852B43-71D2-E27D-C6F9-4F76C2994F76}"/>
              </a:ext>
            </a:extLst>
          </p:cNvPr>
          <p:cNvSpPr txBox="1"/>
          <p:nvPr/>
        </p:nvSpPr>
        <p:spPr>
          <a:xfrm>
            <a:off x="4713729" y="2947692"/>
            <a:ext cx="4229630" cy="923330"/>
          </a:xfrm>
          <a:prstGeom prst="rect">
            <a:avLst/>
          </a:prstGeom>
          <a:solidFill>
            <a:schemeClr val="tx2">
              <a:lumMod val="20000"/>
              <a:lumOff val="80000"/>
            </a:schemeClr>
          </a:solidFill>
        </p:spPr>
        <p:txBody>
          <a:bodyPr wrap="square">
            <a:spAutoFit/>
          </a:bodyPr>
          <a:lstStyle/>
          <a:p>
            <a:r>
              <a:rPr lang="en-US" sz="1800" b="1" dirty="0">
                <a:solidFill>
                  <a:srgbClr val="1F3864"/>
                </a:solidFill>
                <a:latin typeface="Calibri" pitchFamily="34" charset="0"/>
                <a:ea typeface="Calibri" pitchFamily="34" charset="-122"/>
                <a:cs typeface="Calibri" pitchFamily="34" charset="-120"/>
              </a:rPr>
              <a:t>Chunk B  </a:t>
            </a:r>
            <a:r>
              <a:rPr lang="en-US" sz="1800" dirty="0">
                <a:solidFill>
                  <a:srgbClr val="2B2B2B"/>
                </a:solidFill>
                <a:latin typeface="Calibri" pitchFamily="34" charset="0"/>
                <a:ea typeface="Calibri" pitchFamily="34" charset="-122"/>
                <a:cs typeface="Calibri" pitchFamily="34" charset="-120"/>
              </a:rPr>
              <a:t>leave days into the next calendar year. Carried-forward days expire on 31 March…</a:t>
            </a:r>
            <a:endParaRPr lang="en-US" sz="1800" dirty="0"/>
          </a:p>
        </p:txBody>
      </p:sp>
      <p:sp>
        <p:nvSpPr>
          <p:cNvPr id="31" name="TextBox 30">
            <a:extLst>
              <a:ext uri="{FF2B5EF4-FFF2-40B4-BE49-F238E27FC236}">
                <a16:creationId xmlns:a16="http://schemas.microsoft.com/office/drawing/2014/main" id="{87CFBC57-0CE0-79D4-282C-345E04B43945}"/>
              </a:ext>
            </a:extLst>
          </p:cNvPr>
          <p:cNvSpPr txBox="1"/>
          <p:nvPr/>
        </p:nvSpPr>
        <p:spPr>
          <a:xfrm>
            <a:off x="153590" y="3880439"/>
            <a:ext cx="8915400" cy="369332"/>
          </a:xfrm>
          <a:prstGeom prst="rect">
            <a:avLst/>
          </a:prstGeom>
          <a:noFill/>
        </p:spPr>
        <p:txBody>
          <a:bodyPr wrap="square">
            <a:spAutoFit/>
          </a:bodyPr>
          <a:lstStyle/>
          <a:p>
            <a:r>
              <a:rPr lang="en-US" sz="1800" i="1" dirty="0">
                <a:solidFill>
                  <a:srgbClr val="C00000"/>
                </a:solidFill>
                <a:latin typeface="Calibri" pitchFamily="34" charset="0"/>
                <a:ea typeface="Calibri" pitchFamily="34" charset="-122"/>
                <a:cs typeface="Calibri" pitchFamily="34" charset="-120"/>
              </a:rPr>
              <a:t>Neither chunk contains the full fact → neither matches the query well → retrieval misses.</a:t>
            </a:r>
            <a:endParaRPr lang="en-US" sz="1800" dirty="0"/>
          </a:p>
        </p:txBody>
      </p:sp>
      <p:sp>
        <p:nvSpPr>
          <p:cNvPr id="33" name="TextBox 32">
            <a:extLst>
              <a:ext uri="{FF2B5EF4-FFF2-40B4-BE49-F238E27FC236}">
                <a16:creationId xmlns:a16="http://schemas.microsoft.com/office/drawing/2014/main" id="{5FA1C1A8-6E07-FCE7-A13E-95E0B8245DE5}"/>
              </a:ext>
            </a:extLst>
          </p:cNvPr>
          <p:cNvSpPr txBox="1"/>
          <p:nvPr/>
        </p:nvSpPr>
        <p:spPr>
          <a:xfrm>
            <a:off x="137025" y="6165864"/>
            <a:ext cx="9175870" cy="369332"/>
          </a:xfrm>
          <a:prstGeom prst="rect">
            <a:avLst/>
          </a:prstGeom>
          <a:noFill/>
        </p:spPr>
        <p:txBody>
          <a:bodyPr wrap="square">
            <a:spAutoFit/>
          </a:bodyPr>
          <a:lstStyle/>
          <a:p>
            <a:r>
              <a:rPr lang="en-US" sz="1800" b="1" i="1" dirty="0">
                <a:solidFill>
                  <a:srgbClr val="1D7874"/>
                </a:solidFill>
                <a:latin typeface="Calibri" pitchFamily="34" charset="0"/>
                <a:ea typeface="Calibri" pitchFamily="34" charset="-122"/>
                <a:cs typeface="Calibri" pitchFamily="34" charset="-120"/>
              </a:rPr>
              <a:t>Chunk B starts earlier (overlap) → the full sentence survives in one chunk → retrieval works</a:t>
            </a:r>
            <a:endParaRPr lang="en-IN" b="1" dirty="0"/>
          </a:p>
        </p:txBody>
      </p:sp>
      <p:sp>
        <p:nvSpPr>
          <p:cNvPr id="35" name="TextBox 34">
            <a:extLst>
              <a:ext uri="{FF2B5EF4-FFF2-40B4-BE49-F238E27FC236}">
                <a16:creationId xmlns:a16="http://schemas.microsoft.com/office/drawing/2014/main" id="{29CF35AA-D77F-C636-2232-474FBAE9F1D2}"/>
              </a:ext>
            </a:extLst>
          </p:cNvPr>
          <p:cNvSpPr txBox="1"/>
          <p:nvPr/>
        </p:nvSpPr>
        <p:spPr>
          <a:xfrm>
            <a:off x="160216" y="5146923"/>
            <a:ext cx="4038600" cy="923330"/>
          </a:xfrm>
          <a:prstGeom prst="rect">
            <a:avLst/>
          </a:prstGeom>
          <a:solidFill>
            <a:schemeClr val="accent3">
              <a:lumMod val="40000"/>
              <a:lumOff val="60000"/>
            </a:schemeClr>
          </a:solidFill>
        </p:spPr>
        <p:txBody>
          <a:bodyPr wrap="square">
            <a:spAutoFit/>
          </a:bodyPr>
          <a:lstStyle/>
          <a:p>
            <a:r>
              <a:rPr lang="en-US" sz="1800" b="1" dirty="0">
                <a:solidFill>
                  <a:srgbClr val="1D7874"/>
                </a:solidFill>
                <a:latin typeface="Calibri" pitchFamily="34" charset="0"/>
                <a:ea typeface="Calibri" pitchFamily="34" charset="-122"/>
                <a:cs typeface="Calibri" pitchFamily="34" charset="-120"/>
              </a:rPr>
              <a:t>Chunk A  </a:t>
            </a:r>
            <a:r>
              <a:rPr lang="en-US" sz="1800" dirty="0">
                <a:solidFill>
                  <a:srgbClr val="2B2B2B"/>
                </a:solidFill>
                <a:latin typeface="Calibri" pitchFamily="34" charset="0"/>
                <a:ea typeface="Calibri" pitchFamily="34" charset="-122"/>
                <a:cs typeface="Calibri" pitchFamily="34" charset="-120"/>
              </a:rPr>
              <a:t>…applied five days in advance. Employees may carry forward up to 10 unused</a:t>
            </a:r>
            <a:endParaRPr lang="en-US" sz="1800" dirty="0"/>
          </a:p>
        </p:txBody>
      </p:sp>
      <p:sp>
        <p:nvSpPr>
          <p:cNvPr id="37" name="TextBox 36">
            <a:extLst>
              <a:ext uri="{FF2B5EF4-FFF2-40B4-BE49-F238E27FC236}">
                <a16:creationId xmlns:a16="http://schemas.microsoft.com/office/drawing/2014/main" id="{AFBC2642-0332-C07E-120B-DF82697ADCA4}"/>
              </a:ext>
            </a:extLst>
          </p:cNvPr>
          <p:cNvSpPr txBox="1"/>
          <p:nvPr/>
        </p:nvSpPr>
        <p:spPr>
          <a:xfrm>
            <a:off x="4264547" y="5087888"/>
            <a:ext cx="4661452" cy="923330"/>
          </a:xfrm>
          <a:prstGeom prst="rect">
            <a:avLst/>
          </a:prstGeom>
          <a:solidFill>
            <a:schemeClr val="accent3">
              <a:lumMod val="40000"/>
              <a:lumOff val="60000"/>
            </a:schemeClr>
          </a:solidFill>
        </p:spPr>
        <p:txBody>
          <a:bodyPr wrap="square">
            <a:spAutoFit/>
          </a:bodyPr>
          <a:lstStyle/>
          <a:p>
            <a:r>
              <a:rPr lang="en-US" sz="1800" b="1" dirty="0">
                <a:solidFill>
                  <a:srgbClr val="1D7874"/>
                </a:solidFill>
                <a:latin typeface="Calibri" pitchFamily="34" charset="0"/>
                <a:ea typeface="Calibri" pitchFamily="34" charset="-122"/>
                <a:cs typeface="Calibri" pitchFamily="34" charset="-120"/>
              </a:rPr>
              <a:t>Chunk B  </a:t>
            </a:r>
            <a:r>
              <a:rPr lang="en-US" sz="1800" dirty="0">
                <a:solidFill>
                  <a:srgbClr val="2B2B2B"/>
                </a:solidFill>
                <a:latin typeface="Calibri" pitchFamily="34" charset="0"/>
                <a:ea typeface="Calibri" pitchFamily="34" charset="-122"/>
                <a:cs typeface="Calibri" pitchFamily="34" charset="-120"/>
              </a:rPr>
              <a:t>Employees may carry forward up to 10 unused leave days into the next calendar year. Carried-forward…</a:t>
            </a:r>
            <a:endParaRPr lang="en-US" sz="1800" dirty="0"/>
          </a:p>
        </p:txBody>
      </p:sp>
      <p:sp>
        <p:nvSpPr>
          <p:cNvPr id="39" name="TextBox 38">
            <a:extLst>
              <a:ext uri="{FF2B5EF4-FFF2-40B4-BE49-F238E27FC236}">
                <a16:creationId xmlns:a16="http://schemas.microsoft.com/office/drawing/2014/main" id="{072B91D2-F42B-6A3F-FF1F-376FEEA64FB9}"/>
              </a:ext>
            </a:extLst>
          </p:cNvPr>
          <p:cNvSpPr txBox="1"/>
          <p:nvPr/>
        </p:nvSpPr>
        <p:spPr>
          <a:xfrm>
            <a:off x="81434" y="4645454"/>
            <a:ext cx="8523931" cy="369332"/>
          </a:xfrm>
          <a:prstGeom prst="rect">
            <a:avLst/>
          </a:prstGeom>
          <a:noFill/>
        </p:spPr>
        <p:txBody>
          <a:bodyPr wrap="square">
            <a:spAutoFit/>
          </a:bodyPr>
          <a:lstStyle/>
          <a:p>
            <a:r>
              <a:rPr lang="en-US" sz="1800" b="1" dirty="0">
                <a:solidFill>
                  <a:srgbClr val="1D7874"/>
                </a:solidFill>
                <a:latin typeface="Calibri" pitchFamily="34" charset="0"/>
                <a:ea typeface="Calibri" pitchFamily="34" charset="-122"/>
                <a:cs typeface="Calibri" pitchFamily="34" charset="-120"/>
              </a:rPr>
              <a:t>Sliding window (with overlap) — the overlap keeps the sentence whole somewhere:</a:t>
            </a:r>
            <a:endParaRPr lang="en-US" sz="1800" b="1" dirty="0"/>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3D2B204C-213B-E218-1469-899881D14B75}"/>
                  </a:ext>
                </a:extLst>
              </p14:cNvPr>
              <p14:cNvContentPartPr/>
              <p14:nvPr/>
            </p14:nvContentPartPr>
            <p14:xfrm>
              <a:off x="61560" y="1232640"/>
              <a:ext cx="8837280" cy="4247640"/>
            </p14:xfrm>
          </p:contentPart>
        </mc:Choice>
        <mc:Fallback>
          <p:pic>
            <p:nvPicPr>
              <p:cNvPr id="2" name="Ink 1">
                <a:extLst>
                  <a:ext uri="{FF2B5EF4-FFF2-40B4-BE49-F238E27FC236}">
                    <a16:creationId xmlns:a16="http://schemas.microsoft.com/office/drawing/2014/main" id="{3D2B204C-213B-E218-1469-899881D14B75}"/>
                  </a:ext>
                </a:extLst>
              </p:cNvPr>
              <p:cNvPicPr/>
              <p:nvPr/>
            </p:nvPicPr>
            <p:blipFill>
              <a:blip r:embed="rId4"/>
              <a:stretch>
                <a:fillRect/>
              </a:stretch>
            </p:blipFill>
            <p:spPr>
              <a:xfrm>
                <a:off x="52200" y="1223280"/>
                <a:ext cx="8856000" cy="4266360"/>
              </a:xfrm>
              <a:prstGeom prst="rect">
                <a:avLst/>
              </a:prstGeom>
            </p:spPr>
          </p:pic>
        </mc:Fallback>
      </mc:AlternateContent>
    </p:spTree>
    <p:extLst>
      <p:ext uri="{BB962C8B-B14F-4D97-AF65-F5344CB8AC3E}">
        <p14:creationId xmlns:p14="http://schemas.microsoft.com/office/powerpoint/2010/main" val="775236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52798" y="36013"/>
            <a:ext cx="8563290" cy="798808"/>
          </a:xfrm>
          <a:prstGeom prst="rect">
            <a:avLst/>
          </a:prstGeom>
        </p:spPr>
        <p:txBody>
          <a:bodyPr vert="horz" lIns="91440" tIns="45720" rIns="91440" bIns="45720" rtlCol="0" anchor="ctr">
            <a:noAutofit/>
          </a:bodyPr>
          <a:lstStyle/>
          <a:p>
            <a:pPr algn="l"/>
            <a:r>
              <a:rPr lang="en-US" sz="3600" dirty="0">
                <a:latin typeface="Cambria" panose="02040503050406030204" pitchFamily="18" charset="0"/>
                <a:ea typeface="Cambria" panose="02040503050406030204" pitchFamily="18" charset="0"/>
                <a:cs typeface="+mj-cs"/>
              </a:rPr>
              <a:t>What overlap costs: storage and duplicates</a:t>
            </a:r>
          </a:p>
        </p:txBody>
      </p:sp>
      <p:sp>
        <p:nvSpPr>
          <p:cNvPr id="5" name="Text 3"/>
          <p:cNvSpPr/>
          <p:nvPr/>
        </p:nvSpPr>
        <p:spPr>
          <a:xfrm>
            <a:off x="457200" y="1424178"/>
            <a:ext cx="8229600" cy="310896"/>
          </a:xfrm>
          <a:prstGeom prst="rect">
            <a:avLst/>
          </a:prstGeom>
          <a:noFill/>
          <a:ln/>
        </p:spPr>
        <p:txBody>
          <a:bodyPr wrap="square" lIns="0" tIns="0" rIns="0" bIns="0" rtlCol="0" anchor="ctr"/>
          <a:lstStyle/>
          <a:p>
            <a:r>
              <a:rPr lang="en-US" sz="2000" i="1" dirty="0">
                <a:solidFill>
                  <a:srgbClr val="595959"/>
                </a:solidFill>
                <a:latin typeface="Calibri" pitchFamily="34" charset="0"/>
                <a:ea typeface="Calibri" pitchFamily="34" charset="-122"/>
                <a:cs typeface="Calibri" pitchFamily="34" charset="-120"/>
              </a:rPr>
              <a:t>Overlapping chunks store the same text twice — and retrieval returns it twice.</a:t>
            </a:r>
            <a:endParaRPr lang="en-US" sz="2000" dirty="0"/>
          </a:p>
        </p:txBody>
      </p:sp>
      <p:sp>
        <p:nvSpPr>
          <p:cNvPr id="6" name="Shape 4"/>
          <p:cNvSpPr/>
          <p:nvPr/>
        </p:nvSpPr>
        <p:spPr>
          <a:xfrm>
            <a:off x="188049" y="1705244"/>
            <a:ext cx="3977640" cy="3667472"/>
          </a:xfrm>
          <a:prstGeom prst="roundRect">
            <a:avLst>
              <a:gd name="adj" fmla="val 1791"/>
            </a:avLst>
          </a:prstGeom>
          <a:solidFill>
            <a:srgbClr val="E9EFF7"/>
          </a:solidFill>
          <a:ln w="9525">
            <a:solidFill>
              <a:srgbClr val="1F3864"/>
            </a:solidFill>
            <a:prstDash val="solid"/>
          </a:ln>
        </p:spPr>
        <p:txBody>
          <a:bodyPr/>
          <a:lstStyle/>
          <a:p>
            <a:pPr>
              <a:spcAft>
                <a:spcPts val="900"/>
              </a:spcAft>
              <a:buSzPct val="100000"/>
            </a:pPr>
            <a:r>
              <a:rPr lang="en-US" sz="2000" b="1" dirty="0">
                <a:solidFill>
                  <a:srgbClr val="1F3864"/>
                </a:solidFill>
                <a:latin typeface="Calibri" pitchFamily="34" charset="0"/>
                <a:ea typeface="Calibri" pitchFamily="34" charset="-122"/>
                <a:cs typeface="Calibri" pitchFamily="34" charset="-120"/>
              </a:rPr>
              <a:t>Offline cost — double indexing</a:t>
            </a:r>
            <a:endParaRPr lang="en-US" sz="2000" dirty="0"/>
          </a:p>
          <a:p>
            <a:pPr marL="285750" indent="-285750">
              <a:spcAft>
                <a:spcPts val="900"/>
              </a:spcAft>
              <a:buSzPct val="100000"/>
              <a:buFont typeface="Arial" panose="020B0604020202020204" pitchFamily="34" charset="0"/>
              <a:buChar char="•"/>
            </a:pPr>
            <a:r>
              <a:rPr lang="en-US" sz="2000" dirty="0">
                <a:solidFill>
                  <a:srgbClr val="2B2B2B"/>
                </a:solidFill>
                <a:latin typeface="Calibri" pitchFamily="34" charset="0"/>
                <a:ea typeface="Calibri" pitchFamily="34" charset="-122"/>
                <a:cs typeface="Calibri" pitchFamily="34" charset="-120"/>
              </a:rPr>
              <a:t>A sentence in the overlap zone lives in two chunks</a:t>
            </a:r>
            <a:endParaRPr lang="en-US" sz="2000" dirty="0"/>
          </a:p>
          <a:p>
            <a:pPr marL="285750" indent="-285750">
              <a:spcAft>
                <a:spcPts val="900"/>
              </a:spcAft>
              <a:buSzPct val="100000"/>
              <a:buFont typeface="Arial" panose="020B0604020202020204" pitchFamily="34" charset="0"/>
              <a:buChar char="•"/>
            </a:pPr>
            <a:r>
              <a:rPr lang="en-US" sz="2000" dirty="0">
                <a:solidFill>
                  <a:srgbClr val="2B2B2B"/>
                </a:solidFill>
                <a:latin typeface="Calibri" pitchFamily="34" charset="0"/>
                <a:ea typeface="Calibri" pitchFamily="34" charset="-122"/>
                <a:cs typeface="Calibri" pitchFamily="34" charset="-120"/>
              </a:rPr>
              <a:t>It is stored, embedded, and indexed twice</a:t>
            </a:r>
            <a:endParaRPr lang="en-US" sz="2000" dirty="0"/>
          </a:p>
          <a:p>
            <a:pPr marL="285750" indent="-285750">
              <a:spcAft>
                <a:spcPts val="900"/>
              </a:spcAft>
              <a:buSzPct val="100000"/>
              <a:buFont typeface="Arial" panose="020B0604020202020204" pitchFamily="34" charset="0"/>
              <a:buChar char="•"/>
            </a:pPr>
            <a:r>
              <a:rPr lang="en-US" sz="2000" dirty="0">
                <a:solidFill>
                  <a:srgbClr val="2B2B2B"/>
                </a:solidFill>
                <a:latin typeface="Calibri" pitchFamily="34" charset="0"/>
                <a:ea typeface="Calibri" pitchFamily="34" charset="-122"/>
                <a:cs typeface="Calibri" pitchFamily="34" charset="-120"/>
              </a:rPr>
              <a:t>~20–25% more chunks for typical overlap ratios</a:t>
            </a:r>
            <a:endParaRPr lang="en-US" sz="2000" dirty="0"/>
          </a:p>
          <a:p>
            <a:pPr marL="285750" indent="-285750">
              <a:spcAft>
                <a:spcPts val="900"/>
              </a:spcAft>
              <a:buSzPct val="100000"/>
              <a:buFont typeface="Arial" panose="020B0604020202020204" pitchFamily="34" charset="0"/>
              <a:buChar char="•"/>
            </a:pPr>
            <a:r>
              <a:rPr lang="en-US" sz="2000" dirty="0">
                <a:solidFill>
                  <a:srgbClr val="2B2B2B"/>
                </a:solidFill>
                <a:latin typeface="Calibri" pitchFamily="34" charset="0"/>
                <a:ea typeface="Calibri" pitchFamily="34" charset="-122"/>
                <a:cs typeface="Calibri" pitchFamily="34" charset="-120"/>
              </a:rPr>
              <a:t>At millions of documents, that is real storage and compute</a:t>
            </a:r>
            <a:endParaRPr lang="en-US" sz="2000" dirty="0"/>
          </a:p>
        </p:txBody>
      </p:sp>
      <p:sp>
        <p:nvSpPr>
          <p:cNvPr id="7" name="Text 5"/>
          <p:cNvSpPr/>
          <p:nvPr/>
        </p:nvSpPr>
        <p:spPr>
          <a:xfrm>
            <a:off x="960120" y="1776653"/>
            <a:ext cx="3611880" cy="274320"/>
          </a:xfrm>
          <a:prstGeom prst="rect">
            <a:avLst/>
          </a:prstGeom>
          <a:noFill/>
          <a:ln/>
        </p:spPr>
        <p:txBody>
          <a:bodyPr wrap="square" lIns="0" tIns="0" rIns="0" bIns="0" rtlCol="0" anchor="ctr"/>
          <a:lstStyle/>
          <a:p>
            <a:endParaRPr lang="en-US" sz="1600" dirty="0"/>
          </a:p>
        </p:txBody>
      </p:sp>
      <p:sp>
        <p:nvSpPr>
          <p:cNvPr id="8" name="Text 6"/>
          <p:cNvSpPr/>
          <p:nvPr/>
        </p:nvSpPr>
        <p:spPr>
          <a:xfrm>
            <a:off x="658368" y="2548890"/>
            <a:ext cx="3611880" cy="2468880"/>
          </a:xfrm>
          <a:prstGeom prst="rect">
            <a:avLst/>
          </a:prstGeom>
          <a:noFill/>
          <a:ln/>
        </p:spPr>
        <p:txBody>
          <a:bodyPr wrap="square" rtlCol="0" anchor="t"/>
          <a:lstStyle/>
          <a:p>
            <a:pPr marL="342900" indent="-342900">
              <a:spcAft>
                <a:spcPts val="900"/>
              </a:spcAft>
              <a:buSzPct val="100000"/>
              <a:buChar char="♦"/>
            </a:pPr>
            <a:endParaRPr lang="en-US" sz="1600" dirty="0"/>
          </a:p>
        </p:txBody>
      </p:sp>
      <p:sp>
        <p:nvSpPr>
          <p:cNvPr id="9" name="Shape 7"/>
          <p:cNvSpPr/>
          <p:nvPr/>
        </p:nvSpPr>
        <p:spPr>
          <a:xfrm>
            <a:off x="4273030" y="1759955"/>
            <a:ext cx="4722545" cy="3667472"/>
          </a:xfrm>
          <a:prstGeom prst="roundRect">
            <a:avLst>
              <a:gd name="adj" fmla="val 1791"/>
            </a:avLst>
          </a:prstGeom>
          <a:solidFill>
            <a:srgbClr val="FBECEC"/>
          </a:solidFill>
          <a:ln w="9525">
            <a:solidFill>
              <a:srgbClr val="C00000"/>
            </a:solidFill>
            <a:prstDash val="solid"/>
          </a:ln>
        </p:spPr>
        <p:txBody>
          <a:bodyPr/>
          <a:lstStyle/>
          <a:p>
            <a:r>
              <a:rPr lang="en-US" sz="2000" b="1" dirty="0">
                <a:solidFill>
                  <a:srgbClr val="C00000"/>
                </a:solidFill>
                <a:latin typeface="Calibri" pitchFamily="34" charset="0"/>
                <a:ea typeface="Calibri" pitchFamily="34" charset="-122"/>
                <a:cs typeface="Calibri" pitchFamily="34" charset="-120"/>
              </a:rPr>
              <a:t>Online bug — duplicate hits</a:t>
            </a:r>
          </a:p>
          <a:p>
            <a:r>
              <a:rPr lang="en-US" sz="2000" dirty="0">
                <a:solidFill>
                  <a:srgbClr val="2B2B2B"/>
                </a:solidFill>
                <a:latin typeface="Calibri" pitchFamily="34" charset="0"/>
                <a:ea typeface="Calibri" pitchFamily="34" charset="-122"/>
                <a:cs typeface="Calibri" pitchFamily="34" charset="-120"/>
              </a:rPr>
              <a:t>A query matching the overlapped sentence scores both chunks highly:</a:t>
            </a:r>
          </a:p>
          <a:p>
            <a:r>
              <a:rPr lang="en-US" sz="2000" b="1" dirty="0">
                <a:solidFill>
                  <a:srgbClr val="2B2B2B"/>
                </a:solidFill>
                <a:latin typeface="Calibri" pitchFamily="34" charset="0"/>
                <a:ea typeface="Calibri" pitchFamily="34" charset="-122"/>
                <a:cs typeface="Calibri" pitchFamily="34" charset="-120"/>
              </a:rPr>
              <a:t>1    Chunk B · 0.89  —  </a:t>
            </a:r>
            <a:r>
              <a:rPr lang="en-US" sz="2000" i="1" dirty="0">
                <a:solidFill>
                  <a:srgbClr val="595959"/>
                </a:solidFill>
                <a:latin typeface="Calibri" pitchFamily="34" charset="0"/>
                <a:ea typeface="Calibri" pitchFamily="34" charset="-122"/>
                <a:cs typeface="Calibri" pitchFamily="34" charset="-120"/>
              </a:rPr>
              <a:t>contains the sentence</a:t>
            </a:r>
          </a:p>
          <a:p>
            <a:pPr marL="342900" indent="-342900">
              <a:buAutoNum type="arabicPlain" startAt="2"/>
            </a:pPr>
            <a:r>
              <a:rPr lang="en-US" sz="2000" b="1" dirty="0">
                <a:solidFill>
                  <a:srgbClr val="2B2B2B"/>
                </a:solidFill>
                <a:latin typeface="Calibri" pitchFamily="34" charset="0"/>
                <a:ea typeface="Calibri" pitchFamily="34" charset="-122"/>
                <a:cs typeface="Calibri" pitchFamily="34" charset="-120"/>
              </a:rPr>
              <a:t>Chunk A · 0.87  —  </a:t>
            </a:r>
            <a:r>
              <a:rPr lang="en-US" sz="2000" i="1" dirty="0">
                <a:solidFill>
                  <a:srgbClr val="595959"/>
                </a:solidFill>
                <a:latin typeface="Calibri" pitchFamily="34" charset="0"/>
                <a:ea typeface="Calibri" pitchFamily="34" charset="-122"/>
                <a:cs typeface="Calibri" pitchFamily="34" charset="-120"/>
              </a:rPr>
              <a:t>contains the same sentence</a:t>
            </a:r>
          </a:p>
          <a:p>
            <a:pPr marL="342900" indent="-342900">
              <a:buFontTx/>
              <a:buAutoNum type="arabicPlain" startAt="2"/>
            </a:pPr>
            <a:r>
              <a:rPr lang="en-US" sz="2000" b="1" dirty="0">
                <a:solidFill>
                  <a:srgbClr val="2B2B2B"/>
                </a:solidFill>
                <a:latin typeface="Calibri" pitchFamily="34" charset="0"/>
                <a:ea typeface="Calibri" pitchFamily="34" charset="-122"/>
                <a:cs typeface="Calibri" pitchFamily="34" charset="-120"/>
              </a:rPr>
              <a:t>Chunk F · 0.72  —  </a:t>
            </a:r>
            <a:r>
              <a:rPr lang="en-US" sz="2000" i="1" dirty="0">
                <a:solidFill>
                  <a:srgbClr val="595959"/>
                </a:solidFill>
                <a:latin typeface="Calibri" pitchFamily="34" charset="0"/>
                <a:ea typeface="Calibri" pitchFamily="34" charset="-122"/>
                <a:cs typeface="Calibri" pitchFamily="34" charset="-120"/>
              </a:rPr>
              <a:t>genuinely new content</a:t>
            </a:r>
          </a:p>
          <a:p>
            <a:r>
              <a:rPr lang="en-US" sz="2000" i="1" dirty="0">
                <a:solidFill>
                  <a:srgbClr val="C00000"/>
                </a:solidFill>
                <a:latin typeface="Calibri" pitchFamily="34" charset="0"/>
                <a:ea typeface="Calibri" pitchFamily="34" charset="-122"/>
                <a:cs typeface="Calibri" pitchFamily="34" charset="-120"/>
              </a:rPr>
              <a:t>Ranks 1–2 are the same fact → 40% of the context budget wasted on redundancy.</a:t>
            </a:r>
            <a:endParaRPr lang="en-US" sz="2000" dirty="0"/>
          </a:p>
          <a:p>
            <a:pPr marL="342900" indent="-342900">
              <a:buFontTx/>
              <a:buAutoNum type="arabicPlain" startAt="2"/>
            </a:pPr>
            <a:endParaRPr lang="en-US" sz="2000" dirty="0"/>
          </a:p>
          <a:p>
            <a:pPr marL="342900" indent="-342900">
              <a:buAutoNum type="arabicPlain" startAt="2"/>
            </a:pPr>
            <a:endParaRPr lang="en-US" sz="2000" dirty="0"/>
          </a:p>
          <a:p>
            <a:endParaRPr lang="en-US" sz="2000" dirty="0"/>
          </a:p>
          <a:p>
            <a:endParaRPr lang="en-US" sz="2000" dirty="0"/>
          </a:p>
        </p:txBody>
      </p:sp>
      <p:sp>
        <p:nvSpPr>
          <p:cNvPr id="15" name="Text 13"/>
          <p:cNvSpPr/>
          <p:nvPr/>
        </p:nvSpPr>
        <p:spPr>
          <a:xfrm>
            <a:off x="4905756" y="4074126"/>
            <a:ext cx="3364992" cy="329184"/>
          </a:xfrm>
          <a:prstGeom prst="rect">
            <a:avLst/>
          </a:prstGeom>
          <a:noFill/>
          <a:ln/>
        </p:spPr>
        <p:txBody>
          <a:bodyPr wrap="square" lIns="0" tIns="0" rIns="0" bIns="0" rtlCol="0" anchor="ctr"/>
          <a:lstStyle/>
          <a:p>
            <a:endParaRPr lang="en-US" sz="1600" dirty="0"/>
          </a:p>
        </p:txBody>
      </p:sp>
      <p:sp>
        <p:nvSpPr>
          <p:cNvPr id="17" name="Text 15"/>
          <p:cNvSpPr/>
          <p:nvPr/>
        </p:nvSpPr>
        <p:spPr>
          <a:xfrm>
            <a:off x="4951807" y="4743648"/>
            <a:ext cx="3364992" cy="590683"/>
          </a:xfrm>
          <a:prstGeom prst="rect">
            <a:avLst/>
          </a:prstGeom>
          <a:noFill/>
          <a:ln/>
        </p:spPr>
        <p:txBody>
          <a:bodyPr wrap="square" lIns="0" tIns="0" rIns="0" bIns="0" rtlCol="0" anchor="ctr"/>
          <a:lstStyle/>
          <a:p>
            <a:endParaRPr lang="en-US" sz="1600" dirty="0"/>
          </a:p>
        </p:txBody>
      </p:sp>
      <p:sp>
        <p:nvSpPr>
          <p:cNvPr id="22" name="TextBox 21">
            <a:extLst>
              <a:ext uri="{FF2B5EF4-FFF2-40B4-BE49-F238E27FC236}">
                <a16:creationId xmlns:a16="http://schemas.microsoft.com/office/drawing/2014/main" id="{156924D3-FC1E-9F89-8E69-C91CF44F6C9A}"/>
              </a:ext>
            </a:extLst>
          </p:cNvPr>
          <p:cNvSpPr txBox="1"/>
          <p:nvPr/>
        </p:nvSpPr>
        <p:spPr>
          <a:xfrm>
            <a:off x="76200" y="5701818"/>
            <a:ext cx="9220862" cy="1015663"/>
          </a:xfrm>
          <a:prstGeom prst="rect">
            <a:avLst/>
          </a:prstGeom>
          <a:noFill/>
        </p:spPr>
        <p:txBody>
          <a:bodyPr wrap="square">
            <a:spAutoFit/>
          </a:bodyPr>
          <a:lstStyle/>
          <a:p>
            <a:r>
              <a:rPr lang="en-US" sz="2000" b="1" dirty="0">
                <a:solidFill>
                  <a:srgbClr val="1D7874"/>
                </a:solidFill>
                <a:latin typeface="Calibri" pitchFamily="34" charset="0"/>
                <a:ea typeface="Calibri" pitchFamily="34" charset="-122"/>
                <a:cs typeface="Calibri" pitchFamily="34" charset="-120"/>
              </a:rPr>
              <a:t>Fix — </a:t>
            </a:r>
            <a:r>
              <a:rPr lang="en-US" sz="2000" b="1" dirty="0" err="1">
                <a:solidFill>
                  <a:srgbClr val="1D7874"/>
                </a:solidFill>
                <a:latin typeface="Calibri" pitchFamily="34" charset="0"/>
                <a:ea typeface="Calibri" pitchFamily="34" charset="-122"/>
                <a:cs typeface="Calibri" pitchFamily="34" charset="-120"/>
              </a:rPr>
              <a:t>dedup</a:t>
            </a:r>
            <a:r>
              <a:rPr lang="en-US" sz="2000" b="1" dirty="0">
                <a:solidFill>
                  <a:srgbClr val="1D7874"/>
                </a:solidFill>
                <a:latin typeface="Calibri" pitchFamily="34" charset="0"/>
                <a:ea typeface="Calibri" pitchFamily="34" charset="-122"/>
                <a:cs typeface="Calibri" pitchFamily="34" charset="-120"/>
              </a:rPr>
              <a:t> at retrieval time:  </a:t>
            </a:r>
            <a:r>
              <a:rPr lang="en-US" sz="2000" dirty="0">
                <a:solidFill>
                  <a:srgbClr val="2B2B2B"/>
                </a:solidFill>
                <a:latin typeface="Calibri" pitchFamily="34" charset="0"/>
                <a:ea typeface="Calibri" pitchFamily="34" charset="-122"/>
                <a:cs typeface="Calibri" pitchFamily="34" charset="-120"/>
              </a:rPr>
              <a:t>over-retrieve (top-20), drop chunks of same </a:t>
            </a:r>
            <a:r>
              <a:rPr lang="en-US" sz="2000" dirty="0" err="1">
                <a:solidFill>
                  <a:srgbClr val="2B2B2B"/>
                </a:solidFill>
                <a:latin typeface="Calibri" pitchFamily="34" charset="0"/>
                <a:ea typeface="Calibri" pitchFamily="34" charset="-122"/>
                <a:cs typeface="Calibri" pitchFamily="34" charset="-120"/>
              </a:rPr>
              <a:t>doc_id</a:t>
            </a:r>
            <a:r>
              <a:rPr lang="en-US" sz="2000" dirty="0">
                <a:solidFill>
                  <a:srgbClr val="2B2B2B"/>
                </a:solidFill>
                <a:latin typeface="Calibri" pitchFamily="34" charset="0"/>
                <a:ea typeface="Calibri" pitchFamily="34" charset="-122"/>
                <a:cs typeface="Calibri" pitchFamily="34" charset="-120"/>
              </a:rPr>
              <a:t>, and large overlap ratio — or whose content hash matches — then keep the top-5 unique.</a:t>
            </a:r>
            <a:endParaRPr lang="en-US" sz="2000" dirty="0"/>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C07BA86-0C3B-173C-438D-A1499FD40A8D}"/>
                  </a:ext>
                </a:extLst>
              </p14:cNvPr>
              <p14:cNvContentPartPr/>
              <p14:nvPr/>
            </p14:nvContentPartPr>
            <p14:xfrm>
              <a:off x="388080" y="1884240"/>
              <a:ext cx="8468640" cy="4485960"/>
            </p14:xfrm>
          </p:contentPart>
        </mc:Choice>
        <mc:Fallback>
          <p:pic>
            <p:nvPicPr>
              <p:cNvPr id="2" name="Ink 1">
                <a:extLst>
                  <a:ext uri="{FF2B5EF4-FFF2-40B4-BE49-F238E27FC236}">
                    <a16:creationId xmlns:a16="http://schemas.microsoft.com/office/drawing/2014/main" id="{4C07BA86-0C3B-173C-438D-A1499FD40A8D}"/>
                  </a:ext>
                </a:extLst>
              </p:cNvPr>
              <p:cNvPicPr/>
              <p:nvPr/>
            </p:nvPicPr>
            <p:blipFill>
              <a:blip r:embed="rId4"/>
              <a:stretch>
                <a:fillRect/>
              </a:stretch>
            </p:blipFill>
            <p:spPr>
              <a:xfrm>
                <a:off x="378720" y="1874880"/>
                <a:ext cx="8487360" cy="4504680"/>
              </a:xfrm>
              <a:prstGeom prst="rect">
                <a:avLst/>
              </a:prstGeom>
            </p:spPr>
          </p:pic>
        </mc:Fallback>
      </mc:AlternateContent>
    </p:spTree>
    <p:extLst>
      <p:ext uri="{BB962C8B-B14F-4D97-AF65-F5344CB8AC3E}">
        <p14:creationId xmlns:p14="http://schemas.microsoft.com/office/powerpoint/2010/main" val="365048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work/bits_master_img.jpg"/>
          <p:cNvPicPr>
            <a:picLocks noChangeAspect="1"/>
          </p:cNvPicPr>
          <p:nvPr/>
        </p:nvPicPr>
        <p:blipFill>
          <a:blip r:embed="rId3"/>
          <a:stretch>
            <a:fillRect/>
          </a:stretch>
        </p:blipFill>
        <p:spPr>
          <a:xfrm>
            <a:off x="7818120" y="902970"/>
            <a:ext cx="1280160" cy="502920"/>
          </a:xfrm>
          <a:prstGeom prst="rect">
            <a:avLst/>
          </a:prstGeom>
        </p:spPr>
      </p:pic>
      <p:sp>
        <p:nvSpPr>
          <p:cNvPr id="3" name="Text 0"/>
          <p:cNvSpPr/>
          <p:nvPr/>
        </p:nvSpPr>
        <p:spPr>
          <a:xfrm>
            <a:off x="304800" y="400050"/>
            <a:ext cx="7315200" cy="594360"/>
          </a:xfrm>
          <a:prstGeom prst="rect">
            <a:avLst/>
          </a:prstGeom>
        </p:spPr>
        <p:txBody>
          <a:bodyPr vert="horz" lIns="91440" tIns="45720" rIns="91440" bIns="45720" rtlCol="0" anchor="ctr">
            <a:normAutofit lnSpcReduction="10000"/>
          </a:bodyPr>
          <a:lstStyle/>
          <a:p>
            <a:pPr algn="l"/>
            <a:r>
              <a:rPr lang="en-US" sz="3600" dirty="0">
                <a:latin typeface="Cambria" panose="02040503050406030204" pitchFamily="18" charset="0"/>
                <a:ea typeface="Cambria" panose="02040503050406030204" pitchFamily="18" charset="0"/>
                <a:cs typeface="+mj-cs"/>
              </a:rPr>
              <a:t>Structure-aware </a:t>
            </a:r>
            <a:r>
              <a:rPr lang="en-US" sz="3600" dirty="0">
                <a:latin typeface="Cambria" panose="02040503050406030204" pitchFamily="18" charset="0"/>
                <a:ea typeface="Cambria" panose="02040503050406030204" pitchFamily="18" charset="0"/>
              </a:rPr>
              <a:t>Chunking</a:t>
            </a:r>
            <a:endParaRPr lang="en-US" sz="3600" dirty="0">
              <a:latin typeface="Cambria" panose="02040503050406030204" pitchFamily="18" charset="0"/>
              <a:ea typeface="Cambria" panose="02040503050406030204" pitchFamily="18" charset="0"/>
              <a:cs typeface="+mj-cs"/>
            </a:endParaRPr>
          </a:p>
        </p:txBody>
      </p:sp>
      <p:sp>
        <p:nvSpPr>
          <p:cNvPr id="5" name="Text 1"/>
          <p:cNvSpPr/>
          <p:nvPr/>
        </p:nvSpPr>
        <p:spPr>
          <a:xfrm>
            <a:off x="411480" y="1543050"/>
            <a:ext cx="8427720" cy="502920"/>
          </a:xfrm>
          <a:prstGeom prst="rect">
            <a:avLst/>
          </a:prstGeom>
          <a:noFill/>
          <a:ln/>
        </p:spPr>
        <p:txBody>
          <a:bodyPr wrap="square" lIns="0" tIns="0" rIns="0" bIns="0" rtlCol="0" anchor="ctr"/>
          <a:lstStyle/>
          <a:p>
            <a:r>
              <a:rPr lang="en-US" sz="2000" i="1" dirty="0">
                <a:solidFill>
                  <a:srgbClr val="222222"/>
                </a:solidFill>
                <a:latin typeface="Calibri" pitchFamily="34" charset="0"/>
                <a:ea typeface="Calibri" pitchFamily="34" charset="-122"/>
                <a:cs typeface="Calibri" pitchFamily="34" charset="-120"/>
              </a:rPr>
              <a:t>Use the document's own structure — headings, sections, code blocks, table rows.</a:t>
            </a:r>
            <a:endParaRPr lang="en-US" sz="2000" dirty="0"/>
          </a:p>
        </p:txBody>
      </p:sp>
      <p:sp>
        <p:nvSpPr>
          <p:cNvPr id="6" name="Shape 2"/>
          <p:cNvSpPr/>
          <p:nvPr/>
        </p:nvSpPr>
        <p:spPr>
          <a:xfrm>
            <a:off x="457200" y="2457450"/>
            <a:ext cx="2697480" cy="2743200"/>
          </a:xfrm>
          <a:prstGeom prst="roundRect">
            <a:avLst>
              <a:gd name="adj" fmla="val 2712"/>
            </a:avLst>
          </a:prstGeom>
          <a:solidFill>
            <a:srgbClr val="FFFFFF"/>
          </a:solidFill>
          <a:ln w="12700">
            <a:solidFill>
              <a:srgbClr val="1F3864"/>
            </a:solidFill>
            <a:prstDash val="solid"/>
          </a:ln>
        </p:spPr>
        <p:txBody>
          <a:bodyPr/>
          <a:lstStyle/>
          <a:p>
            <a:endParaRPr lang="en-IN" sz="2000"/>
          </a:p>
        </p:txBody>
      </p:sp>
      <p:sp>
        <p:nvSpPr>
          <p:cNvPr id="7" name="Shape 3"/>
          <p:cNvSpPr/>
          <p:nvPr/>
        </p:nvSpPr>
        <p:spPr>
          <a:xfrm>
            <a:off x="457200" y="2457450"/>
            <a:ext cx="2697480" cy="411480"/>
          </a:xfrm>
          <a:prstGeom prst="rect">
            <a:avLst/>
          </a:prstGeom>
          <a:solidFill>
            <a:srgbClr val="1F3864"/>
          </a:solidFill>
          <a:ln w="12700">
            <a:solidFill>
              <a:srgbClr val="1F3864"/>
            </a:solidFill>
            <a:prstDash val="solid"/>
          </a:ln>
        </p:spPr>
        <p:txBody>
          <a:bodyPr/>
          <a:lstStyle/>
          <a:p>
            <a:endParaRPr lang="en-IN" sz="2000"/>
          </a:p>
        </p:txBody>
      </p:sp>
      <p:sp>
        <p:nvSpPr>
          <p:cNvPr id="8" name="Text 4"/>
          <p:cNvSpPr/>
          <p:nvPr/>
        </p:nvSpPr>
        <p:spPr>
          <a:xfrm>
            <a:off x="457200" y="2457450"/>
            <a:ext cx="2697480" cy="411480"/>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Markdown / HTML</a:t>
            </a:r>
            <a:endParaRPr lang="en-US" sz="2000" dirty="0"/>
          </a:p>
        </p:txBody>
      </p:sp>
      <p:sp>
        <p:nvSpPr>
          <p:cNvPr id="9" name="Text 5"/>
          <p:cNvSpPr/>
          <p:nvPr/>
        </p:nvSpPr>
        <p:spPr>
          <a:xfrm>
            <a:off x="502920" y="3006090"/>
            <a:ext cx="2560320" cy="2103120"/>
          </a:xfrm>
          <a:prstGeom prst="rect">
            <a:avLst/>
          </a:prstGeom>
          <a:noFill/>
          <a:ln/>
        </p:spPr>
        <p:txBody>
          <a:bodyPr wrap="square" lIns="0" tIns="0" rIns="0" bIns="0" rtlCol="0" anchor="t"/>
          <a:lstStyle/>
          <a:p>
            <a:pPr marL="342900" indent="-342900">
              <a:spcAft>
                <a:spcPts val="400"/>
              </a:spcAft>
              <a:buSzPct val="100000"/>
              <a:buChar char="◆"/>
            </a:pPr>
            <a:r>
              <a:rPr lang="en-US" sz="2000" dirty="0">
                <a:solidFill>
                  <a:srgbClr val="222222"/>
                </a:solidFill>
                <a:latin typeface="Calibri" pitchFamily="34" charset="0"/>
                <a:ea typeface="Calibri" pitchFamily="34" charset="-122"/>
                <a:cs typeface="Calibri" pitchFamily="34" charset="-120"/>
              </a:rPr>
              <a:t>Split on # / ## headings.</a:t>
            </a:r>
            <a:endParaRPr lang="en-US" sz="2000" dirty="0"/>
          </a:p>
          <a:p>
            <a:pPr marL="342900" indent="-342900">
              <a:spcAft>
                <a:spcPts val="400"/>
              </a:spcAft>
              <a:buSzPct val="100000"/>
              <a:buChar char="◆"/>
            </a:pPr>
            <a:r>
              <a:rPr lang="en-US" sz="2000" dirty="0">
                <a:solidFill>
                  <a:srgbClr val="222222"/>
                </a:solidFill>
                <a:latin typeface="Calibri" pitchFamily="34" charset="0"/>
                <a:ea typeface="Calibri" pitchFamily="34" charset="-122"/>
                <a:cs typeface="Calibri" pitchFamily="34" charset="-120"/>
              </a:rPr>
              <a:t>Keep the heading trail (text after #/##)  as chunk metadata.</a:t>
            </a:r>
            <a:endParaRPr lang="en-US" sz="2000" dirty="0"/>
          </a:p>
          <a:p>
            <a:pPr marL="342900" indent="-342900">
              <a:spcAft>
                <a:spcPts val="400"/>
              </a:spcAft>
              <a:buSzPct val="100000"/>
              <a:buChar char="◆"/>
            </a:pPr>
            <a:r>
              <a:rPr lang="en-US" sz="2000" dirty="0">
                <a:solidFill>
                  <a:srgbClr val="222222"/>
                </a:solidFill>
                <a:latin typeface="Calibri" pitchFamily="34" charset="0"/>
                <a:ea typeface="Calibri" pitchFamily="34" charset="-122"/>
                <a:cs typeface="Calibri" pitchFamily="34" charset="-120"/>
              </a:rPr>
              <a:t>Never split inside a code fence.</a:t>
            </a:r>
            <a:endParaRPr lang="en-US" sz="2000" dirty="0"/>
          </a:p>
        </p:txBody>
      </p:sp>
      <p:sp>
        <p:nvSpPr>
          <p:cNvPr id="10" name="Shape 6"/>
          <p:cNvSpPr/>
          <p:nvPr/>
        </p:nvSpPr>
        <p:spPr>
          <a:xfrm>
            <a:off x="3246120" y="2457450"/>
            <a:ext cx="2697480" cy="2743200"/>
          </a:xfrm>
          <a:prstGeom prst="roundRect">
            <a:avLst>
              <a:gd name="adj" fmla="val 2712"/>
            </a:avLst>
          </a:prstGeom>
          <a:solidFill>
            <a:srgbClr val="FFFFFF"/>
          </a:solidFill>
          <a:ln w="12700">
            <a:solidFill>
              <a:srgbClr val="A6151C"/>
            </a:solidFill>
            <a:prstDash val="solid"/>
          </a:ln>
        </p:spPr>
        <p:txBody>
          <a:bodyPr/>
          <a:lstStyle/>
          <a:p>
            <a:endParaRPr lang="en-IN" sz="2000"/>
          </a:p>
        </p:txBody>
      </p:sp>
      <p:sp>
        <p:nvSpPr>
          <p:cNvPr id="11" name="Shape 7"/>
          <p:cNvSpPr/>
          <p:nvPr/>
        </p:nvSpPr>
        <p:spPr>
          <a:xfrm>
            <a:off x="3246120" y="2457450"/>
            <a:ext cx="2697480" cy="411480"/>
          </a:xfrm>
          <a:prstGeom prst="rect">
            <a:avLst/>
          </a:prstGeom>
          <a:solidFill>
            <a:srgbClr val="A6151C"/>
          </a:solidFill>
          <a:ln w="12700">
            <a:solidFill>
              <a:srgbClr val="A6151C"/>
            </a:solidFill>
            <a:prstDash val="solid"/>
          </a:ln>
        </p:spPr>
        <p:txBody>
          <a:bodyPr/>
          <a:lstStyle/>
          <a:p>
            <a:endParaRPr lang="en-IN" sz="2000"/>
          </a:p>
        </p:txBody>
      </p:sp>
      <p:sp>
        <p:nvSpPr>
          <p:cNvPr id="12" name="Text 8"/>
          <p:cNvSpPr/>
          <p:nvPr/>
        </p:nvSpPr>
        <p:spPr>
          <a:xfrm>
            <a:off x="3246120" y="2457450"/>
            <a:ext cx="2697480" cy="411480"/>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Source code</a:t>
            </a:r>
            <a:endParaRPr lang="en-US" sz="2000" dirty="0"/>
          </a:p>
        </p:txBody>
      </p:sp>
      <p:sp>
        <p:nvSpPr>
          <p:cNvPr id="13" name="Text 9"/>
          <p:cNvSpPr/>
          <p:nvPr/>
        </p:nvSpPr>
        <p:spPr>
          <a:xfrm>
            <a:off x="3429000" y="3006090"/>
            <a:ext cx="2423160" cy="2103120"/>
          </a:xfrm>
          <a:prstGeom prst="rect">
            <a:avLst/>
          </a:prstGeom>
          <a:noFill/>
          <a:ln/>
        </p:spPr>
        <p:txBody>
          <a:bodyPr wrap="square" lIns="0" tIns="0" rIns="0" bIns="0" rtlCol="0" anchor="t"/>
          <a:lstStyle/>
          <a:p>
            <a:pPr marL="342900" indent="-342900">
              <a:spcAft>
                <a:spcPts val="400"/>
              </a:spcAft>
              <a:buSzPct val="100000"/>
              <a:buChar char="◆"/>
            </a:pPr>
            <a:r>
              <a:rPr lang="en-US" sz="2000" dirty="0">
                <a:solidFill>
                  <a:srgbClr val="222222"/>
                </a:solidFill>
                <a:latin typeface="Calibri" pitchFamily="34" charset="0"/>
                <a:ea typeface="Calibri" pitchFamily="34" charset="-122"/>
                <a:cs typeface="Calibri" pitchFamily="34" charset="-120"/>
              </a:rPr>
              <a:t>Split by function or class.</a:t>
            </a:r>
            <a:endParaRPr lang="en-US" sz="2000" dirty="0"/>
          </a:p>
          <a:p>
            <a:pPr marL="342900" indent="-342900">
              <a:spcAft>
                <a:spcPts val="400"/>
              </a:spcAft>
              <a:buSzPct val="100000"/>
              <a:buChar char="◆"/>
            </a:pPr>
            <a:r>
              <a:rPr lang="en-US" sz="2000" dirty="0">
                <a:solidFill>
                  <a:srgbClr val="222222"/>
                </a:solidFill>
                <a:latin typeface="Calibri" pitchFamily="34" charset="0"/>
                <a:ea typeface="Calibri" pitchFamily="34" charset="-122"/>
                <a:cs typeface="Calibri" pitchFamily="34" charset="-120"/>
              </a:rPr>
              <a:t>Keep imports as chunk header.</a:t>
            </a:r>
            <a:endParaRPr lang="en-US" sz="2000" dirty="0"/>
          </a:p>
          <a:p>
            <a:pPr marL="342900" indent="-342900">
              <a:spcAft>
                <a:spcPts val="400"/>
              </a:spcAft>
              <a:buSzPct val="100000"/>
              <a:buChar char="◆"/>
            </a:pPr>
            <a:r>
              <a:rPr lang="en-US" sz="2000" dirty="0">
                <a:solidFill>
                  <a:srgbClr val="222222"/>
                </a:solidFill>
                <a:latin typeface="Calibri" pitchFamily="34" charset="0"/>
                <a:ea typeface="Calibri" pitchFamily="34" charset="-122"/>
                <a:cs typeface="Calibri" pitchFamily="34" charset="-120"/>
              </a:rPr>
              <a:t>Language-aware tokenization.</a:t>
            </a:r>
            <a:endParaRPr lang="en-US" sz="2000" dirty="0"/>
          </a:p>
        </p:txBody>
      </p:sp>
      <p:sp>
        <p:nvSpPr>
          <p:cNvPr id="14" name="Shape 10"/>
          <p:cNvSpPr/>
          <p:nvPr/>
        </p:nvSpPr>
        <p:spPr>
          <a:xfrm>
            <a:off x="6035040" y="2457450"/>
            <a:ext cx="2697480" cy="2743200"/>
          </a:xfrm>
          <a:prstGeom prst="roundRect">
            <a:avLst>
              <a:gd name="adj" fmla="val 2712"/>
            </a:avLst>
          </a:prstGeom>
          <a:solidFill>
            <a:srgbClr val="FFFFFF"/>
          </a:solidFill>
          <a:ln w="12700">
            <a:solidFill>
              <a:srgbClr val="2E7A6E"/>
            </a:solidFill>
            <a:prstDash val="solid"/>
          </a:ln>
        </p:spPr>
        <p:txBody>
          <a:bodyPr/>
          <a:lstStyle/>
          <a:p>
            <a:endParaRPr lang="en-IN" sz="2000"/>
          </a:p>
        </p:txBody>
      </p:sp>
      <p:sp>
        <p:nvSpPr>
          <p:cNvPr id="15" name="Shape 11"/>
          <p:cNvSpPr/>
          <p:nvPr/>
        </p:nvSpPr>
        <p:spPr>
          <a:xfrm>
            <a:off x="6035040" y="2457450"/>
            <a:ext cx="2697480" cy="411480"/>
          </a:xfrm>
          <a:prstGeom prst="rect">
            <a:avLst/>
          </a:prstGeom>
          <a:solidFill>
            <a:srgbClr val="2E7A6E"/>
          </a:solidFill>
          <a:ln w="12700">
            <a:solidFill>
              <a:srgbClr val="2E7A6E"/>
            </a:solidFill>
            <a:prstDash val="solid"/>
          </a:ln>
        </p:spPr>
        <p:txBody>
          <a:bodyPr/>
          <a:lstStyle/>
          <a:p>
            <a:endParaRPr lang="en-IN" sz="2000"/>
          </a:p>
        </p:txBody>
      </p:sp>
      <p:sp>
        <p:nvSpPr>
          <p:cNvPr id="16" name="Text 12"/>
          <p:cNvSpPr/>
          <p:nvPr/>
        </p:nvSpPr>
        <p:spPr>
          <a:xfrm>
            <a:off x="6035040" y="2457450"/>
            <a:ext cx="2697480" cy="411480"/>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Tables &amp; forms</a:t>
            </a:r>
            <a:endParaRPr lang="en-US" sz="2000" dirty="0"/>
          </a:p>
        </p:txBody>
      </p:sp>
      <p:sp>
        <p:nvSpPr>
          <p:cNvPr id="17" name="Text 13"/>
          <p:cNvSpPr/>
          <p:nvPr/>
        </p:nvSpPr>
        <p:spPr>
          <a:xfrm>
            <a:off x="6217920" y="3006090"/>
            <a:ext cx="2423160" cy="2103120"/>
          </a:xfrm>
          <a:prstGeom prst="rect">
            <a:avLst/>
          </a:prstGeom>
          <a:noFill/>
          <a:ln/>
        </p:spPr>
        <p:txBody>
          <a:bodyPr wrap="square" lIns="0" tIns="0" rIns="0" bIns="0" rtlCol="0" anchor="t"/>
          <a:lstStyle/>
          <a:p>
            <a:pPr marL="342900" indent="-342900">
              <a:spcAft>
                <a:spcPts val="400"/>
              </a:spcAft>
              <a:buSzPct val="100000"/>
              <a:buChar char="◆"/>
            </a:pPr>
            <a:r>
              <a:rPr lang="en-US" sz="2000" dirty="0">
                <a:solidFill>
                  <a:srgbClr val="222222"/>
                </a:solidFill>
                <a:latin typeface="Calibri" pitchFamily="34" charset="0"/>
                <a:ea typeface="Calibri" pitchFamily="34" charset="-122"/>
                <a:cs typeface="Calibri" pitchFamily="34" charset="-120"/>
              </a:rPr>
              <a:t>Row-level chunks with column headers repeated.</a:t>
            </a:r>
            <a:endParaRPr lang="en-US" sz="2000" dirty="0"/>
          </a:p>
          <a:p>
            <a:pPr marL="342900" indent="-342900">
              <a:spcAft>
                <a:spcPts val="400"/>
              </a:spcAft>
              <a:buSzPct val="100000"/>
              <a:buChar char="◆"/>
            </a:pPr>
            <a:r>
              <a:rPr lang="en-US" sz="2000" dirty="0">
                <a:solidFill>
                  <a:srgbClr val="222222"/>
                </a:solidFill>
                <a:latin typeface="Calibri" pitchFamily="34" charset="0"/>
                <a:ea typeface="Calibri" pitchFamily="34" charset="-122"/>
                <a:cs typeface="Calibri" pitchFamily="34" charset="-120"/>
              </a:rPr>
              <a:t>Table caption included in every chunk.</a:t>
            </a:r>
            <a:endParaRPr lang="en-US" sz="2000" dirty="0"/>
          </a:p>
        </p:txBody>
      </p:sp>
      <p:sp>
        <p:nvSpPr>
          <p:cNvPr id="18" name="Text 14"/>
          <p:cNvSpPr/>
          <p:nvPr/>
        </p:nvSpPr>
        <p:spPr>
          <a:xfrm>
            <a:off x="457200" y="5383530"/>
            <a:ext cx="8229600" cy="788670"/>
          </a:xfrm>
          <a:prstGeom prst="rect">
            <a:avLst/>
          </a:prstGeom>
          <a:noFill/>
          <a:ln/>
        </p:spPr>
        <p:txBody>
          <a:bodyPr wrap="square" lIns="0" tIns="0" rIns="0" bIns="0" rtlCol="0" anchor="ctr"/>
          <a:lstStyle/>
          <a:p>
            <a:pPr algn="ctr"/>
            <a:r>
              <a:rPr lang="en-US" sz="2000" b="1" dirty="0">
                <a:solidFill>
                  <a:srgbClr val="1F3864"/>
                </a:solidFill>
                <a:latin typeface="Calibri" pitchFamily="34" charset="0"/>
                <a:ea typeface="Calibri" pitchFamily="34" charset="-122"/>
                <a:cs typeface="Calibri" pitchFamily="34" charset="-120"/>
              </a:rPr>
              <a:t>Key idea: </a:t>
            </a:r>
            <a:r>
              <a:rPr lang="en-US" sz="2000" i="1" dirty="0">
                <a:solidFill>
                  <a:srgbClr val="222222"/>
                </a:solidFill>
                <a:latin typeface="Calibri" pitchFamily="34" charset="0"/>
                <a:ea typeface="Calibri" pitchFamily="34" charset="-122"/>
                <a:cs typeface="Calibri" pitchFamily="34" charset="-120"/>
              </a:rPr>
              <a:t>the document already knows where its natural boundaries are — use them before inventing your own.</a:t>
            </a:r>
            <a:endParaRPr lang="en-US" sz="2000" dirty="0"/>
          </a:p>
        </p:txBody>
      </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D59B8C19-524A-8FD8-0336-A92758E793BC}"/>
                  </a:ext>
                </a:extLst>
              </p14:cNvPr>
              <p14:cNvContentPartPr/>
              <p14:nvPr/>
            </p14:nvContentPartPr>
            <p14:xfrm>
              <a:off x="596520" y="708840"/>
              <a:ext cx="6431040" cy="3889800"/>
            </p14:xfrm>
          </p:contentPart>
        </mc:Choice>
        <mc:Fallback>
          <p:pic>
            <p:nvPicPr>
              <p:cNvPr id="4" name="Ink 3">
                <a:extLst>
                  <a:ext uri="{FF2B5EF4-FFF2-40B4-BE49-F238E27FC236}">
                    <a16:creationId xmlns:a16="http://schemas.microsoft.com/office/drawing/2014/main" id="{D59B8C19-524A-8FD8-0336-A92758E793BC}"/>
                  </a:ext>
                </a:extLst>
              </p:cNvPr>
              <p:cNvPicPr/>
              <p:nvPr/>
            </p:nvPicPr>
            <p:blipFill>
              <a:blip r:embed="rId5"/>
              <a:stretch>
                <a:fillRect/>
              </a:stretch>
            </p:blipFill>
            <p:spPr>
              <a:xfrm>
                <a:off x="587160" y="699480"/>
                <a:ext cx="6449760" cy="39085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9" name="Ink 18">
                <a:extLst>
                  <a:ext uri="{FF2B5EF4-FFF2-40B4-BE49-F238E27FC236}">
                    <a16:creationId xmlns:a16="http://schemas.microsoft.com/office/drawing/2014/main" id="{D04DAE02-4E2E-3D0F-3B8C-4143EE8C14B4}"/>
                  </a:ext>
                </a:extLst>
              </p14:cNvPr>
              <p14:cNvContentPartPr/>
              <p14:nvPr/>
            </p14:nvContentPartPr>
            <p14:xfrm>
              <a:off x="6633720" y="3275640"/>
              <a:ext cx="818640" cy="1049040"/>
            </p14:xfrm>
          </p:contentPart>
        </mc:Choice>
        <mc:Fallback>
          <p:pic>
            <p:nvPicPr>
              <p:cNvPr id="19" name="Ink 18">
                <a:extLst>
                  <a:ext uri="{FF2B5EF4-FFF2-40B4-BE49-F238E27FC236}">
                    <a16:creationId xmlns:a16="http://schemas.microsoft.com/office/drawing/2014/main" id="{D04DAE02-4E2E-3D0F-3B8C-4143EE8C14B4}"/>
                  </a:ext>
                </a:extLst>
              </p:cNvPr>
              <p:cNvPicPr/>
              <p:nvPr/>
            </p:nvPicPr>
            <p:blipFill>
              <a:blip r:embed="rId7"/>
              <a:stretch>
                <a:fillRect/>
              </a:stretch>
            </p:blipFill>
            <p:spPr>
              <a:xfrm>
                <a:off x="6624360" y="3266280"/>
                <a:ext cx="837360" cy="106776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48036D-483F-9A77-9C8F-C6291B213097}"/>
              </a:ext>
            </a:extLst>
          </p:cNvPr>
          <p:cNvSpPr>
            <a:spLocks noGrp="1"/>
          </p:cNvSpPr>
          <p:nvPr>
            <p:ph idx="10"/>
          </p:nvPr>
        </p:nvSpPr>
        <p:spPr>
          <a:xfrm>
            <a:off x="152400" y="1447800"/>
            <a:ext cx="8763000" cy="4525963"/>
          </a:xfrm>
        </p:spPr>
        <p:txBody>
          <a:bodyPr>
            <a:normAutofit/>
          </a:bodyPr>
          <a:lstStyle/>
          <a:p>
            <a:pPr marL="342900" indent="-342900">
              <a:buFont typeface="Arial" panose="020B0604020202020204" pitchFamily="34" charset="0"/>
              <a:buChar char="•"/>
            </a:pPr>
            <a:r>
              <a:rPr lang="en-US" i="1" dirty="0"/>
              <a:t>Sentence splitting: </a:t>
            </a:r>
            <a:r>
              <a:rPr lang="en-US" dirty="0"/>
              <a:t>Sentence boundaries are used to split</a:t>
            </a:r>
          </a:p>
          <a:p>
            <a:pPr marL="342900" indent="-342900">
              <a:buFont typeface="Arial" panose="020B0604020202020204" pitchFamily="34" charset="0"/>
              <a:buChar char="•"/>
            </a:pPr>
            <a:r>
              <a:rPr lang="en-US" i="1" dirty="0"/>
              <a:t>Token-based splitting: </a:t>
            </a:r>
            <a:r>
              <a:rPr lang="en-US" dirty="0"/>
              <a:t>Splitting the text based on a fixed number of tokens </a:t>
            </a:r>
          </a:p>
          <a:p>
            <a:pPr marL="342900" indent="-342900">
              <a:buFont typeface="Arial" panose="020B0604020202020204" pitchFamily="34" charset="0"/>
              <a:buChar char="•"/>
            </a:pPr>
            <a:r>
              <a:rPr lang="en-US" i="1" dirty="0"/>
              <a:t>Semantic chunking: </a:t>
            </a:r>
            <a:r>
              <a:rPr lang="en-US" dirty="0"/>
              <a:t>Using NLP tools to identify coherent segments in the text. For instance, splitting a text based on topics or </a:t>
            </a:r>
            <a:r>
              <a:rPr lang="en-IN" dirty="0"/>
              <a:t>paragraphs. Embeddings can be used to find similarity</a:t>
            </a:r>
          </a:p>
          <a:p>
            <a:pPr marL="342900" indent="-342900">
              <a:buFont typeface="Arial" panose="020B0604020202020204" pitchFamily="34" charset="0"/>
              <a:buChar char="•"/>
            </a:pPr>
            <a:r>
              <a:rPr lang="en-US" i="1" dirty="0"/>
              <a:t>Hierarchical chunking: </a:t>
            </a:r>
            <a:r>
              <a:rPr lang="en-US" dirty="0"/>
              <a:t>Dividing text into hierarchical sections, such as chapters,</a:t>
            </a:r>
            <a:r>
              <a:rPr lang="en-IN" dirty="0"/>
              <a:t>sections, and subsections.</a:t>
            </a:r>
          </a:p>
        </p:txBody>
      </p:sp>
      <p:sp>
        <p:nvSpPr>
          <p:cNvPr id="3" name="Title 2">
            <a:extLst>
              <a:ext uri="{FF2B5EF4-FFF2-40B4-BE49-F238E27FC236}">
                <a16:creationId xmlns:a16="http://schemas.microsoft.com/office/drawing/2014/main" id="{29337398-C619-40CD-D329-E3C3F00FED02}"/>
              </a:ext>
            </a:extLst>
          </p:cNvPr>
          <p:cNvSpPr>
            <a:spLocks noGrp="1"/>
          </p:cNvSpPr>
          <p:nvPr>
            <p:ph type="title"/>
          </p:nvPr>
        </p:nvSpPr>
        <p:spPr/>
        <p:txBody>
          <a:bodyPr/>
          <a:lstStyle/>
          <a:p>
            <a:r>
              <a:rPr lang="en-US" dirty="0"/>
              <a:t>Other chunking strategies</a:t>
            </a:r>
            <a:endParaRPr lang="en-IN"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A6C5E5B-210A-F44C-DF23-E8E783757A64}"/>
                  </a:ext>
                </a:extLst>
              </p14:cNvPr>
              <p14:cNvContentPartPr/>
              <p14:nvPr/>
            </p14:nvContentPartPr>
            <p14:xfrm>
              <a:off x="470520" y="1647720"/>
              <a:ext cx="6780240" cy="3222000"/>
            </p14:xfrm>
          </p:contentPart>
        </mc:Choice>
        <mc:Fallback>
          <p:pic>
            <p:nvPicPr>
              <p:cNvPr id="4" name="Ink 3">
                <a:extLst>
                  <a:ext uri="{FF2B5EF4-FFF2-40B4-BE49-F238E27FC236}">
                    <a16:creationId xmlns:a16="http://schemas.microsoft.com/office/drawing/2014/main" id="{EA6C5E5B-210A-F44C-DF23-E8E783757A64}"/>
                  </a:ext>
                </a:extLst>
              </p:cNvPr>
              <p:cNvPicPr/>
              <p:nvPr/>
            </p:nvPicPr>
            <p:blipFill>
              <a:blip r:embed="rId3"/>
              <a:stretch>
                <a:fillRect/>
              </a:stretch>
            </p:blipFill>
            <p:spPr>
              <a:xfrm>
                <a:off x="461160" y="1638360"/>
                <a:ext cx="6798960" cy="32407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9E622B99-1582-8184-06B3-ED92B3E286B8}"/>
                  </a:ext>
                </a:extLst>
              </p14:cNvPr>
              <p14:cNvContentPartPr/>
              <p14:nvPr/>
            </p14:nvContentPartPr>
            <p14:xfrm>
              <a:off x="349560" y="2763360"/>
              <a:ext cx="262800" cy="401040"/>
            </p14:xfrm>
          </p:contentPart>
        </mc:Choice>
        <mc:Fallback>
          <p:pic>
            <p:nvPicPr>
              <p:cNvPr id="5" name="Ink 4">
                <a:extLst>
                  <a:ext uri="{FF2B5EF4-FFF2-40B4-BE49-F238E27FC236}">
                    <a16:creationId xmlns:a16="http://schemas.microsoft.com/office/drawing/2014/main" id="{9E622B99-1582-8184-06B3-ED92B3E286B8}"/>
                  </a:ext>
                </a:extLst>
              </p:cNvPr>
              <p:cNvPicPr/>
              <p:nvPr/>
            </p:nvPicPr>
            <p:blipFill>
              <a:blip r:embed="rId5"/>
              <a:stretch>
                <a:fillRect/>
              </a:stretch>
            </p:blipFill>
            <p:spPr>
              <a:xfrm>
                <a:off x="340200" y="2754000"/>
                <a:ext cx="281520" cy="419760"/>
              </a:xfrm>
              <a:prstGeom prst="rect">
                <a:avLst/>
              </a:prstGeom>
            </p:spPr>
          </p:pic>
        </mc:Fallback>
      </mc:AlternateContent>
    </p:spTree>
    <p:extLst>
      <p:ext uri="{BB962C8B-B14F-4D97-AF65-F5344CB8AC3E}">
        <p14:creationId xmlns:p14="http://schemas.microsoft.com/office/powerpoint/2010/main" val="351411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work/bits_master_img.jpg"/>
          <p:cNvPicPr>
            <a:picLocks noChangeAspect="1"/>
          </p:cNvPicPr>
          <p:nvPr/>
        </p:nvPicPr>
        <p:blipFill>
          <a:blip r:embed="rId3"/>
          <a:stretch>
            <a:fillRect/>
          </a:stretch>
        </p:blipFill>
        <p:spPr>
          <a:xfrm>
            <a:off x="7616952" y="512826"/>
            <a:ext cx="1280160" cy="502920"/>
          </a:xfrm>
          <a:prstGeom prst="rect">
            <a:avLst/>
          </a:prstGeom>
        </p:spPr>
      </p:pic>
      <p:sp>
        <p:nvSpPr>
          <p:cNvPr id="3" name="Text 0"/>
          <p:cNvSpPr/>
          <p:nvPr/>
        </p:nvSpPr>
        <p:spPr>
          <a:xfrm>
            <a:off x="228600" y="491490"/>
            <a:ext cx="7772400" cy="594360"/>
          </a:xfrm>
          <a:prstGeom prst="rect">
            <a:avLst/>
          </a:prstGeom>
        </p:spPr>
        <p:txBody>
          <a:bodyPr vert="horz" lIns="91440" tIns="45720" rIns="91440" bIns="45720" rtlCol="0" anchor="ctr">
            <a:normAutofit fontScale="77500" lnSpcReduction="20000"/>
          </a:bodyPr>
          <a:lstStyle/>
          <a:p>
            <a:pPr algn="l"/>
            <a:r>
              <a:rPr lang="en-US" sz="3600" dirty="0">
                <a:latin typeface="Cambria" panose="02040503050406030204" pitchFamily="18" charset="0"/>
                <a:ea typeface="Cambria" panose="02040503050406030204" pitchFamily="18" charset="0"/>
                <a:cs typeface="+mj-cs"/>
              </a:rPr>
              <a:t>Retrieval: measuring similarity between q and D</a:t>
            </a:r>
          </a:p>
        </p:txBody>
      </p:sp>
      <p:sp>
        <p:nvSpPr>
          <p:cNvPr id="5" name="Text 1"/>
          <p:cNvSpPr/>
          <p:nvPr/>
        </p:nvSpPr>
        <p:spPr>
          <a:xfrm>
            <a:off x="256032" y="1268730"/>
            <a:ext cx="8735568" cy="682752"/>
          </a:xfrm>
          <a:prstGeom prst="rect">
            <a:avLst/>
          </a:prstGeom>
          <a:noFill/>
          <a:ln/>
        </p:spPr>
        <p:txBody>
          <a:bodyPr wrap="square" lIns="0" tIns="0" rIns="0" bIns="0" rtlCol="0" anchor="ctr"/>
          <a:lstStyle/>
          <a:p>
            <a:r>
              <a:rPr lang="en-US" sz="2000" i="1" dirty="0">
                <a:solidFill>
                  <a:srgbClr val="222222"/>
                </a:solidFill>
                <a:latin typeface="Cambria" panose="02040503050406030204" pitchFamily="18" charset="0"/>
                <a:ea typeface="Cambria" panose="02040503050406030204" pitchFamily="18" charset="0"/>
                <a:cs typeface="Calibri" pitchFamily="34" charset="-120"/>
              </a:rPr>
              <a:t>Represent q and d as vectors, then compare.</a:t>
            </a:r>
            <a:endParaRPr lang="en-US" sz="2000" dirty="0">
              <a:latin typeface="Cambria" panose="02040503050406030204" pitchFamily="18" charset="0"/>
              <a:ea typeface="Cambria" panose="02040503050406030204" pitchFamily="18" charset="0"/>
            </a:endParaRPr>
          </a:p>
        </p:txBody>
      </p:sp>
      <p:sp>
        <p:nvSpPr>
          <p:cNvPr id="6" name="Shape 2"/>
          <p:cNvSpPr/>
          <p:nvPr/>
        </p:nvSpPr>
        <p:spPr>
          <a:xfrm>
            <a:off x="256032" y="2021586"/>
            <a:ext cx="4023360" cy="3160014"/>
          </a:xfrm>
          <a:prstGeom prst="roundRect">
            <a:avLst>
              <a:gd name="adj" fmla="val 2500"/>
            </a:avLst>
          </a:prstGeom>
          <a:solidFill>
            <a:srgbClr val="FDECEC"/>
          </a:solidFill>
          <a:ln w="12700">
            <a:solidFill>
              <a:srgbClr val="A6151C"/>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7" name="Shape 3"/>
          <p:cNvSpPr/>
          <p:nvPr/>
        </p:nvSpPr>
        <p:spPr>
          <a:xfrm>
            <a:off x="256032" y="2021586"/>
            <a:ext cx="4023360" cy="411480"/>
          </a:xfrm>
          <a:prstGeom prst="rect">
            <a:avLst/>
          </a:prstGeom>
          <a:solidFill>
            <a:srgbClr val="A6151C"/>
          </a:solidFill>
          <a:ln w="12700">
            <a:solidFill>
              <a:srgbClr val="A6151C"/>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8" name="Text 4"/>
          <p:cNvSpPr/>
          <p:nvPr/>
        </p:nvSpPr>
        <p:spPr>
          <a:xfrm>
            <a:off x="256032" y="2021586"/>
            <a:ext cx="4023360" cy="411480"/>
          </a:xfrm>
          <a:prstGeom prst="rect">
            <a:avLst/>
          </a:prstGeom>
          <a:noFill/>
          <a:ln/>
        </p:spPr>
        <p:txBody>
          <a:bodyPr wrap="square" lIns="0" tIns="0" rIns="0" bIns="0" rtlCol="0" anchor="ctr"/>
          <a:lstStyle/>
          <a:p>
            <a:pPr algn="ctr"/>
            <a:r>
              <a:rPr lang="en-US" sz="2000" b="1" dirty="0">
                <a:solidFill>
                  <a:srgbClr val="FFFFFF"/>
                </a:solidFill>
                <a:latin typeface="Cambria" panose="02040503050406030204" pitchFamily="18" charset="0"/>
                <a:ea typeface="Cambria" panose="02040503050406030204" pitchFamily="18" charset="0"/>
                <a:cs typeface="Calibri" pitchFamily="34" charset="-120"/>
              </a:rPr>
              <a:t>Sparse retrieval</a:t>
            </a:r>
            <a:endParaRPr lang="en-US" sz="2000" dirty="0">
              <a:latin typeface="Cambria" panose="02040503050406030204" pitchFamily="18" charset="0"/>
              <a:ea typeface="Cambria" panose="02040503050406030204" pitchFamily="18" charset="0"/>
            </a:endParaRPr>
          </a:p>
        </p:txBody>
      </p:sp>
      <p:sp>
        <p:nvSpPr>
          <p:cNvPr id="9" name="Text 5"/>
          <p:cNvSpPr/>
          <p:nvPr/>
        </p:nvSpPr>
        <p:spPr>
          <a:xfrm>
            <a:off x="329184" y="2503170"/>
            <a:ext cx="3752088" cy="2526030"/>
          </a:xfrm>
          <a:prstGeom prst="rect">
            <a:avLst/>
          </a:prstGeom>
          <a:noFill/>
          <a:ln/>
        </p:spPr>
        <p:txBody>
          <a:bodyPr wrap="square" lIns="0" tIns="0" rIns="0" bIns="0" rtlCol="0" anchor="t"/>
          <a:lstStyle/>
          <a:p>
            <a:pPr marL="342900" indent="-342900">
              <a:spcAft>
                <a:spcPts val="400"/>
              </a:spcAft>
              <a:buSzPct val="100000"/>
              <a:buFont typeface="Arial" panose="020B0604020202020204" pitchFamily="34" charset="0"/>
              <a:buChar char="•"/>
            </a:pPr>
            <a:r>
              <a:rPr lang="en-US" dirty="0">
                <a:solidFill>
                  <a:srgbClr val="222222"/>
                </a:solidFill>
                <a:latin typeface="Cambria" panose="02040503050406030204" pitchFamily="18" charset="0"/>
                <a:ea typeface="Cambria" panose="02040503050406030204" pitchFamily="18" charset="0"/>
                <a:cs typeface="Calibri" pitchFamily="34" charset="-120"/>
              </a:rPr>
              <a:t>Vectors are word-count histograms</a:t>
            </a:r>
            <a:endParaRPr lang="en-US" dirty="0">
              <a:latin typeface="Cambria" panose="02040503050406030204" pitchFamily="18" charset="0"/>
              <a:ea typeface="Cambria" panose="02040503050406030204" pitchFamily="18" charset="0"/>
            </a:endParaRPr>
          </a:p>
          <a:p>
            <a:pPr marL="342900" indent="-342900">
              <a:spcAft>
                <a:spcPts val="400"/>
              </a:spcAft>
              <a:buSzPct val="100000"/>
              <a:buFont typeface="Arial" panose="020B0604020202020204" pitchFamily="34" charset="0"/>
              <a:buChar char="•"/>
            </a:pPr>
            <a:r>
              <a:rPr lang="en-US" dirty="0">
                <a:solidFill>
                  <a:srgbClr val="222222"/>
                </a:solidFill>
                <a:latin typeface="Cambria" panose="02040503050406030204" pitchFamily="18" charset="0"/>
                <a:ea typeface="Cambria" panose="02040503050406030204" pitchFamily="18" charset="0"/>
                <a:cs typeface="Calibri" pitchFamily="34" charset="-120"/>
              </a:rPr>
              <a:t>Weighted by TF-IDF or BM25</a:t>
            </a:r>
            <a:endParaRPr lang="en-US" dirty="0">
              <a:latin typeface="Cambria" panose="02040503050406030204" pitchFamily="18" charset="0"/>
              <a:ea typeface="Cambria" panose="02040503050406030204" pitchFamily="18" charset="0"/>
            </a:endParaRPr>
          </a:p>
          <a:p>
            <a:pPr marL="342900" indent="-342900">
              <a:spcAft>
                <a:spcPts val="400"/>
              </a:spcAft>
              <a:buSzPct val="100000"/>
              <a:buFont typeface="Arial" panose="020B0604020202020204" pitchFamily="34" charset="0"/>
              <a:buChar char="•"/>
            </a:pPr>
            <a:r>
              <a:rPr lang="en-US" dirty="0">
                <a:solidFill>
                  <a:srgbClr val="222222"/>
                </a:solidFill>
                <a:latin typeface="Cambria" panose="02040503050406030204" pitchFamily="18" charset="0"/>
                <a:ea typeface="Cambria" panose="02040503050406030204" pitchFamily="18" charset="0"/>
                <a:cs typeface="Calibri" pitchFamily="34" charset="-120"/>
              </a:rPr>
              <a:t>Non-zero only for terms that appear</a:t>
            </a:r>
            <a:endParaRPr lang="en-US" dirty="0">
              <a:latin typeface="Cambria" panose="02040503050406030204" pitchFamily="18" charset="0"/>
              <a:ea typeface="Cambria" panose="02040503050406030204" pitchFamily="18" charset="0"/>
            </a:endParaRPr>
          </a:p>
          <a:p>
            <a:pPr marL="342900" indent="-342900">
              <a:spcAft>
                <a:spcPts val="400"/>
              </a:spcAft>
              <a:buSzPct val="100000"/>
              <a:buFont typeface="Arial" panose="020B0604020202020204" pitchFamily="34" charset="0"/>
              <a:buChar char="•"/>
            </a:pPr>
            <a:r>
              <a:rPr lang="en-US" dirty="0">
                <a:solidFill>
                  <a:srgbClr val="222222"/>
                </a:solidFill>
                <a:latin typeface="Cambria" panose="02040503050406030204" pitchFamily="18" charset="0"/>
                <a:ea typeface="Cambria" panose="02040503050406030204" pitchFamily="18" charset="0"/>
                <a:cs typeface="Calibri" pitchFamily="34" charset="-120"/>
              </a:rPr>
              <a:t>Strong keyword match; interpretable</a:t>
            </a:r>
            <a:endParaRPr lang="en-US" dirty="0">
              <a:latin typeface="Cambria" panose="02040503050406030204" pitchFamily="18" charset="0"/>
              <a:ea typeface="Cambria" panose="02040503050406030204" pitchFamily="18" charset="0"/>
            </a:endParaRPr>
          </a:p>
          <a:p>
            <a:pPr marL="342900" indent="-342900">
              <a:spcAft>
                <a:spcPts val="400"/>
              </a:spcAft>
              <a:buSzPct val="100000"/>
              <a:buFont typeface="Arial" panose="020B0604020202020204" pitchFamily="34" charset="0"/>
              <a:buChar char="•"/>
            </a:pPr>
            <a:r>
              <a:rPr lang="en-US" dirty="0">
                <a:solidFill>
                  <a:srgbClr val="222222"/>
                </a:solidFill>
                <a:latin typeface="Cambria" panose="02040503050406030204" pitchFamily="18" charset="0"/>
                <a:ea typeface="Cambria" panose="02040503050406030204" pitchFamily="18" charset="0"/>
                <a:cs typeface="Calibri" pitchFamily="34" charset="-120"/>
              </a:rPr>
              <a:t>Weak on synonyms, paraphrase</a:t>
            </a:r>
            <a:endParaRPr lang="en-US" dirty="0">
              <a:latin typeface="Cambria" panose="02040503050406030204" pitchFamily="18" charset="0"/>
              <a:ea typeface="Cambria" panose="02040503050406030204" pitchFamily="18" charset="0"/>
            </a:endParaRPr>
          </a:p>
        </p:txBody>
      </p:sp>
      <p:sp>
        <p:nvSpPr>
          <p:cNvPr id="10" name="Shape 6"/>
          <p:cNvSpPr/>
          <p:nvPr/>
        </p:nvSpPr>
        <p:spPr>
          <a:xfrm>
            <a:off x="4462272" y="2021586"/>
            <a:ext cx="4023360" cy="2926080"/>
          </a:xfrm>
          <a:prstGeom prst="roundRect">
            <a:avLst>
              <a:gd name="adj" fmla="val 2500"/>
            </a:avLst>
          </a:prstGeom>
          <a:solidFill>
            <a:srgbClr val="E7F2EF"/>
          </a:solidFill>
          <a:ln w="12700">
            <a:solidFill>
              <a:srgbClr val="2E7A6E"/>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11" name="Shape 7"/>
          <p:cNvSpPr/>
          <p:nvPr/>
        </p:nvSpPr>
        <p:spPr>
          <a:xfrm>
            <a:off x="4462272" y="2021586"/>
            <a:ext cx="4023360" cy="411480"/>
          </a:xfrm>
          <a:prstGeom prst="rect">
            <a:avLst/>
          </a:prstGeom>
          <a:solidFill>
            <a:srgbClr val="2E7A6E"/>
          </a:solidFill>
          <a:ln w="12700">
            <a:solidFill>
              <a:srgbClr val="2E7A6E"/>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12" name="Text 8"/>
          <p:cNvSpPr/>
          <p:nvPr/>
        </p:nvSpPr>
        <p:spPr>
          <a:xfrm>
            <a:off x="4462272" y="2021586"/>
            <a:ext cx="4023360" cy="411480"/>
          </a:xfrm>
          <a:prstGeom prst="rect">
            <a:avLst/>
          </a:prstGeom>
          <a:noFill/>
          <a:ln/>
        </p:spPr>
        <p:txBody>
          <a:bodyPr wrap="square" lIns="0" tIns="0" rIns="0" bIns="0" rtlCol="0" anchor="ctr"/>
          <a:lstStyle/>
          <a:p>
            <a:pPr algn="ctr"/>
            <a:r>
              <a:rPr lang="en-US" sz="2000" b="1" dirty="0">
                <a:solidFill>
                  <a:srgbClr val="FFFFFF"/>
                </a:solidFill>
                <a:latin typeface="Cambria" panose="02040503050406030204" pitchFamily="18" charset="0"/>
                <a:ea typeface="Cambria" panose="02040503050406030204" pitchFamily="18" charset="0"/>
                <a:cs typeface="Calibri" pitchFamily="34" charset="-120"/>
              </a:rPr>
              <a:t>Dense retrieval</a:t>
            </a:r>
            <a:endParaRPr lang="en-US" sz="2000" dirty="0">
              <a:latin typeface="Cambria" panose="02040503050406030204" pitchFamily="18" charset="0"/>
              <a:ea typeface="Cambria" panose="02040503050406030204" pitchFamily="18" charset="0"/>
            </a:endParaRPr>
          </a:p>
        </p:txBody>
      </p:sp>
      <p:sp>
        <p:nvSpPr>
          <p:cNvPr id="13" name="Text 9"/>
          <p:cNvSpPr/>
          <p:nvPr/>
        </p:nvSpPr>
        <p:spPr>
          <a:xfrm>
            <a:off x="4645152" y="2524506"/>
            <a:ext cx="3703320" cy="2423160"/>
          </a:xfrm>
          <a:prstGeom prst="rect">
            <a:avLst/>
          </a:prstGeom>
          <a:noFill/>
          <a:ln/>
        </p:spPr>
        <p:txBody>
          <a:bodyPr wrap="square" lIns="0" tIns="0" rIns="0" bIns="0" rtlCol="0" anchor="t"/>
          <a:lstStyle/>
          <a:p>
            <a:pPr marL="342900" indent="-342900">
              <a:spcAft>
                <a:spcPts val="400"/>
              </a:spcAft>
              <a:buSzPct val="100000"/>
              <a:buFont typeface="Arial" panose="020B0604020202020204" pitchFamily="34" charset="0"/>
              <a:buChar char="•"/>
            </a:pPr>
            <a:r>
              <a:rPr lang="en-US" dirty="0">
                <a:solidFill>
                  <a:srgbClr val="222222"/>
                </a:solidFill>
                <a:latin typeface="Cambria" panose="02040503050406030204" pitchFamily="18" charset="0"/>
                <a:ea typeface="Cambria" panose="02040503050406030204" pitchFamily="18" charset="0"/>
                <a:cs typeface="Calibri" pitchFamily="34" charset="-120"/>
              </a:rPr>
              <a:t>Vectors are learned embeddings (BERT, DPR, ...)</a:t>
            </a:r>
            <a:endParaRPr lang="en-US" dirty="0">
              <a:latin typeface="Cambria" panose="02040503050406030204" pitchFamily="18" charset="0"/>
              <a:ea typeface="Cambria" panose="02040503050406030204" pitchFamily="18" charset="0"/>
            </a:endParaRPr>
          </a:p>
          <a:p>
            <a:pPr marL="342900" indent="-342900">
              <a:spcAft>
                <a:spcPts val="400"/>
              </a:spcAft>
              <a:buSzPct val="100000"/>
              <a:buFont typeface="Arial" panose="020B0604020202020204" pitchFamily="34" charset="0"/>
              <a:buChar char="•"/>
            </a:pPr>
            <a:r>
              <a:rPr lang="en-US" dirty="0">
                <a:solidFill>
                  <a:srgbClr val="222222"/>
                </a:solidFill>
                <a:latin typeface="Cambria" panose="02040503050406030204" pitchFamily="18" charset="0"/>
                <a:ea typeface="Cambria" panose="02040503050406030204" pitchFamily="18" charset="0"/>
                <a:cs typeface="Calibri" pitchFamily="34" charset="-120"/>
              </a:rPr>
              <a:t>Dense — every dimension has a value</a:t>
            </a:r>
            <a:endParaRPr lang="en-US" dirty="0">
              <a:latin typeface="Cambria" panose="02040503050406030204" pitchFamily="18" charset="0"/>
              <a:ea typeface="Cambria" panose="02040503050406030204" pitchFamily="18" charset="0"/>
            </a:endParaRPr>
          </a:p>
          <a:p>
            <a:pPr marL="342900" indent="-342900">
              <a:spcAft>
                <a:spcPts val="400"/>
              </a:spcAft>
              <a:buSzPct val="100000"/>
              <a:buFont typeface="Arial" panose="020B0604020202020204" pitchFamily="34" charset="0"/>
              <a:buChar char="•"/>
            </a:pPr>
            <a:r>
              <a:rPr lang="en-US" dirty="0">
                <a:solidFill>
                  <a:srgbClr val="222222"/>
                </a:solidFill>
                <a:latin typeface="Cambria" panose="02040503050406030204" pitchFamily="18" charset="0"/>
                <a:ea typeface="Cambria" panose="02040503050406030204" pitchFamily="18" charset="0"/>
                <a:cs typeface="Calibri" pitchFamily="34" charset="-120"/>
              </a:rPr>
              <a:t>Captures meaning, not just words</a:t>
            </a:r>
            <a:endParaRPr lang="en-US" dirty="0">
              <a:latin typeface="Cambria" panose="02040503050406030204" pitchFamily="18" charset="0"/>
              <a:ea typeface="Cambria" panose="02040503050406030204" pitchFamily="18" charset="0"/>
            </a:endParaRPr>
          </a:p>
          <a:p>
            <a:pPr marL="342900" indent="-342900">
              <a:spcAft>
                <a:spcPts val="400"/>
              </a:spcAft>
              <a:buSzPct val="100000"/>
              <a:buFont typeface="Arial" panose="020B0604020202020204" pitchFamily="34" charset="0"/>
              <a:buChar char="•"/>
            </a:pPr>
            <a:r>
              <a:rPr lang="en-US" dirty="0">
                <a:solidFill>
                  <a:srgbClr val="222222"/>
                </a:solidFill>
                <a:latin typeface="Cambria" panose="02040503050406030204" pitchFamily="18" charset="0"/>
                <a:ea typeface="Cambria" panose="02040503050406030204" pitchFamily="18" charset="0"/>
                <a:cs typeface="Calibri" pitchFamily="34" charset="-120"/>
              </a:rPr>
              <a:t>Handles synonyms and paraphrase</a:t>
            </a:r>
            <a:endParaRPr lang="en-US" dirty="0">
              <a:latin typeface="Cambria" panose="02040503050406030204" pitchFamily="18" charset="0"/>
              <a:ea typeface="Cambria" panose="02040503050406030204" pitchFamily="18" charset="0"/>
            </a:endParaRPr>
          </a:p>
          <a:p>
            <a:pPr marL="342900" indent="-342900">
              <a:spcAft>
                <a:spcPts val="400"/>
              </a:spcAft>
              <a:buSzPct val="100000"/>
              <a:buFont typeface="Arial" panose="020B0604020202020204" pitchFamily="34" charset="0"/>
              <a:buChar char="•"/>
            </a:pPr>
            <a:r>
              <a:rPr lang="en-US" dirty="0">
                <a:solidFill>
                  <a:srgbClr val="222222"/>
                </a:solidFill>
                <a:latin typeface="Cambria" panose="02040503050406030204" pitchFamily="18" charset="0"/>
                <a:ea typeface="Cambria" panose="02040503050406030204" pitchFamily="18" charset="0"/>
                <a:cs typeface="Calibri" pitchFamily="34" charset="-120"/>
              </a:rPr>
              <a:t>Requires a model + vector index</a:t>
            </a:r>
            <a:endParaRPr lang="en-US" dirty="0">
              <a:latin typeface="Cambria" panose="02040503050406030204" pitchFamily="18" charset="0"/>
              <a:ea typeface="Cambria" panose="02040503050406030204" pitchFamily="18" charset="0"/>
            </a:endParaRPr>
          </a:p>
        </p:txBody>
      </p:sp>
      <p:sp>
        <p:nvSpPr>
          <p:cNvPr id="14" name="Text 10"/>
          <p:cNvSpPr/>
          <p:nvPr/>
        </p:nvSpPr>
        <p:spPr>
          <a:xfrm>
            <a:off x="256032" y="5589270"/>
            <a:ext cx="8229600" cy="860298"/>
          </a:xfrm>
          <a:prstGeom prst="rect">
            <a:avLst/>
          </a:prstGeom>
          <a:noFill/>
          <a:ln/>
        </p:spPr>
        <p:txBody>
          <a:bodyPr wrap="square" lIns="0" tIns="0" rIns="0" bIns="0" rtlCol="0" anchor="ctr"/>
          <a:lstStyle/>
          <a:p>
            <a:pPr algn="ctr"/>
            <a:r>
              <a:rPr lang="en-US" sz="2000" i="1" dirty="0">
                <a:solidFill>
                  <a:srgbClr val="5A5A5A"/>
                </a:solidFill>
                <a:latin typeface="Cambria" panose="02040503050406030204" pitchFamily="18" charset="0"/>
                <a:ea typeface="Cambria" panose="02040503050406030204" pitchFamily="18" charset="0"/>
                <a:cs typeface="Calibri" pitchFamily="34" charset="-120"/>
              </a:rPr>
              <a:t>Score = </a:t>
            </a:r>
            <a:r>
              <a:rPr lang="en-US" sz="2000" b="1" i="1" dirty="0">
                <a:solidFill>
                  <a:srgbClr val="1F3864"/>
                </a:solidFill>
                <a:latin typeface="Cambria" panose="02040503050406030204" pitchFamily="18" charset="0"/>
                <a:ea typeface="Cambria" panose="02040503050406030204" pitchFamily="18" charset="0"/>
                <a:cs typeface="Calibri" pitchFamily="34" charset="-120"/>
              </a:rPr>
              <a:t>dot product or cosine </a:t>
            </a:r>
            <a:r>
              <a:rPr lang="en-US" sz="2000" i="1" dirty="0">
                <a:solidFill>
                  <a:srgbClr val="5A5A5A"/>
                </a:solidFill>
                <a:latin typeface="Cambria" panose="02040503050406030204" pitchFamily="18" charset="0"/>
                <a:ea typeface="Cambria" panose="02040503050406030204" pitchFamily="18" charset="0"/>
                <a:cs typeface="Calibri" pitchFamily="34" charset="-120"/>
              </a:rPr>
              <a:t>between q and d representations, in both cases.</a:t>
            </a:r>
            <a:endParaRPr lang="en-US" sz="2000" dirty="0">
              <a:latin typeface="Cambria" panose="02040503050406030204" pitchFamily="18" charset="0"/>
              <a:ea typeface="Cambria" panose="02040503050406030204" pitchFamily="18" charset="0"/>
            </a:endParaRPr>
          </a:p>
        </p:txBody>
      </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74C4DF81-C739-CA43-7E01-8368F04AA378}"/>
                  </a:ext>
                </a:extLst>
              </p14:cNvPr>
              <p14:cNvContentPartPr/>
              <p14:nvPr/>
            </p14:nvContentPartPr>
            <p14:xfrm>
              <a:off x="1196640" y="1151280"/>
              <a:ext cx="4906800" cy="5059080"/>
            </p14:xfrm>
          </p:contentPart>
        </mc:Choice>
        <mc:Fallback>
          <p:pic>
            <p:nvPicPr>
              <p:cNvPr id="4" name="Ink 3">
                <a:extLst>
                  <a:ext uri="{FF2B5EF4-FFF2-40B4-BE49-F238E27FC236}">
                    <a16:creationId xmlns:a16="http://schemas.microsoft.com/office/drawing/2014/main" id="{74C4DF81-C739-CA43-7E01-8368F04AA378}"/>
                  </a:ext>
                </a:extLst>
              </p:cNvPr>
              <p:cNvPicPr/>
              <p:nvPr/>
            </p:nvPicPr>
            <p:blipFill>
              <a:blip r:embed="rId5"/>
              <a:stretch>
                <a:fillRect/>
              </a:stretch>
            </p:blipFill>
            <p:spPr>
              <a:xfrm>
                <a:off x="1187280" y="1141920"/>
                <a:ext cx="4925520" cy="5077800"/>
              </a:xfrm>
              <a:prstGeom prst="rect">
                <a:avLst/>
              </a:prstGeom>
            </p:spPr>
          </p:pic>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228600" y="1545224"/>
            <a:ext cx="8915400" cy="5160376"/>
          </a:xfrm>
        </p:spPr>
        <p:txBody>
          <a:bodyPr>
            <a:normAutofit/>
          </a:bodyPr>
          <a:lstStyle/>
          <a:p>
            <a:r>
              <a:rPr lang="en-US" dirty="0"/>
              <a:t>|</a:t>
            </a:r>
            <a:r>
              <a:rPr lang="en-US" dirty="0" err="1"/>
              <a:t>d</a:t>
            </a:r>
            <a:r>
              <a:rPr lang="en-US" baseline="-25000" dirty="0" err="1"/>
              <a:t>avg</a:t>
            </a:r>
            <a:r>
              <a:rPr lang="en-US" dirty="0"/>
              <a:t>| = length of the average document</a:t>
            </a:r>
          </a:p>
          <a:p>
            <a:r>
              <a:rPr lang="en-US" dirty="0"/>
              <a:t>∣D∣ = length of document D (in terms)</a:t>
            </a:r>
          </a:p>
          <a:p>
            <a:r>
              <a:rPr lang="en-US" dirty="0"/>
              <a:t>t= term in Query q</a:t>
            </a:r>
          </a:p>
          <a:p>
            <a:r>
              <a:rPr lang="en-US" dirty="0"/>
              <a:t>BM25 score for each document can be calculated as</a:t>
            </a:r>
          </a:p>
          <a:p>
            <a:endParaRPr lang="en-US" dirty="0"/>
          </a:p>
          <a:p>
            <a:endParaRPr lang="en-US" dirty="0"/>
          </a:p>
          <a:p>
            <a:endParaRPr lang="en-US" dirty="0"/>
          </a:p>
          <a:p>
            <a:endParaRPr lang="en-US" dirty="0"/>
          </a:p>
          <a:p>
            <a:r>
              <a:rPr lang="en-US" dirty="0"/>
              <a:t>When k = 0,  only idf.</a:t>
            </a:r>
          </a:p>
          <a:p>
            <a:r>
              <a:rPr lang="en-US" dirty="0"/>
              <a:t>b ranges from 1 (scaling by document length) to 0 (no length scaling) </a:t>
            </a:r>
          </a:p>
          <a:p>
            <a:r>
              <a:rPr lang="en-US" dirty="0"/>
              <a:t>Reasonable values are k = [1.2,2] and b = 0.75</a:t>
            </a:r>
          </a:p>
          <a:p>
            <a:endParaRPr lang="en-US" dirty="0"/>
          </a:p>
          <a:p>
            <a:endParaRPr lang="en-US" dirty="0"/>
          </a:p>
          <a:p>
            <a:endParaRPr lang="en-IN" dirty="0"/>
          </a:p>
        </p:txBody>
      </p:sp>
      <p:sp>
        <p:nvSpPr>
          <p:cNvPr id="3" name="Title 2"/>
          <p:cNvSpPr>
            <a:spLocks noGrp="1"/>
          </p:cNvSpPr>
          <p:nvPr>
            <p:ph type="title"/>
          </p:nvPr>
        </p:nvSpPr>
        <p:spPr/>
        <p:txBody>
          <a:bodyPr/>
          <a:lstStyle/>
          <a:p>
            <a:r>
              <a:rPr lang="en-US" dirty="0"/>
              <a:t>BM-25</a:t>
            </a:r>
            <a:endParaRPr lang="en-IN" dirty="0"/>
          </a:p>
        </p:txBody>
      </p:sp>
      <p:pic>
        <p:nvPicPr>
          <p:cNvPr id="5" name="Picture 4"/>
          <p:cNvPicPr>
            <a:picLocks noChangeAspect="1"/>
          </p:cNvPicPr>
          <p:nvPr/>
        </p:nvPicPr>
        <p:blipFill>
          <a:blip r:embed="rId2"/>
          <a:stretch>
            <a:fillRect/>
          </a:stretch>
        </p:blipFill>
        <p:spPr>
          <a:xfrm>
            <a:off x="2743200" y="3167706"/>
            <a:ext cx="4227052" cy="1328094"/>
          </a:xfrm>
          <a:prstGeom prst="rect">
            <a:avLst/>
          </a:prstGeom>
        </p:spPr>
      </p:pic>
      <p:pic>
        <p:nvPicPr>
          <p:cNvPr id="4" name="Picture 3"/>
          <p:cNvPicPr>
            <a:picLocks noChangeAspect="1"/>
          </p:cNvPicPr>
          <p:nvPr/>
        </p:nvPicPr>
        <p:blipFill>
          <a:blip r:embed="rId3"/>
          <a:stretch>
            <a:fillRect/>
          </a:stretch>
        </p:blipFill>
        <p:spPr>
          <a:xfrm>
            <a:off x="2598277" y="367356"/>
            <a:ext cx="4371975" cy="590550"/>
          </a:xfrm>
          <a:prstGeom prst="rect">
            <a:avLst/>
          </a:prstGeom>
          <a:ln>
            <a:solidFill>
              <a:srgbClr val="FF0000"/>
            </a:solidFill>
          </a:ln>
        </p:spPr>
      </p:pic>
      <p:pic>
        <p:nvPicPr>
          <p:cNvPr id="6" name="Picture 5"/>
          <p:cNvPicPr>
            <a:picLocks noChangeAspect="1"/>
          </p:cNvPicPr>
          <p:nvPr/>
        </p:nvPicPr>
        <p:blipFill>
          <a:blip r:embed="rId4"/>
          <a:stretch>
            <a:fillRect/>
          </a:stretch>
        </p:blipFill>
        <p:spPr>
          <a:xfrm>
            <a:off x="4467225" y="1110750"/>
            <a:ext cx="4448175" cy="542925"/>
          </a:xfrm>
          <a:prstGeom prst="rect">
            <a:avLst/>
          </a:prstGeom>
          <a:ln>
            <a:solidFill>
              <a:srgbClr val="FF0000"/>
            </a:solidFill>
          </a:ln>
        </p:spPr>
      </p:pic>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9537B602-3F9C-5767-DBA7-8C3AA7609CA2}"/>
                  </a:ext>
                </a:extLst>
              </p14:cNvPr>
              <p14:cNvContentPartPr/>
              <p14:nvPr/>
            </p14:nvContentPartPr>
            <p14:xfrm>
              <a:off x="195480" y="507240"/>
              <a:ext cx="7260120" cy="4416120"/>
            </p14:xfrm>
          </p:contentPart>
        </mc:Choice>
        <mc:Fallback>
          <p:pic>
            <p:nvPicPr>
              <p:cNvPr id="7" name="Ink 6">
                <a:extLst>
                  <a:ext uri="{FF2B5EF4-FFF2-40B4-BE49-F238E27FC236}">
                    <a16:creationId xmlns:a16="http://schemas.microsoft.com/office/drawing/2014/main" id="{9537B602-3F9C-5767-DBA7-8C3AA7609CA2}"/>
                  </a:ext>
                </a:extLst>
              </p:cNvPr>
              <p:cNvPicPr/>
              <p:nvPr/>
            </p:nvPicPr>
            <p:blipFill>
              <a:blip r:embed="rId6"/>
              <a:stretch>
                <a:fillRect/>
              </a:stretch>
            </p:blipFill>
            <p:spPr>
              <a:xfrm>
                <a:off x="186120" y="497880"/>
                <a:ext cx="7278840" cy="4434840"/>
              </a:xfrm>
              <a:prstGeom prst="rect">
                <a:avLst/>
              </a:prstGeom>
            </p:spPr>
          </p:pic>
        </mc:Fallback>
      </mc:AlternateContent>
    </p:spTree>
    <p:extLst>
      <p:ext uri="{BB962C8B-B14F-4D97-AF65-F5344CB8AC3E}">
        <p14:creationId xmlns:p14="http://schemas.microsoft.com/office/powerpoint/2010/main" val="37988288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214312" y="1334839"/>
            <a:ext cx="8610600" cy="4525963"/>
          </a:xfrm>
        </p:spPr>
        <p:txBody>
          <a:bodyPr>
            <a:normAutofit/>
          </a:bodyPr>
          <a:lstStyle/>
          <a:p>
            <a:r>
              <a:rPr lang="en-IN" sz="2000" dirty="0"/>
              <a:t>Q = “apple banana”, K =1.5, b=0.75 </a:t>
            </a:r>
            <a:endParaRPr lang="en-US" sz="2000" dirty="0"/>
          </a:p>
          <a:p>
            <a:endParaRPr lang="en-IN" sz="2000" dirty="0"/>
          </a:p>
        </p:txBody>
      </p:sp>
      <p:sp>
        <p:nvSpPr>
          <p:cNvPr id="3" name="Title 2"/>
          <p:cNvSpPr>
            <a:spLocks noGrp="1"/>
          </p:cNvSpPr>
          <p:nvPr>
            <p:ph type="title"/>
          </p:nvPr>
        </p:nvSpPr>
        <p:spPr/>
        <p:txBody>
          <a:bodyPr/>
          <a:lstStyle/>
          <a:p>
            <a:r>
              <a:rPr lang="en-US" dirty="0"/>
              <a:t>Example</a:t>
            </a:r>
            <a:endParaRPr lang="en-IN" dirty="0"/>
          </a:p>
        </p:txBody>
      </p:sp>
      <p:graphicFrame>
        <p:nvGraphicFramePr>
          <p:cNvPr id="8" name="Table 7"/>
          <p:cNvGraphicFramePr>
            <a:graphicFrameLocks noGrp="1"/>
          </p:cNvGraphicFramePr>
          <p:nvPr/>
        </p:nvGraphicFramePr>
        <p:xfrm>
          <a:off x="72288" y="1789024"/>
          <a:ext cx="3048001" cy="2011680"/>
        </p:xfrm>
        <a:graphic>
          <a:graphicData uri="http://schemas.openxmlformats.org/drawingml/2006/table">
            <a:tbl>
              <a:tblPr>
                <a:tableStyleId>{616DA210-FB5B-4158-B5E0-FEB733F419BA}</a:tableStyleId>
              </a:tblPr>
              <a:tblGrid>
                <a:gridCol w="914400">
                  <a:extLst>
                    <a:ext uri="{9D8B030D-6E8A-4147-A177-3AD203B41FA5}">
                      <a16:colId xmlns:a16="http://schemas.microsoft.com/office/drawing/2014/main" val="20000"/>
                    </a:ext>
                  </a:extLst>
                </a:gridCol>
                <a:gridCol w="2133601">
                  <a:extLst>
                    <a:ext uri="{9D8B030D-6E8A-4147-A177-3AD203B41FA5}">
                      <a16:colId xmlns:a16="http://schemas.microsoft.com/office/drawing/2014/main" val="20001"/>
                    </a:ext>
                  </a:extLst>
                </a:gridCol>
              </a:tblGrid>
              <a:tr h="0">
                <a:tc>
                  <a:txBody>
                    <a:bodyPr/>
                    <a:lstStyle/>
                    <a:p>
                      <a:r>
                        <a:rPr lang="en-IN" dirty="0"/>
                        <a:t>Doc ID</a:t>
                      </a:r>
                    </a:p>
                  </a:txBody>
                  <a:tcPr anchor="ctr"/>
                </a:tc>
                <a:tc>
                  <a:txBody>
                    <a:bodyPr/>
                    <a:lstStyle/>
                    <a:p>
                      <a:r>
                        <a:rPr lang="en-IN"/>
                        <a:t>Document Content</a:t>
                      </a:r>
                    </a:p>
                  </a:txBody>
                  <a:tcPr anchor="ctr"/>
                </a:tc>
                <a:extLst>
                  <a:ext uri="{0D108BD9-81ED-4DB2-BD59-A6C34878D82A}">
                    <a16:rowId xmlns:a16="http://schemas.microsoft.com/office/drawing/2014/main" val="10000"/>
                  </a:ext>
                </a:extLst>
              </a:tr>
              <a:tr h="0">
                <a:tc>
                  <a:txBody>
                    <a:bodyPr/>
                    <a:lstStyle/>
                    <a:p>
                      <a:r>
                        <a:rPr lang="en-IN"/>
                        <a:t>D1</a:t>
                      </a:r>
                    </a:p>
                  </a:txBody>
                  <a:tcPr anchor="ctr"/>
                </a:tc>
                <a:tc>
                  <a:txBody>
                    <a:bodyPr/>
                    <a:lstStyle/>
                    <a:p>
                      <a:r>
                        <a:rPr lang="en-IN" dirty="0"/>
                        <a:t>"apple banana apple </a:t>
                      </a:r>
                      <a:r>
                        <a:rPr lang="en-IN" dirty="0" err="1"/>
                        <a:t>apple</a:t>
                      </a:r>
                      <a:r>
                        <a:rPr lang="en-IN" dirty="0"/>
                        <a:t>"</a:t>
                      </a:r>
                    </a:p>
                  </a:txBody>
                  <a:tcPr anchor="ctr"/>
                </a:tc>
                <a:extLst>
                  <a:ext uri="{0D108BD9-81ED-4DB2-BD59-A6C34878D82A}">
                    <a16:rowId xmlns:a16="http://schemas.microsoft.com/office/drawing/2014/main" val="10001"/>
                  </a:ext>
                </a:extLst>
              </a:tr>
              <a:tr h="0">
                <a:tc>
                  <a:txBody>
                    <a:bodyPr/>
                    <a:lstStyle/>
                    <a:p>
                      <a:r>
                        <a:rPr lang="en-IN"/>
                        <a:t>D2</a:t>
                      </a:r>
                    </a:p>
                  </a:txBody>
                  <a:tcPr anchor="ctr"/>
                </a:tc>
                <a:tc>
                  <a:txBody>
                    <a:bodyPr/>
                    <a:lstStyle/>
                    <a:p>
                      <a:r>
                        <a:rPr lang="en-IN"/>
                        <a:t>"banana fruit banana orange"</a:t>
                      </a:r>
                    </a:p>
                  </a:txBody>
                  <a:tcPr anchor="ctr"/>
                </a:tc>
                <a:extLst>
                  <a:ext uri="{0D108BD9-81ED-4DB2-BD59-A6C34878D82A}">
                    <a16:rowId xmlns:a16="http://schemas.microsoft.com/office/drawing/2014/main" val="10002"/>
                  </a:ext>
                </a:extLst>
              </a:tr>
              <a:tr h="0">
                <a:tc>
                  <a:txBody>
                    <a:bodyPr/>
                    <a:lstStyle/>
                    <a:p>
                      <a:r>
                        <a:rPr lang="en-IN"/>
                        <a:t>D3</a:t>
                      </a:r>
                    </a:p>
                  </a:txBody>
                  <a:tcPr anchor="ctr"/>
                </a:tc>
                <a:tc>
                  <a:txBody>
                    <a:bodyPr/>
                    <a:lstStyle/>
                    <a:p>
                      <a:r>
                        <a:rPr lang="en-IN" dirty="0"/>
                        <a:t>"apple orange fruit"</a:t>
                      </a:r>
                    </a:p>
                  </a:txBody>
                  <a:tcPr anchor="ctr"/>
                </a:tc>
                <a:extLst>
                  <a:ext uri="{0D108BD9-81ED-4DB2-BD59-A6C34878D82A}">
                    <a16:rowId xmlns:a16="http://schemas.microsoft.com/office/drawing/2014/main" val="10003"/>
                  </a:ext>
                </a:extLst>
              </a:tr>
            </a:tbl>
          </a:graphicData>
        </a:graphic>
      </p:graphicFrame>
      <p:graphicFrame>
        <p:nvGraphicFramePr>
          <p:cNvPr id="9" name="Table 8"/>
          <p:cNvGraphicFramePr>
            <a:graphicFrameLocks noGrp="1"/>
          </p:cNvGraphicFramePr>
          <p:nvPr/>
        </p:nvGraphicFramePr>
        <p:xfrm>
          <a:off x="4044397" y="1768838"/>
          <a:ext cx="5072827" cy="1645920"/>
        </p:xfrm>
        <a:graphic>
          <a:graphicData uri="http://schemas.openxmlformats.org/drawingml/2006/table">
            <a:tbl>
              <a:tblPr>
                <a:tableStyleId>{616DA210-FB5B-4158-B5E0-FEB733F419BA}</a:tableStyleId>
              </a:tblPr>
              <a:tblGrid>
                <a:gridCol w="888608">
                  <a:extLst>
                    <a:ext uri="{9D8B030D-6E8A-4147-A177-3AD203B41FA5}">
                      <a16:colId xmlns:a16="http://schemas.microsoft.com/office/drawing/2014/main" val="20000"/>
                    </a:ext>
                  </a:extLst>
                </a:gridCol>
                <a:gridCol w="716356">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75740">
                  <a:extLst>
                    <a:ext uri="{9D8B030D-6E8A-4147-A177-3AD203B41FA5}">
                      <a16:colId xmlns:a16="http://schemas.microsoft.com/office/drawing/2014/main" val="20003"/>
                    </a:ext>
                  </a:extLst>
                </a:gridCol>
                <a:gridCol w="444985">
                  <a:extLst>
                    <a:ext uri="{9D8B030D-6E8A-4147-A177-3AD203B41FA5}">
                      <a16:colId xmlns:a16="http://schemas.microsoft.com/office/drawing/2014/main" val="20004"/>
                    </a:ext>
                  </a:extLst>
                </a:gridCol>
                <a:gridCol w="1485138">
                  <a:extLst>
                    <a:ext uri="{9D8B030D-6E8A-4147-A177-3AD203B41FA5}">
                      <a16:colId xmlns:a16="http://schemas.microsoft.com/office/drawing/2014/main" val="20005"/>
                    </a:ext>
                  </a:extLst>
                </a:gridCol>
              </a:tblGrid>
              <a:tr h="330890">
                <a:tc>
                  <a:txBody>
                    <a:bodyPr/>
                    <a:lstStyle/>
                    <a:p>
                      <a:r>
                        <a:rPr lang="en-IN" dirty="0"/>
                        <a:t>Term</a:t>
                      </a:r>
                    </a:p>
                  </a:txBody>
                  <a:tcPr anchor="ctr"/>
                </a:tc>
                <a:tc>
                  <a:txBody>
                    <a:bodyPr/>
                    <a:lstStyle/>
                    <a:p>
                      <a:r>
                        <a:rPr lang="en-IN" dirty="0"/>
                        <a:t>D1-tf</a:t>
                      </a:r>
                    </a:p>
                  </a:txBody>
                  <a:tcPr anchor="ctr"/>
                </a:tc>
                <a:tc>
                  <a:txBody>
                    <a:bodyPr/>
                    <a:lstStyle/>
                    <a:p>
                      <a:r>
                        <a:rPr lang="en-IN" dirty="0"/>
                        <a:t>D2-tf</a:t>
                      </a:r>
                    </a:p>
                  </a:txBody>
                  <a:tcPr anchor="ctr"/>
                </a:tc>
                <a:tc>
                  <a:txBody>
                    <a:bodyPr/>
                    <a:lstStyle/>
                    <a:p>
                      <a:r>
                        <a:rPr lang="en-IN" dirty="0"/>
                        <a:t>D3-tf</a:t>
                      </a:r>
                    </a:p>
                  </a:txBody>
                  <a:tcPr anchor="ctr"/>
                </a:tc>
                <a:tc>
                  <a:txBody>
                    <a:bodyPr/>
                    <a:lstStyle/>
                    <a:p>
                      <a:r>
                        <a:rPr lang="en-US" dirty="0" err="1"/>
                        <a:t>df</a:t>
                      </a:r>
                      <a:endParaRPr lang="en-IN" dirty="0"/>
                    </a:p>
                  </a:txBody>
                  <a:tcPr anchor="ctr"/>
                </a:tc>
                <a:tc>
                  <a:txBody>
                    <a:bodyPr/>
                    <a:lstStyle/>
                    <a:p>
                      <a:r>
                        <a:rPr lang="en-US" dirty="0"/>
                        <a:t>idf</a:t>
                      </a:r>
                      <a:endParaRPr lang="en-IN" dirty="0"/>
                    </a:p>
                  </a:txBody>
                  <a:tcPr anchor="ctr"/>
                </a:tc>
                <a:extLst>
                  <a:ext uri="{0D108BD9-81ED-4DB2-BD59-A6C34878D82A}">
                    <a16:rowId xmlns:a16="http://schemas.microsoft.com/office/drawing/2014/main" val="10000"/>
                  </a:ext>
                </a:extLst>
              </a:tr>
              <a:tr h="330890">
                <a:tc>
                  <a:txBody>
                    <a:bodyPr/>
                    <a:lstStyle/>
                    <a:p>
                      <a:r>
                        <a:rPr lang="en-IN"/>
                        <a:t>apple</a:t>
                      </a:r>
                    </a:p>
                  </a:txBody>
                  <a:tcPr anchor="ctr"/>
                </a:tc>
                <a:tc>
                  <a:txBody>
                    <a:bodyPr/>
                    <a:lstStyle/>
                    <a:p>
                      <a:r>
                        <a:rPr lang="en-IN" dirty="0"/>
                        <a:t>3</a:t>
                      </a:r>
                    </a:p>
                  </a:txBody>
                  <a:tcPr anchor="ctr"/>
                </a:tc>
                <a:tc>
                  <a:txBody>
                    <a:bodyPr/>
                    <a:lstStyle/>
                    <a:p>
                      <a:r>
                        <a:rPr lang="en-IN" dirty="0"/>
                        <a:t>0</a:t>
                      </a:r>
                    </a:p>
                  </a:txBody>
                  <a:tcPr anchor="ctr"/>
                </a:tc>
                <a:tc>
                  <a:txBody>
                    <a:bodyPr/>
                    <a:lstStyle/>
                    <a:p>
                      <a:r>
                        <a:rPr lang="en-IN" dirty="0"/>
                        <a:t>1</a:t>
                      </a:r>
                    </a:p>
                  </a:txBody>
                  <a:tcPr anchor="ctr"/>
                </a:tc>
                <a:tc>
                  <a:txBody>
                    <a:bodyPr/>
                    <a:lstStyle/>
                    <a:p>
                      <a:r>
                        <a:rPr lang="en-US" dirty="0"/>
                        <a:t>2</a:t>
                      </a:r>
                      <a:endParaRPr lang="en-IN" dirty="0"/>
                    </a:p>
                  </a:txBody>
                  <a:tcPr anchor="ctr"/>
                </a:tc>
                <a:tc>
                  <a:txBody>
                    <a:bodyPr/>
                    <a:lstStyle/>
                    <a:p>
                      <a:r>
                        <a:rPr lang="en-US" dirty="0"/>
                        <a:t>Log(3/2)</a:t>
                      </a:r>
                    </a:p>
                    <a:p>
                      <a:r>
                        <a:rPr lang="en-US" dirty="0"/>
                        <a:t>=0.17609</a:t>
                      </a:r>
                      <a:endParaRPr lang="en-IN" dirty="0"/>
                    </a:p>
                  </a:txBody>
                  <a:tcPr anchor="ctr"/>
                </a:tc>
                <a:extLst>
                  <a:ext uri="{0D108BD9-81ED-4DB2-BD59-A6C34878D82A}">
                    <a16:rowId xmlns:a16="http://schemas.microsoft.com/office/drawing/2014/main" val="10001"/>
                  </a:ext>
                </a:extLst>
              </a:tr>
              <a:tr h="579058">
                <a:tc>
                  <a:txBody>
                    <a:bodyPr/>
                    <a:lstStyle/>
                    <a:p>
                      <a:r>
                        <a:rPr lang="en-IN"/>
                        <a:t>banana</a:t>
                      </a:r>
                    </a:p>
                  </a:txBody>
                  <a:tcPr anchor="ctr"/>
                </a:tc>
                <a:tc>
                  <a:txBody>
                    <a:bodyPr/>
                    <a:lstStyle/>
                    <a:p>
                      <a:r>
                        <a:rPr lang="en-IN"/>
                        <a:t>1</a:t>
                      </a:r>
                    </a:p>
                  </a:txBody>
                  <a:tcPr anchor="ctr"/>
                </a:tc>
                <a:tc>
                  <a:txBody>
                    <a:bodyPr/>
                    <a:lstStyle/>
                    <a:p>
                      <a:r>
                        <a:rPr lang="en-IN" dirty="0"/>
                        <a:t>2</a:t>
                      </a:r>
                    </a:p>
                  </a:txBody>
                  <a:tcPr anchor="ctr"/>
                </a:tc>
                <a:tc>
                  <a:txBody>
                    <a:bodyPr/>
                    <a:lstStyle/>
                    <a:p>
                      <a:r>
                        <a:rPr lang="en-IN" dirty="0"/>
                        <a:t>0</a:t>
                      </a:r>
                    </a:p>
                  </a:txBody>
                  <a:tcPr anchor="ctr"/>
                </a:tc>
                <a:tc>
                  <a:txBody>
                    <a:bodyPr/>
                    <a:lstStyle/>
                    <a:p>
                      <a:r>
                        <a:rPr lang="en-US" dirty="0"/>
                        <a:t>2</a:t>
                      </a:r>
                      <a:endParaRPr lang="en-IN" dirty="0"/>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Log(3/2)</a:t>
                      </a:r>
                    </a:p>
                    <a:p>
                      <a:pPr marL="0" marR="0" lvl="0" indent="0" defTabSz="914400" eaLnBrk="1" fontAlgn="auto" latinLnBrk="0" hangingPunct="1">
                        <a:lnSpc>
                          <a:spcPct val="100000"/>
                        </a:lnSpc>
                        <a:spcBef>
                          <a:spcPts val="0"/>
                        </a:spcBef>
                        <a:spcAft>
                          <a:spcPts val="0"/>
                        </a:spcAft>
                        <a:buClrTx/>
                        <a:buSzTx/>
                        <a:buFontTx/>
                        <a:buNone/>
                        <a:tabLst/>
                        <a:defRPr/>
                      </a:pPr>
                      <a:r>
                        <a:rPr lang="en-US" dirty="0"/>
                        <a:t>0.17609</a:t>
                      </a:r>
                      <a:endParaRPr lang="en-IN" dirty="0"/>
                    </a:p>
                  </a:txBody>
                  <a:tcPr anchor="ctr"/>
                </a:tc>
                <a:extLst>
                  <a:ext uri="{0D108BD9-81ED-4DB2-BD59-A6C34878D82A}">
                    <a16:rowId xmlns:a16="http://schemas.microsoft.com/office/drawing/2014/main" val="10002"/>
                  </a:ext>
                </a:extLst>
              </a:tr>
            </a:tbl>
          </a:graphicData>
        </a:graphic>
      </p:graphicFrame>
      <p:pic>
        <p:nvPicPr>
          <p:cNvPr id="11" name="Picture 10">
            <a:extLst>
              <a:ext uri="{FF2B5EF4-FFF2-40B4-BE49-F238E27FC236}">
                <a16:creationId xmlns:a16="http://schemas.microsoft.com/office/drawing/2014/main" id="{9187375A-A9F1-2B48-A276-C402CDC5EC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2287" y="268692"/>
            <a:ext cx="2364220" cy="750988"/>
          </a:xfrm>
          <a:prstGeom prst="rect">
            <a:avLst/>
          </a:prstGeom>
          <a:ln>
            <a:solidFill>
              <a:srgbClr val="C00000"/>
            </a:solidFill>
          </a:ln>
        </p:spPr>
      </p:pic>
      <p:sp>
        <p:nvSpPr>
          <p:cNvPr id="13" name="Rectangle 12"/>
          <p:cNvSpPr/>
          <p:nvPr/>
        </p:nvSpPr>
        <p:spPr>
          <a:xfrm>
            <a:off x="-36024" y="4002991"/>
            <a:ext cx="3302680" cy="646331"/>
          </a:xfrm>
          <a:prstGeom prst="rect">
            <a:avLst/>
          </a:prstGeom>
        </p:spPr>
        <p:txBody>
          <a:bodyPr wrap="square">
            <a:spAutoFit/>
          </a:bodyPr>
          <a:lstStyle/>
          <a:p>
            <a:r>
              <a:rPr lang="en-US" dirty="0"/>
              <a:t>|D1| = 4, |D2| = 4, |D3| = 3</a:t>
            </a:r>
          </a:p>
          <a:p>
            <a:r>
              <a:rPr lang="en-US" dirty="0"/>
              <a:t>, |</a:t>
            </a:r>
            <a:r>
              <a:rPr lang="en-US" dirty="0" err="1"/>
              <a:t>D</a:t>
            </a:r>
            <a:r>
              <a:rPr lang="en-US" baseline="-25000" dirty="0" err="1"/>
              <a:t>avg</a:t>
            </a:r>
            <a:r>
              <a:rPr lang="en-US" dirty="0"/>
              <a:t>| = (4 + 4 + 3) / 3 = 3.67</a:t>
            </a:r>
          </a:p>
        </p:txBody>
      </p:sp>
      <p:pic>
        <p:nvPicPr>
          <p:cNvPr id="14" name="Picture 13"/>
          <p:cNvPicPr>
            <a:picLocks noChangeAspect="1"/>
          </p:cNvPicPr>
          <p:nvPr/>
        </p:nvPicPr>
        <p:blipFill>
          <a:blip r:embed="rId3"/>
          <a:stretch>
            <a:fillRect/>
          </a:stretch>
        </p:blipFill>
        <p:spPr>
          <a:xfrm>
            <a:off x="5465946" y="238948"/>
            <a:ext cx="3505122" cy="1101271"/>
          </a:xfrm>
          <a:prstGeom prst="rect">
            <a:avLst/>
          </a:prstGeom>
          <a:ln>
            <a:solidFill>
              <a:srgbClr val="C00000"/>
            </a:solidFill>
          </a:ln>
        </p:spPr>
      </p:pic>
      <p:graphicFrame>
        <p:nvGraphicFramePr>
          <p:cNvPr id="15" name="Table 14"/>
          <p:cNvGraphicFramePr>
            <a:graphicFrameLocks noGrp="1"/>
          </p:cNvGraphicFramePr>
          <p:nvPr>
            <p:extLst>
              <p:ext uri="{D42A27DB-BD31-4B8C-83A1-F6EECF244321}">
                <p14:modId xmlns:p14="http://schemas.microsoft.com/office/powerpoint/2010/main" val="835901065"/>
              </p:ext>
            </p:extLst>
          </p:nvPr>
        </p:nvGraphicFramePr>
        <p:xfrm>
          <a:off x="3982866" y="4421592"/>
          <a:ext cx="5195887" cy="1889636"/>
        </p:xfrm>
        <a:graphic>
          <a:graphicData uri="http://schemas.openxmlformats.org/drawingml/2006/table">
            <a:tbl>
              <a:tblPr>
                <a:tableStyleId>{616DA210-FB5B-4158-B5E0-FEB733F419BA}</a:tableStyleId>
              </a:tblPr>
              <a:tblGrid>
                <a:gridCol w="1004888">
                  <a:extLst>
                    <a:ext uri="{9D8B030D-6E8A-4147-A177-3AD203B41FA5}">
                      <a16:colId xmlns:a16="http://schemas.microsoft.com/office/drawing/2014/main" val="20000"/>
                    </a:ext>
                  </a:extLst>
                </a:gridCol>
                <a:gridCol w="1648627">
                  <a:extLst>
                    <a:ext uri="{9D8B030D-6E8A-4147-A177-3AD203B41FA5}">
                      <a16:colId xmlns:a16="http://schemas.microsoft.com/office/drawing/2014/main" val="20001"/>
                    </a:ext>
                  </a:extLst>
                </a:gridCol>
                <a:gridCol w="1259828">
                  <a:extLst>
                    <a:ext uri="{9D8B030D-6E8A-4147-A177-3AD203B41FA5}">
                      <a16:colId xmlns:a16="http://schemas.microsoft.com/office/drawing/2014/main" val="20002"/>
                    </a:ext>
                  </a:extLst>
                </a:gridCol>
                <a:gridCol w="1282544">
                  <a:extLst>
                    <a:ext uri="{9D8B030D-6E8A-4147-A177-3AD203B41FA5}">
                      <a16:colId xmlns:a16="http://schemas.microsoft.com/office/drawing/2014/main" val="20003"/>
                    </a:ext>
                  </a:extLst>
                </a:gridCol>
              </a:tblGrid>
              <a:tr h="330890">
                <a:tc>
                  <a:txBody>
                    <a:bodyPr/>
                    <a:lstStyle/>
                    <a:p>
                      <a:pPr algn="l"/>
                      <a:r>
                        <a:rPr lang="en-IN" sz="1800" dirty="0"/>
                        <a:t>Term</a:t>
                      </a:r>
                    </a:p>
                  </a:txBody>
                  <a:tcPr anchor="ctr"/>
                </a:tc>
                <a:tc>
                  <a:txBody>
                    <a:bodyPr/>
                    <a:lstStyle/>
                    <a:p>
                      <a:pPr algn="l"/>
                      <a:r>
                        <a:rPr lang="en-IN" sz="1800" dirty="0"/>
                        <a:t>D1-</a:t>
                      </a:r>
                      <a:r>
                        <a:rPr lang="en-IN" sz="1800" baseline="0" dirty="0"/>
                        <a:t> BM25</a:t>
                      </a:r>
                      <a:endParaRPr lang="en-IN" sz="1800" dirty="0"/>
                    </a:p>
                  </a:txBody>
                  <a:tcPr anchor="ctr"/>
                </a:tc>
                <a:tc>
                  <a:txBody>
                    <a:bodyPr/>
                    <a:lstStyle/>
                    <a:p>
                      <a:pPr algn="l"/>
                      <a:r>
                        <a:rPr lang="en-IN" sz="1800" dirty="0"/>
                        <a:t>D2-BM25</a:t>
                      </a:r>
                    </a:p>
                  </a:txBody>
                  <a:tcPr anchor="ctr"/>
                </a:tc>
                <a:tc>
                  <a:txBody>
                    <a:bodyPr/>
                    <a:lstStyle/>
                    <a:p>
                      <a:pPr algn="l"/>
                      <a:r>
                        <a:rPr lang="en-IN" sz="1800" dirty="0"/>
                        <a:t>D3-BM25</a:t>
                      </a:r>
                    </a:p>
                  </a:txBody>
                  <a:tcPr anchor="ctr"/>
                </a:tc>
                <a:extLst>
                  <a:ext uri="{0D108BD9-81ED-4DB2-BD59-A6C34878D82A}">
                    <a16:rowId xmlns:a16="http://schemas.microsoft.com/office/drawing/2014/main" val="10000"/>
                  </a:ext>
                </a:extLst>
              </a:tr>
              <a:tr h="330890">
                <a:tc>
                  <a:txBody>
                    <a:bodyPr/>
                    <a:lstStyle/>
                    <a:p>
                      <a:pPr algn="l"/>
                      <a:r>
                        <a:rPr lang="en-IN" sz="1800" dirty="0"/>
                        <a:t>apple</a:t>
                      </a:r>
                    </a:p>
                  </a:txBody>
                  <a:tcPr anchor="ctr"/>
                </a:tc>
                <a:tc>
                  <a:txBody>
                    <a:bodyPr/>
                    <a:lstStyle/>
                    <a:p>
                      <a:pPr algn="l" fontAlgn="ctr"/>
                      <a:r>
                        <a:rPr lang="en-IN" sz="1800" b="0" i="0" u="none" strike="noStrike" dirty="0">
                          <a:solidFill>
                            <a:srgbClr val="000000"/>
                          </a:solidFill>
                          <a:effectLst/>
                          <a:latin typeface="Calibri" panose="020F0502020204030204" pitchFamily="34" charset="0"/>
                        </a:rPr>
                        <a:t>0.11478541</a:t>
                      </a:r>
                    </a:p>
                  </a:txBody>
                  <a:tcPr marL="9525" marR="9525" marT="9525" marB="0" anchor="ctr"/>
                </a:tc>
                <a:tc>
                  <a:txBody>
                    <a:bodyPr/>
                    <a:lstStyle/>
                    <a:p>
                      <a:pPr algn="l" fontAlgn="ctr"/>
                      <a:r>
                        <a:rPr lang="en-IN" sz="1800" b="0" i="0" u="none" strike="noStrike">
                          <a:solidFill>
                            <a:srgbClr val="000000"/>
                          </a:solidFill>
                          <a:effectLst/>
                          <a:latin typeface="Calibri" panose="020F0502020204030204" pitchFamily="34" charset="0"/>
                        </a:rPr>
                        <a:t>0</a:t>
                      </a:r>
                    </a:p>
                  </a:txBody>
                  <a:tcPr marL="9525" marR="9525" marT="9525" marB="0" anchor="ctr"/>
                </a:tc>
                <a:tc>
                  <a:txBody>
                    <a:bodyPr/>
                    <a:lstStyle/>
                    <a:p>
                      <a:pPr algn="l" fontAlgn="ctr"/>
                      <a:r>
                        <a:rPr lang="en-IN" sz="1800" b="0" i="0" u="none" strike="noStrike" dirty="0">
                          <a:solidFill>
                            <a:srgbClr val="000000"/>
                          </a:solidFill>
                          <a:effectLst/>
                          <a:latin typeface="Calibri" panose="020F0502020204030204" pitchFamily="34" charset="0"/>
                        </a:rPr>
                        <a:t>0.07671302</a:t>
                      </a:r>
                    </a:p>
                  </a:txBody>
                  <a:tcPr marL="9525" marR="9525" marT="9525" marB="0" anchor="ctr"/>
                </a:tc>
                <a:extLst>
                  <a:ext uri="{0D108BD9-81ED-4DB2-BD59-A6C34878D82A}">
                    <a16:rowId xmlns:a16="http://schemas.microsoft.com/office/drawing/2014/main" val="10001"/>
                  </a:ext>
                </a:extLst>
              </a:tr>
              <a:tr h="579058">
                <a:tc>
                  <a:txBody>
                    <a:bodyPr/>
                    <a:lstStyle/>
                    <a:p>
                      <a:pPr marL="0" algn="l" fontAlgn="ctr"/>
                      <a:r>
                        <a:rPr lang="en-IN" sz="1800" b="0" i="0" u="none" strike="noStrike" dirty="0">
                          <a:solidFill>
                            <a:srgbClr val="000000"/>
                          </a:solidFill>
                          <a:effectLst/>
                          <a:latin typeface="Calibri" panose="020F0502020204030204" pitchFamily="34" charset="0"/>
                          <a:ea typeface="+mn-ea"/>
                          <a:cs typeface="+mn-cs"/>
                        </a:rPr>
                        <a:t>banana</a:t>
                      </a:r>
                    </a:p>
                  </a:txBody>
                  <a:tcPr anchor="ctr"/>
                </a:tc>
                <a:tc>
                  <a:txBody>
                    <a:bodyPr/>
                    <a:lstStyle/>
                    <a:p>
                      <a:pPr marL="0" algn="l" fontAlgn="ctr"/>
                      <a:r>
                        <a:rPr lang="en-IN" sz="1800" b="0" i="0" u="none" strike="noStrike" dirty="0">
                          <a:solidFill>
                            <a:srgbClr val="000000"/>
                          </a:solidFill>
                          <a:effectLst/>
                          <a:latin typeface="Calibri" panose="020F0502020204030204" pitchFamily="34" charset="0"/>
                          <a:ea typeface="+mn-ea"/>
                          <a:cs typeface="+mn-cs"/>
                        </a:rPr>
                        <a:t>0.06766826</a:t>
                      </a:r>
                    </a:p>
                  </a:txBody>
                  <a:tcPr marL="9525" marR="9525" marT="9525" marB="0" anchor="ctr"/>
                </a:tc>
                <a:tc>
                  <a:txBody>
                    <a:bodyPr/>
                    <a:lstStyle/>
                    <a:p>
                      <a:pPr marL="0" algn="l" fontAlgn="ctr"/>
                      <a:r>
                        <a:rPr lang="en-IN" sz="1800" b="0" i="0" u="none" strike="noStrike" dirty="0">
                          <a:solidFill>
                            <a:srgbClr val="000000"/>
                          </a:solidFill>
                          <a:effectLst/>
                          <a:latin typeface="Calibri" panose="020F0502020204030204" pitchFamily="34" charset="0"/>
                          <a:ea typeface="+mn-ea"/>
                          <a:cs typeface="+mn-cs"/>
                        </a:rPr>
                        <a:t>0.09776676</a:t>
                      </a:r>
                    </a:p>
                  </a:txBody>
                  <a:tcPr marL="9525" marR="9525" marT="9525" marB="0" anchor="ctr"/>
                </a:tc>
                <a:tc>
                  <a:txBody>
                    <a:bodyPr/>
                    <a:lstStyle/>
                    <a:p>
                      <a:pPr marL="0" algn="l" fontAlgn="ctr"/>
                      <a:r>
                        <a:rPr lang="en-IN" sz="1800" b="0" i="0" u="none" strike="noStrike" dirty="0">
                          <a:solidFill>
                            <a:srgbClr val="000000"/>
                          </a:solidFill>
                          <a:effectLst/>
                          <a:latin typeface="Calibri" panose="020F0502020204030204" pitchFamily="34" charset="0"/>
                          <a:ea typeface="+mn-ea"/>
                          <a:cs typeface="+mn-cs"/>
                        </a:rPr>
                        <a:t>0</a:t>
                      </a:r>
                    </a:p>
                  </a:txBody>
                  <a:tcPr marL="9525" marR="9525" marT="9525" marB="0" anchor="ctr"/>
                </a:tc>
                <a:extLst>
                  <a:ext uri="{0D108BD9-81ED-4DB2-BD59-A6C34878D82A}">
                    <a16:rowId xmlns:a16="http://schemas.microsoft.com/office/drawing/2014/main" val="10002"/>
                  </a:ext>
                </a:extLst>
              </a:tr>
              <a:tr h="579058">
                <a:tc>
                  <a:txBody>
                    <a:bodyPr/>
                    <a:lstStyle/>
                    <a:p>
                      <a:pPr marL="0" algn="l" fontAlgn="ctr"/>
                      <a:r>
                        <a:rPr lang="en-IN" sz="1800" b="0" i="0" u="none" strike="noStrike" dirty="0">
                          <a:solidFill>
                            <a:srgbClr val="000000"/>
                          </a:solidFill>
                          <a:effectLst/>
                          <a:latin typeface="Calibri" panose="020F0502020204030204" pitchFamily="34" charset="0"/>
                          <a:ea typeface="+mn-ea"/>
                          <a:cs typeface="+mn-cs"/>
                        </a:rPr>
                        <a:t>total</a:t>
                      </a:r>
                    </a:p>
                  </a:txBody>
                  <a:tcPr marL="9525" marR="9525" marT="9525" marB="0" anchor="ctr"/>
                </a:tc>
                <a:tc>
                  <a:txBody>
                    <a:bodyPr/>
                    <a:lstStyle/>
                    <a:p>
                      <a:pPr marL="0" algn="l" fontAlgn="ctr"/>
                      <a:r>
                        <a:rPr lang="en-IN" sz="1800" b="0" i="0" u="none" strike="noStrike" dirty="0">
                          <a:solidFill>
                            <a:srgbClr val="000000"/>
                          </a:solidFill>
                          <a:effectLst/>
                          <a:highlight>
                            <a:srgbClr val="FFFF00"/>
                          </a:highlight>
                          <a:latin typeface="Calibri" panose="020F0502020204030204" pitchFamily="34" charset="0"/>
                          <a:ea typeface="+mn-ea"/>
                          <a:cs typeface="+mn-cs"/>
                        </a:rPr>
                        <a:t>0.18245367</a:t>
                      </a:r>
                    </a:p>
                  </a:txBody>
                  <a:tcPr marL="9525" marR="9525" marT="9525" marB="0" anchor="b"/>
                </a:tc>
                <a:tc>
                  <a:txBody>
                    <a:bodyPr/>
                    <a:lstStyle/>
                    <a:p>
                      <a:pPr marL="0" algn="l" fontAlgn="ctr"/>
                      <a:r>
                        <a:rPr lang="en-IN" sz="1800" b="0" i="0" u="none" strike="noStrike" dirty="0">
                          <a:solidFill>
                            <a:srgbClr val="000000"/>
                          </a:solidFill>
                          <a:effectLst/>
                          <a:latin typeface="Calibri" panose="020F0502020204030204" pitchFamily="34" charset="0"/>
                          <a:ea typeface="+mn-ea"/>
                          <a:cs typeface="+mn-cs"/>
                        </a:rPr>
                        <a:t>0.09776676</a:t>
                      </a:r>
                    </a:p>
                  </a:txBody>
                  <a:tcPr marL="9525" marR="9525" marT="9525" marB="0" anchor="b"/>
                </a:tc>
                <a:tc>
                  <a:txBody>
                    <a:bodyPr/>
                    <a:lstStyle/>
                    <a:p>
                      <a:pPr marL="0" algn="l" fontAlgn="ctr"/>
                      <a:r>
                        <a:rPr lang="en-IN" sz="1800" b="0" i="0" u="none" strike="noStrike" dirty="0">
                          <a:solidFill>
                            <a:srgbClr val="000000"/>
                          </a:solidFill>
                          <a:effectLst/>
                          <a:latin typeface="Calibri" panose="020F0502020204030204" pitchFamily="34" charset="0"/>
                          <a:ea typeface="+mn-ea"/>
                          <a:cs typeface="+mn-cs"/>
                        </a:rPr>
                        <a:t>0.07671302</a:t>
                      </a:r>
                    </a:p>
                  </a:txBody>
                  <a:tcPr marL="9525" marR="9525" marT="9525" marB="0" anchor="b"/>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6" name="TextBox 15"/>
              <p:cNvSpPr txBox="1"/>
              <p:nvPr/>
            </p:nvSpPr>
            <p:spPr>
              <a:xfrm>
                <a:off x="3337668" y="3530397"/>
                <a:ext cx="5714641" cy="842090"/>
              </a:xfrm>
              <a:prstGeom prst="rect">
                <a:avLst/>
              </a:prstGeom>
              <a:noFill/>
            </p:spPr>
            <p:txBody>
              <a:bodyPr wrap="none" lIns="0" tIns="0" rIns="0" bIns="0" rtlCol="0">
                <a:spAutoFit/>
              </a:bodyPr>
              <a:lstStyle/>
              <a:p>
                <a:r>
                  <a:rPr lang="en-US" dirty="0"/>
                  <a:t>apple score : </a:t>
                </a:r>
                <a14:m>
                  <m:oMath xmlns:m="http://schemas.openxmlformats.org/officeDocument/2006/math">
                    <m:r>
                      <m:rPr>
                        <m:nor/>
                      </m:rPr>
                      <a:rPr lang="en-US" b="0" i="0" dirty="0" smtClean="0"/>
                      <m:t>D</m:t>
                    </m:r>
                    <m:r>
                      <m:rPr>
                        <m:nor/>
                      </m:rPr>
                      <a:rPr lang="en-US" b="0" i="0" dirty="0" smtClean="0"/>
                      <m:t>1−</m:t>
                    </m:r>
                    <m:r>
                      <m:rPr>
                        <m:nor/>
                      </m:rPr>
                      <a:rPr lang="en-US" b="0" i="0" dirty="0" smtClean="0"/>
                      <m:t>BM</m:t>
                    </m:r>
                    <m:r>
                      <m:rPr>
                        <m:nor/>
                      </m:rPr>
                      <a:rPr lang="en-US" b="0" i="0" dirty="0" smtClean="0"/>
                      <m:t>25=0.17609 </m:t>
                    </m:r>
                    <m:r>
                      <a:rPr lang="en-US" i="1" baseline="0" dirty="0" smtClean="0">
                        <a:latin typeface="Cambria Math" panose="02040503050406030204" pitchFamily="18" charset="0"/>
                        <a:ea typeface="Cambria Math" panose="02040503050406030204" pitchFamily="18" charset="0"/>
                      </a:rPr>
                      <m:t>×</m:t>
                    </m:r>
                    <m:f>
                      <m:fPr>
                        <m:ctrlPr>
                          <a:rPr lang="en-US" i="1" baseline="0" dirty="0" smtClean="0">
                            <a:latin typeface="Cambria Math" panose="02040503050406030204" pitchFamily="18" charset="0"/>
                            <a:ea typeface="Cambria Math" panose="02040503050406030204" pitchFamily="18" charset="0"/>
                          </a:rPr>
                        </m:ctrlPr>
                      </m:fPr>
                      <m:num>
                        <m:r>
                          <a:rPr lang="en-US" b="0" i="1" baseline="0" dirty="0" smtClean="0">
                            <a:latin typeface="Cambria Math" panose="02040503050406030204" pitchFamily="18" charset="0"/>
                            <a:ea typeface="Cambria Math" panose="02040503050406030204" pitchFamily="18" charset="0"/>
                          </a:rPr>
                          <m:t>3</m:t>
                        </m:r>
                      </m:num>
                      <m:den>
                        <m:r>
                          <a:rPr lang="en-US" b="0" i="1" baseline="0" dirty="0" smtClean="0">
                            <a:latin typeface="Cambria Math" panose="02040503050406030204" pitchFamily="18" charset="0"/>
                            <a:ea typeface="Cambria Math" panose="02040503050406030204" pitchFamily="18" charset="0"/>
                          </a:rPr>
                          <m:t>1.5</m:t>
                        </m:r>
                        <m:d>
                          <m:dPr>
                            <m:ctrlPr>
                              <a:rPr lang="en-US" b="0" i="1" baseline="0" dirty="0" smtClean="0">
                                <a:latin typeface="Cambria Math" panose="02040503050406030204" pitchFamily="18" charset="0"/>
                                <a:ea typeface="Cambria Math" panose="02040503050406030204" pitchFamily="18" charset="0"/>
                              </a:rPr>
                            </m:ctrlPr>
                          </m:dPr>
                          <m:e>
                            <m:r>
                              <a:rPr lang="en-US" b="0" i="1" baseline="0" dirty="0" smtClean="0">
                                <a:latin typeface="Cambria Math" panose="02040503050406030204" pitchFamily="18" charset="0"/>
                                <a:ea typeface="Cambria Math" panose="02040503050406030204" pitchFamily="18" charset="0"/>
                              </a:rPr>
                              <m:t>1−0.75+0.75</m:t>
                            </m:r>
                            <m:d>
                              <m:dPr>
                                <m:ctrlPr>
                                  <a:rPr lang="en-US" b="0" i="1" baseline="0" dirty="0" smtClean="0">
                                    <a:latin typeface="Cambria Math" panose="02040503050406030204" pitchFamily="18" charset="0"/>
                                    <a:ea typeface="Cambria Math" panose="02040503050406030204" pitchFamily="18" charset="0"/>
                                  </a:rPr>
                                </m:ctrlPr>
                              </m:dPr>
                              <m:e>
                                <m:f>
                                  <m:fPr>
                                    <m:ctrlPr>
                                      <a:rPr lang="en-US" b="0" i="1" baseline="0" dirty="0" smtClean="0">
                                        <a:latin typeface="Cambria Math" panose="02040503050406030204" pitchFamily="18" charset="0"/>
                                        <a:ea typeface="Cambria Math" panose="02040503050406030204" pitchFamily="18" charset="0"/>
                                      </a:rPr>
                                    </m:ctrlPr>
                                  </m:fPr>
                                  <m:num>
                                    <m:r>
                                      <a:rPr lang="en-US" b="0" i="1" baseline="0" dirty="0" smtClean="0">
                                        <a:latin typeface="Cambria Math" panose="02040503050406030204" pitchFamily="18" charset="0"/>
                                        <a:ea typeface="Cambria Math" panose="02040503050406030204" pitchFamily="18" charset="0"/>
                                      </a:rPr>
                                      <m:t>4</m:t>
                                    </m:r>
                                  </m:num>
                                  <m:den>
                                    <m:r>
                                      <a:rPr lang="en-US" b="0" i="1" baseline="0" dirty="0" smtClean="0">
                                        <a:latin typeface="Cambria Math" panose="02040503050406030204" pitchFamily="18" charset="0"/>
                                        <a:ea typeface="Cambria Math" panose="02040503050406030204" pitchFamily="18" charset="0"/>
                                      </a:rPr>
                                      <m:t>3.67</m:t>
                                    </m:r>
                                  </m:den>
                                </m:f>
                              </m:e>
                            </m:d>
                          </m:e>
                        </m:d>
                        <m:r>
                          <a:rPr lang="en-US" b="0" i="1" baseline="0" dirty="0" smtClean="0">
                            <a:latin typeface="Cambria Math" panose="02040503050406030204" pitchFamily="18" charset="0"/>
                            <a:ea typeface="Cambria Math" panose="02040503050406030204" pitchFamily="18" charset="0"/>
                          </a:rPr>
                          <m:t>+3</m:t>
                        </m:r>
                      </m:den>
                    </m:f>
                  </m:oMath>
                </a14:m>
                <a:endParaRPr lang="en-IN" dirty="0"/>
              </a:p>
              <a:p>
                <a:endParaRPr lang="en-IN" dirty="0"/>
              </a:p>
            </p:txBody>
          </p:sp>
        </mc:Choice>
        <mc:Fallback xmlns="">
          <p:sp>
            <p:nvSpPr>
              <p:cNvPr id="16" name="TextBox 15"/>
              <p:cNvSpPr txBox="1">
                <a:spLocks noRot="1" noChangeAspect="1" noMove="1" noResize="1" noEditPoints="1" noAdjustHandles="1" noChangeArrowheads="1" noChangeShapeType="1" noTextEdit="1"/>
              </p:cNvSpPr>
              <p:nvPr/>
            </p:nvSpPr>
            <p:spPr>
              <a:xfrm>
                <a:off x="3337668" y="3530397"/>
                <a:ext cx="5714641" cy="842090"/>
              </a:xfrm>
              <a:prstGeom prst="rect">
                <a:avLst/>
              </a:prstGeom>
              <a:blipFill rotWithShape="0">
                <a:blip r:embed="rId4"/>
                <a:stretch>
                  <a:fillRect l="-2561" t="-2899" r="-1174"/>
                </a:stretch>
              </a:blipFill>
            </p:spPr>
            <p:txBody>
              <a:bodyPr/>
              <a:lstStyle/>
              <a:p>
                <a:r>
                  <a:rPr lang="en-IN">
                    <a:noFill/>
                  </a:rPr>
                  <a:t> </a:t>
                </a:r>
              </a:p>
            </p:txBody>
          </p:sp>
        </mc:Fallback>
      </mc:AlternateContent>
      <p:sp>
        <p:nvSpPr>
          <p:cNvPr id="4" name="Rectangle 3"/>
          <p:cNvSpPr/>
          <p:nvPr/>
        </p:nvSpPr>
        <p:spPr>
          <a:xfrm>
            <a:off x="296786" y="5347825"/>
            <a:ext cx="2886043" cy="1200329"/>
          </a:xfrm>
          <a:prstGeom prst="rect">
            <a:avLst/>
          </a:prstGeom>
          <a:solidFill>
            <a:schemeClr val="accent2">
              <a:lumMod val="40000"/>
              <a:lumOff val="60000"/>
            </a:schemeClr>
          </a:solidFill>
        </p:spPr>
        <p:txBody>
          <a:bodyPr wrap="square">
            <a:spAutoFit/>
          </a:bodyPr>
          <a:lstStyle/>
          <a:p>
            <a:r>
              <a:rPr lang="en-US" b="1" i="0" dirty="0">
                <a:effectLst/>
                <a:latin typeface="fkGroteskNeue"/>
              </a:rPr>
              <a:t> Document D1 is the most relevant to the query “apple banana” according to BM25</a:t>
            </a:r>
            <a:endParaRPr lang="en-IN" b="1" dirty="0"/>
          </a:p>
        </p:txBody>
      </p:sp>
      <p:sp>
        <p:nvSpPr>
          <p:cNvPr id="6" name="TextBox 5">
            <a:extLst>
              <a:ext uri="{FF2B5EF4-FFF2-40B4-BE49-F238E27FC236}">
                <a16:creationId xmlns:a16="http://schemas.microsoft.com/office/drawing/2014/main" id="{703B2421-3C6E-6FD1-5E95-4B4D74601D10}"/>
              </a:ext>
            </a:extLst>
          </p:cNvPr>
          <p:cNvSpPr txBox="1"/>
          <p:nvPr/>
        </p:nvSpPr>
        <p:spPr>
          <a:xfrm>
            <a:off x="193868" y="4885443"/>
            <a:ext cx="3642842" cy="369332"/>
          </a:xfrm>
          <a:prstGeom prst="rect">
            <a:avLst/>
          </a:prstGeom>
          <a:noFill/>
        </p:spPr>
        <p:txBody>
          <a:bodyPr wrap="square">
            <a:spAutoFit/>
          </a:bodyPr>
          <a:lstStyle/>
          <a:p>
            <a:r>
              <a:rPr lang="en-IN" dirty="0">
                <a:highlight>
                  <a:srgbClr val="FFFF00"/>
                </a:highlight>
              </a:rPr>
              <a:t>Rank: D1 &gt; D3 &gt; D2. Take top-k.</a:t>
            </a:r>
          </a:p>
        </p:txBody>
      </p:sp>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F9AA91F6-7726-2CE4-FDC3-AEE82A412C7A}"/>
                  </a:ext>
                </a:extLst>
              </p14:cNvPr>
              <p14:cNvContentPartPr/>
              <p14:nvPr/>
            </p14:nvContentPartPr>
            <p14:xfrm>
              <a:off x="817200" y="750960"/>
              <a:ext cx="8023320" cy="5757120"/>
            </p14:xfrm>
          </p:contentPart>
        </mc:Choice>
        <mc:Fallback>
          <p:pic>
            <p:nvPicPr>
              <p:cNvPr id="5" name="Ink 4">
                <a:extLst>
                  <a:ext uri="{FF2B5EF4-FFF2-40B4-BE49-F238E27FC236}">
                    <a16:creationId xmlns:a16="http://schemas.microsoft.com/office/drawing/2014/main" id="{F9AA91F6-7726-2CE4-FDC3-AEE82A412C7A}"/>
                  </a:ext>
                </a:extLst>
              </p:cNvPr>
              <p:cNvPicPr/>
              <p:nvPr/>
            </p:nvPicPr>
            <p:blipFill>
              <a:blip r:embed="rId6"/>
              <a:stretch>
                <a:fillRect/>
              </a:stretch>
            </p:blipFill>
            <p:spPr>
              <a:xfrm>
                <a:off x="807840" y="741600"/>
                <a:ext cx="8042040" cy="5775840"/>
              </a:xfrm>
              <a:prstGeom prst="rect">
                <a:avLst/>
              </a:prstGeom>
            </p:spPr>
          </p:pic>
        </mc:Fallback>
      </mc:AlternateContent>
    </p:spTree>
    <p:extLst>
      <p:ext uri="{BB962C8B-B14F-4D97-AF65-F5344CB8AC3E}">
        <p14:creationId xmlns:p14="http://schemas.microsoft.com/office/powerpoint/2010/main" val="4291433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5DA2B-1A88-2029-7B8B-BCE244DA7D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A7A1E8-E5BF-C8FC-72A1-42F86C13B1BC}"/>
              </a:ext>
            </a:extLst>
          </p:cNvPr>
          <p:cNvSpPr>
            <a:spLocks noGrp="1"/>
          </p:cNvSpPr>
          <p:nvPr>
            <p:ph type="title"/>
          </p:nvPr>
        </p:nvSpPr>
        <p:spPr/>
        <p:txBody>
          <a:bodyPr>
            <a:normAutofit/>
          </a:bodyPr>
          <a:lstStyle/>
          <a:p>
            <a:r>
              <a:rPr lang="en-US" sz="3000" dirty="0"/>
              <a:t>Dense retrieval </a:t>
            </a:r>
            <a:r>
              <a:rPr lang="en-US" sz="3200" dirty="0">
                <a:solidFill>
                  <a:srgbClr val="1F3864"/>
                </a:solidFill>
                <a:latin typeface="Georgia" pitchFamily="34" charset="0"/>
                <a:ea typeface="Georgia" pitchFamily="34" charset="-122"/>
                <a:cs typeface="Georgia" pitchFamily="34" charset="-120"/>
              </a:rPr>
              <a:t>bi-encoder (DPR)</a:t>
            </a:r>
            <a:endParaRPr lang="en-US" sz="3000" dirty="0"/>
          </a:p>
        </p:txBody>
      </p:sp>
      <p:pic>
        <p:nvPicPr>
          <p:cNvPr id="5" name="Picture 4"/>
          <p:cNvPicPr>
            <a:picLocks noChangeAspect="1"/>
          </p:cNvPicPr>
          <p:nvPr/>
        </p:nvPicPr>
        <p:blipFill>
          <a:blip r:embed="rId3"/>
          <a:stretch>
            <a:fillRect/>
          </a:stretch>
        </p:blipFill>
        <p:spPr>
          <a:xfrm>
            <a:off x="228600" y="1332320"/>
            <a:ext cx="6560707" cy="5281784"/>
          </a:xfrm>
          <a:prstGeom prst="rect">
            <a:avLst/>
          </a:prstGeom>
        </p:spPr>
      </p:pic>
      <p:pic>
        <p:nvPicPr>
          <p:cNvPr id="6" name="Picture 5"/>
          <p:cNvPicPr>
            <a:picLocks noChangeAspect="1"/>
          </p:cNvPicPr>
          <p:nvPr/>
        </p:nvPicPr>
        <p:blipFill>
          <a:blip r:embed="rId4"/>
          <a:stretch>
            <a:fillRect/>
          </a:stretch>
        </p:blipFill>
        <p:spPr>
          <a:xfrm>
            <a:off x="5867400" y="1332320"/>
            <a:ext cx="2714908" cy="1235283"/>
          </a:xfrm>
          <a:prstGeom prst="rect">
            <a:avLst/>
          </a:prstGeom>
          <a:ln>
            <a:solidFill>
              <a:srgbClr val="FF0000"/>
            </a:solidFill>
          </a:ln>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4B3BB496-B113-E699-B1A8-C7823957E3A8}"/>
                  </a:ext>
                </a:extLst>
              </p14:cNvPr>
              <p14:cNvContentPartPr/>
              <p14:nvPr/>
            </p14:nvContentPartPr>
            <p14:xfrm>
              <a:off x="178560" y="699480"/>
              <a:ext cx="6962760" cy="5875200"/>
            </p14:xfrm>
          </p:contentPart>
        </mc:Choice>
        <mc:Fallback>
          <p:pic>
            <p:nvPicPr>
              <p:cNvPr id="3" name="Ink 2">
                <a:extLst>
                  <a:ext uri="{FF2B5EF4-FFF2-40B4-BE49-F238E27FC236}">
                    <a16:creationId xmlns:a16="http://schemas.microsoft.com/office/drawing/2014/main" id="{4B3BB496-B113-E699-B1A8-C7823957E3A8}"/>
                  </a:ext>
                </a:extLst>
              </p:cNvPr>
              <p:cNvPicPr/>
              <p:nvPr/>
            </p:nvPicPr>
            <p:blipFill>
              <a:blip r:embed="rId6"/>
              <a:stretch>
                <a:fillRect/>
              </a:stretch>
            </p:blipFill>
            <p:spPr>
              <a:xfrm>
                <a:off x="169200" y="690120"/>
                <a:ext cx="6981480" cy="5893920"/>
              </a:xfrm>
              <a:prstGeom prst="rect">
                <a:avLst/>
              </a:prstGeom>
            </p:spPr>
          </p:pic>
        </mc:Fallback>
      </mc:AlternateContent>
    </p:spTree>
    <p:extLst>
      <p:ext uri="{BB962C8B-B14F-4D97-AF65-F5344CB8AC3E}">
        <p14:creationId xmlns:p14="http://schemas.microsoft.com/office/powerpoint/2010/main" val="6463411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EF37B1-DAB4-54AB-FE98-45A46E21E9AA}"/>
              </a:ext>
            </a:extLst>
          </p:cNvPr>
          <p:cNvSpPr>
            <a:spLocks noGrp="1"/>
          </p:cNvSpPr>
          <p:nvPr>
            <p:ph idx="10"/>
          </p:nvPr>
        </p:nvSpPr>
        <p:spPr>
          <a:xfrm>
            <a:off x="76200" y="1524000"/>
            <a:ext cx="9067800" cy="5181600"/>
          </a:xfrm>
        </p:spPr>
        <p:txBody>
          <a:bodyPr>
            <a:normAutofit lnSpcReduction="10000"/>
          </a:bodyPr>
          <a:lstStyle/>
          <a:p>
            <a:pPr marL="342900" indent="-342900">
              <a:buFont typeface="Arial" panose="020B0604020202020204" pitchFamily="34" charset="0"/>
              <a:buChar char="•"/>
            </a:pPr>
            <a:r>
              <a:rPr lang="en-IN" b="1" dirty="0"/>
              <a:t>Cross-encoder alternative</a:t>
            </a:r>
            <a:r>
              <a:rPr lang="en-IN" dirty="0"/>
              <a:t>: BERT sees “[CLS] query [SEP] doc [SEP]” jointly </a:t>
            </a:r>
          </a:p>
          <a:p>
            <a:pPr marL="800100" lvl="1" indent="-342900">
              <a:buFont typeface="Arial" panose="020B0604020202020204" pitchFamily="34" charset="0"/>
              <a:buChar char="•"/>
            </a:pPr>
            <a:r>
              <a:rPr lang="en-IN" dirty="0"/>
              <a:t>Must re-run for every (query, doc) pair at query time</a:t>
            </a:r>
          </a:p>
          <a:p>
            <a:pPr marL="800100" lvl="1" indent="-342900">
              <a:buFont typeface="Arial" panose="020B0604020202020204" pitchFamily="34" charset="0"/>
              <a:buChar char="•"/>
            </a:pPr>
            <a:r>
              <a:rPr lang="en-IN" dirty="0"/>
              <a:t>O(N) BERT passes per query</a:t>
            </a:r>
          </a:p>
          <a:p>
            <a:pPr marL="342900" indent="-342900">
              <a:buFont typeface="Arial" panose="020B0604020202020204" pitchFamily="34" charset="0"/>
              <a:buChar char="•"/>
            </a:pPr>
            <a:r>
              <a:rPr lang="en-IN" b="1" dirty="0"/>
              <a:t>Bi-encoder (DPR)</a:t>
            </a:r>
            <a:r>
              <a:rPr lang="en-IN" dirty="0"/>
              <a:t>: query and doc encoded </a:t>
            </a:r>
            <a:r>
              <a:rPr lang="en-IN" b="1" dirty="0"/>
              <a:t>independently</a:t>
            </a:r>
            <a:r>
              <a:rPr lang="en-IN" dirty="0"/>
              <a:t> — doc vectors precomputed once, query encoded fresh each time</a:t>
            </a:r>
          </a:p>
          <a:p>
            <a:pPr marL="800100" lvl="1" indent="-342900">
              <a:buFont typeface="Arial" panose="020B0604020202020204" pitchFamily="34" charset="0"/>
              <a:buChar char="•"/>
            </a:pPr>
            <a:r>
              <a:rPr lang="en-IN" dirty="0"/>
              <a:t> </a:t>
            </a:r>
            <a:r>
              <a:rPr lang="en-IN" b="1" dirty="0"/>
              <a:t>Score</a:t>
            </a:r>
            <a:r>
              <a:rPr lang="en-IN" dirty="0"/>
              <a:t>: s(q, d) = </a:t>
            </a:r>
            <a:r>
              <a:rPr lang="en-IN" dirty="0" err="1"/>
              <a:t>z</a:t>
            </a:r>
            <a:r>
              <a:rPr lang="en-IN" baseline="-25000" dirty="0" err="1"/>
              <a:t>q</a:t>
            </a:r>
            <a:r>
              <a:rPr lang="en-IN" dirty="0"/>
              <a:t> · </a:t>
            </a:r>
            <a:r>
              <a:rPr lang="en-IN" dirty="0" err="1"/>
              <a:t>z</a:t>
            </a:r>
            <a:r>
              <a:rPr lang="en-IN" baseline="-25000" dirty="0" err="1"/>
              <a:t>d</a:t>
            </a:r>
            <a:r>
              <a:rPr lang="en-IN" dirty="0"/>
              <a:t> — a dot product</a:t>
            </a:r>
          </a:p>
          <a:p>
            <a:pPr marL="800100" lvl="1" indent="-342900">
              <a:buFont typeface="Arial" panose="020B0604020202020204" pitchFamily="34" charset="0"/>
              <a:buChar char="•"/>
            </a:pPr>
            <a:r>
              <a:rPr lang="en-IN" dirty="0"/>
              <a:t> O(1) per candidate</a:t>
            </a:r>
          </a:p>
          <a:p>
            <a:pPr marL="800100" lvl="1" indent="-342900">
              <a:buFont typeface="Arial" panose="020B0604020202020204" pitchFamily="34" charset="0"/>
              <a:buChar char="•"/>
            </a:pPr>
            <a:r>
              <a:rPr lang="en-IN" dirty="0"/>
              <a:t> </a:t>
            </a:r>
            <a:r>
              <a:rPr lang="en-IN" b="1" dirty="0"/>
              <a:t>Result</a:t>
            </a:r>
            <a:r>
              <a:rPr lang="en-IN" dirty="0"/>
              <a:t>: retrieval becomes ANN search over precomputed vectors (HNSW/IVF), not BERT inference</a:t>
            </a:r>
          </a:p>
          <a:p>
            <a:pPr marL="342900" indent="-342900">
              <a:buFont typeface="Arial" panose="020B0604020202020204" pitchFamily="34" charset="0"/>
              <a:buChar char="•"/>
            </a:pPr>
            <a:r>
              <a:rPr lang="en-IN" b="1" dirty="0"/>
              <a:t>Cross-encoders</a:t>
            </a:r>
            <a:r>
              <a:rPr lang="en-IN" dirty="0"/>
              <a:t> are used as </a:t>
            </a:r>
            <a:r>
              <a:rPr lang="en-IN" b="1" dirty="0" err="1"/>
              <a:t>rerankers</a:t>
            </a:r>
            <a:r>
              <a:rPr lang="en-IN" dirty="0"/>
              <a:t> (10s of candidates, high quality per pair) </a:t>
            </a:r>
          </a:p>
          <a:p>
            <a:pPr marL="342900" indent="-342900">
              <a:buFont typeface="Arial" panose="020B0604020202020204" pitchFamily="34" charset="0"/>
              <a:buChar char="•"/>
            </a:pPr>
            <a:r>
              <a:rPr lang="en-IN" b="1" dirty="0"/>
              <a:t>Bi-encoders</a:t>
            </a:r>
            <a:r>
              <a:rPr lang="en-IN" dirty="0"/>
              <a:t> are used as </a:t>
            </a:r>
            <a:r>
              <a:rPr lang="en-IN" b="1" dirty="0"/>
              <a:t>retrievers</a:t>
            </a:r>
            <a:r>
              <a:rPr lang="en-IN" dirty="0"/>
              <a:t> (millions of candidates, cheap per pair)</a:t>
            </a:r>
          </a:p>
        </p:txBody>
      </p:sp>
      <p:sp>
        <p:nvSpPr>
          <p:cNvPr id="3" name="Title 2">
            <a:extLst>
              <a:ext uri="{FF2B5EF4-FFF2-40B4-BE49-F238E27FC236}">
                <a16:creationId xmlns:a16="http://schemas.microsoft.com/office/drawing/2014/main" id="{6F0DDA0A-1D34-01F6-4A08-246B71E2EE6A}"/>
              </a:ext>
            </a:extLst>
          </p:cNvPr>
          <p:cNvSpPr>
            <a:spLocks noGrp="1"/>
          </p:cNvSpPr>
          <p:nvPr>
            <p:ph type="title"/>
          </p:nvPr>
        </p:nvSpPr>
        <p:spPr/>
        <p:txBody>
          <a:bodyPr/>
          <a:lstStyle/>
          <a:p>
            <a:r>
              <a:rPr lang="en-US" dirty="0"/>
              <a:t>Dense retrieval </a:t>
            </a:r>
            <a:r>
              <a:rPr lang="en-US" dirty="0">
                <a:solidFill>
                  <a:srgbClr val="1F3864"/>
                </a:solidFill>
                <a:latin typeface="Georgia" pitchFamily="34" charset="0"/>
                <a:ea typeface="Georgia" pitchFamily="34" charset="-122"/>
                <a:cs typeface="Georgia" pitchFamily="34" charset="-120"/>
              </a:rPr>
              <a:t>bi-encoder (DPR)</a:t>
            </a:r>
            <a:endParaRPr lang="en-IN"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48CF926-0FC5-026E-B7EB-A53FA4ACC926}"/>
                  </a:ext>
                </a:extLst>
              </p14:cNvPr>
              <p14:cNvContentPartPr/>
              <p14:nvPr/>
            </p14:nvContentPartPr>
            <p14:xfrm>
              <a:off x="456840" y="4840560"/>
              <a:ext cx="4233240" cy="504720"/>
            </p14:xfrm>
          </p:contentPart>
        </mc:Choice>
        <mc:Fallback>
          <p:pic>
            <p:nvPicPr>
              <p:cNvPr id="4" name="Ink 3">
                <a:extLst>
                  <a:ext uri="{FF2B5EF4-FFF2-40B4-BE49-F238E27FC236}">
                    <a16:creationId xmlns:a16="http://schemas.microsoft.com/office/drawing/2014/main" id="{448CF926-0FC5-026E-B7EB-A53FA4ACC926}"/>
                  </a:ext>
                </a:extLst>
              </p:cNvPr>
              <p:cNvPicPr/>
              <p:nvPr/>
            </p:nvPicPr>
            <p:blipFill>
              <a:blip r:embed="rId3"/>
              <a:stretch>
                <a:fillRect/>
              </a:stretch>
            </p:blipFill>
            <p:spPr>
              <a:xfrm>
                <a:off x="447480" y="4831200"/>
                <a:ext cx="4251960" cy="523440"/>
              </a:xfrm>
              <a:prstGeom prst="rect">
                <a:avLst/>
              </a:prstGeom>
            </p:spPr>
          </p:pic>
        </mc:Fallback>
      </mc:AlternateContent>
    </p:spTree>
    <p:extLst>
      <p:ext uri="{BB962C8B-B14F-4D97-AF65-F5344CB8AC3E}">
        <p14:creationId xmlns:p14="http://schemas.microsoft.com/office/powerpoint/2010/main" val="13106741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C9D24-08D4-109F-59DC-84896C42C67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2B2A8E-AE18-3AF2-E9EF-BCB92D3F4CBE}"/>
              </a:ext>
            </a:extLst>
          </p:cNvPr>
          <p:cNvSpPr>
            <a:spLocks noGrp="1"/>
          </p:cNvSpPr>
          <p:nvPr>
            <p:ph idx="10"/>
          </p:nvPr>
        </p:nvSpPr>
        <p:spPr>
          <a:xfrm>
            <a:off x="7513" y="1371600"/>
            <a:ext cx="9136487" cy="5312776"/>
          </a:xfrm>
        </p:spPr>
        <p:txBody>
          <a:bodyPr>
            <a:normAutofit/>
          </a:bodyPr>
          <a:lstStyle/>
          <a:p>
            <a:pPr marL="342900" indent="-342900">
              <a:lnSpc>
                <a:spcPct val="110000"/>
              </a:lnSpc>
              <a:buFont typeface="Arial" panose="020B0604020202020204" pitchFamily="34" charset="0"/>
              <a:buChar char="•"/>
            </a:pPr>
            <a:r>
              <a:rPr lang="en-US" sz="2000" b="1" dirty="0">
                <a:solidFill>
                  <a:schemeClr val="tx1"/>
                </a:solidFill>
                <a:highlight>
                  <a:srgbClr val="FFFF00"/>
                </a:highlight>
              </a:rPr>
              <a:t>Indexing</a:t>
            </a:r>
            <a:r>
              <a:rPr lang="en-US" sz="2000" dirty="0">
                <a:solidFill>
                  <a:schemeClr val="tx1"/>
                </a:solidFill>
                <a:highlight>
                  <a:srgbClr val="FFFF00"/>
                </a:highlight>
              </a:rPr>
              <a:t> is the process of organizing and structuring data to make it searchable</a:t>
            </a:r>
            <a:endParaRPr lang="en-US" sz="2000" b="1" dirty="0">
              <a:solidFill>
                <a:schemeClr val="tx1"/>
              </a:solidFill>
              <a:highlight>
                <a:srgbClr val="FFFF00"/>
              </a:highlight>
            </a:endParaRPr>
          </a:p>
          <a:p>
            <a:pPr marL="342900" indent="-342900">
              <a:lnSpc>
                <a:spcPct val="110000"/>
              </a:lnSpc>
              <a:buFont typeface="Arial" panose="020B0604020202020204" pitchFamily="34" charset="0"/>
              <a:buChar char="•"/>
            </a:pPr>
            <a:r>
              <a:rPr lang="en-US" sz="2000" dirty="0">
                <a:solidFill>
                  <a:schemeClr val="tx1"/>
                </a:solidFill>
              </a:rPr>
              <a:t>Enable queries over millions of vectors in milliseconds, two main approaches</a:t>
            </a:r>
          </a:p>
          <a:p>
            <a:pPr marL="342900" indent="-342900">
              <a:lnSpc>
                <a:spcPct val="110000"/>
              </a:lnSpc>
              <a:buFont typeface="Arial" panose="020B0604020202020204" pitchFamily="34" charset="0"/>
              <a:buChar char="•"/>
            </a:pPr>
            <a:r>
              <a:rPr lang="en-US" sz="2000" dirty="0">
                <a:solidFill>
                  <a:schemeClr val="tx1"/>
                </a:solidFill>
              </a:rPr>
              <a:t>Exact (brute-force)</a:t>
            </a:r>
          </a:p>
          <a:p>
            <a:pPr marL="800100" lvl="1" indent="-342900">
              <a:lnSpc>
                <a:spcPct val="110000"/>
              </a:lnSpc>
              <a:buFont typeface="Arial" panose="020B0604020202020204" pitchFamily="34" charset="0"/>
              <a:buChar char="•"/>
            </a:pPr>
            <a:r>
              <a:rPr lang="en-US" sz="2000" dirty="0">
                <a:solidFill>
                  <a:schemeClr val="tx1"/>
                </a:solidFill>
              </a:rPr>
              <a:t>Scan all vectors, compute similarity to query</a:t>
            </a:r>
          </a:p>
          <a:p>
            <a:pPr marL="800100" lvl="1" indent="-342900">
              <a:lnSpc>
                <a:spcPct val="110000"/>
              </a:lnSpc>
              <a:buFont typeface="Arial" panose="020B0604020202020204" pitchFamily="34" charset="0"/>
              <a:buChar char="•"/>
            </a:pPr>
            <a:r>
              <a:rPr lang="en-US" sz="2000" dirty="0">
                <a:solidFill>
                  <a:schemeClr val="tx1"/>
                </a:solidFill>
              </a:rPr>
              <a:t>Accurate, simple, slow at scale (O(N))</a:t>
            </a:r>
          </a:p>
          <a:p>
            <a:pPr marL="342900" indent="-342900">
              <a:lnSpc>
                <a:spcPct val="110000"/>
              </a:lnSpc>
              <a:buFont typeface="Arial" panose="020B0604020202020204" pitchFamily="34" charset="0"/>
              <a:buChar char="•"/>
            </a:pPr>
            <a:r>
              <a:rPr lang="en-US" sz="2000" b="1" dirty="0">
                <a:solidFill>
                  <a:schemeClr val="tx1"/>
                </a:solidFill>
              </a:rPr>
              <a:t>Approximate Nearest Neighbors (ANN)</a:t>
            </a:r>
            <a:r>
              <a:rPr lang="en-US" sz="2000" dirty="0">
                <a:solidFill>
                  <a:schemeClr val="tx1"/>
                </a:solidFill>
              </a:rPr>
              <a:t> is a set of techniques designed to trade a small amount of accuracy (precision) for a massive increase in search speed. </a:t>
            </a:r>
          </a:p>
          <a:p>
            <a:pPr marL="800100" lvl="1" indent="-342900">
              <a:lnSpc>
                <a:spcPct val="110000"/>
              </a:lnSpc>
              <a:buFont typeface="Arial" panose="020B0604020202020204" pitchFamily="34" charset="0"/>
              <a:buChar char="•"/>
            </a:pPr>
            <a:r>
              <a:rPr lang="en-US" sz="2000" dirty="0">
                <a:solidFill>
                  <a:schemeClr val="tx1"/>
                </a:solidFill>
                <a:cs typeface="Calibri" pitchFamily="34" charset="-120"/>
              </a:rPr>
              <a:t>Comparing the query to every vector is too slow past ~100K. ANN looks at a small subset and still returns near-best results </a:t>
            </a:r>
          </a:p>
          <a:p>
            <a:pPr marL="800100" lvl="1" indent="-342900">
              <a:lnSpc>
                <a:spcPct val="110000"/>
              </a:lnSpc>
              <a:buFont typeface="Arial" panose="020B0604020202020204" pitchFamily="34" charset="0"/>
              <a:buChar char="•"/>
            </a:pPr>
            <a:r>
              <a:rPr lang="en-US" sz="2000" dirty="0">
                <a:solidFill>
                  <a:schemeClr val="tx1"/>
                </a:solidFill>
              </a:rPr>
              <a:t>ANN algorithms pre-organize the vector space so the search engine only has to look in the "neighborhood" of the query.</a:t>
            </a:r>
          </a:p>
          <a:p>
            <a:pPr marL="342900" indent="-342900">
              <a:buFont typeface="Arial" panose="020B0604020202020204" pitchFamily="34" charset="0"/>
              <a:buChar char="•"/>
            </a:pPr>
            <a:endParaRPr lang="en-US" sz="2000" dirty="0">
              <a:solidFill>
                <a:schemeClr val="tx1"/>
              </a:solidFill>
            </a:endParaRPr>
          </a:p>
          <a:p>
            <a:pPr marL="342900" indent="-342900">
              <a:buFont typeface="Arial" panose="020B0604020202020204" pitchFamily="34" charset="0"/>
              <a:buChar char="•"/>
            </a:pPr>
            <a:endParaRPr lang="en-US" sz="2000" dirty="0">
              <a:solidFill>
                <a:schemeClr val="tx1"/>
              </a:solidFill>
            </a:endParaRPr>
          </a:p>
          <a:p>
            <a:pPr marL="342900" indent="-342900">
              <a:buFont typeface="Arial" panose="020B0604020202020204" pitchFamily="34" charset="0"/>
              <a:buChar char="•"/>
            </a:pPr>
            <a:endParaRPr lang="en-US" sz="2000" dirty="0">
              <a:solidFill>
                <a:schemeClr val="tx1"/>
              </a:solidFill>
            </a:endParaRPr>
          </a:p>
          <a:p>
            <a:pPr marL="342900" indent="-342900">
              <a:buFont typeface="Arial" panose="020B0604020202020204" pitchFamily="34" charset="0"/>
              <a:buChar char="•"/>
            </a:pPr>
            <a:endParaRPr lang="en-IN" sz="2000" dirty="0">
              <a:solidFill>
                <a:schemeClr val="tx1"/>
              </a:solidFill>
            </a:endParaRPr>
          </a:p>
        </p:txBody>
      </p:sp>
      <p:sp>
        <p:nvSpPr>
          <p:cNvPr id="3" name="Title 2">
            <a:extLst>
              <a:ext uri="{FF2B5EF4-FFF2-40B4-BE49-F238E27FC236}">
                <a16:creationId xmlns:a16="http://schemas.microsoft.com/office/drawing/2014/main" id="{7E5DFD6D-7EE4-FCCF-7B6D-4E6D119FED0D}"/>
              </a:ext>
            </a:extLst>
          </p:cNvPr>
          <p:cNvSpPr>
            <a:spLocks noGrp="1"/>
          </p:cNvSpPr>
          <p:nvPr>
            <p:ph type="title"/>
          </p:nvPr>
        </p:nvSpPr>
        <p:spPr>
          <a:xfrm>
            <a:off x="152400" y="321731"/>
            <a:ext cx="8160907" cy="1219200"/>
          </a:xfrm>
        </p:spPr>
        <p:txBody>
          <a:bodyPr/>
          <a:lstStyle/>
          <a:p>
            <a:r>
              <a:rPr lang="en-US" dirty="0"/>
              <a:t>Vector indexing</a:t>
            </a:r>
            <a:br>
              <a:rPr lang="en-US" dirty="0"/>
            </a:br>
            <a:endParaRPr lang="en-IN"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C8FF39E-2D65-0781-AE19-B42639899CF7}"/>
                  </a:ext>
                </a:extLst>
              </p14:cNvPr>
              <p14:cNvContentPartPr/>
              <p14:nvPr/>
            </p14:nvContentPartPr>
            <p14:xfrm>
              <a:off x="1180080" y="1748160"/>
              <a:ext cx="5172120" cy="2090880"/>
            </p14:xfrm>
          </p:contentPart>
        </mc:Choice>
        <mc:Fallback>
          <p:pic>
            <p:nvPicPr>
              <p:cNvPr id="4" name="Ink 3">
                <a:extLst>
                  <a:ext uri="{FF2B5EF4-FFF2-40B4-BE49-F238E27FC236}">
                    <a16:creationId xmlns:a16="http://schemas.microsoft.com/office/drawing/2014/main" id="{CC8FF39E-2D65-0781-AE19-B42639899CF7}"/>
                  </a:ext>
                </a:extLst>
              </p:cNvPr>
              <p:cNvPicPr/>
              <p:nvPr/>
            </p:nvPicPr>
            <p:blipFill>
              <a:blip r:embed="rId3"/>
              <a:stretch>
                <a:fillRect/>
              </a:stretch>
            </p:blipFill>
            <p:spPr>
              <a:xfrm>
                <a:off x="1170720" y="1738800"/>
                <a:ext cx="5190840" cy="2109600"/>
              </a:xfrm>
              <a:prstGeom prst="rect">
                <a:avLst/>
              </a:prstGeom>
            </p:spPr>
          </p:pic>
        </mc:Fallback>
      </mc:AlternateContent>
    </p:spTree>
    <p:extLst>
      <p:ext uri="{BB962C8B-B14F-4D97-AF65-F5344CB8AC3E}">
        <p14:creationId xmlns:p14="http://schemas.microsoft.com/office/powerpoint/2010/main" val="14527828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076271-7EA0-7165-DEA9-B3130EECCD22}"/>
              </a:ext>
            </a:extLst>
          </p:cNvPr>
          <p:cNvSpPr>
            <a:spLocks noGrp="1"/>
          </p:cNvSpPr>
          <p:nvPr>
            <p:ph idx="10"/>
          </p:nvPr>
        </p:nvSpPr>
        <p:spPr/>
        <p:txBody>
          <a:bodyPr/>
          <a:lstStyle/>
          <a:p>
            <a:pPr marL="342900" indent="-342900" algn="l">
              <a:buFont typeface="Arial" panose="020B0604020202020204" pitchFamily="34" charset="0"/>
              <a:buChar char="•"/>
            </a:pPr>
            <a:r>
              <a:rPr lang="en-IN" dirty="0"/>
              <a:t>Hierarchical Navigable Small World (HNSW)</a:t>
            </a:r>
          </a:p>
          <a:p>
            <a:pPr marL="800100" lvl="1" indent="-342900" algn="l">
              <a:buFont typeface="Arial" panose="020B0604020202020204" pitchFamily="34" charset="0"/>
              <a:buChar char="•"/>
            </a:pPr>
            <a:r>
              <a:rPr lang="en-IN" dirty="0"/>
              <a:t> Uses a layered </a:t>
            </a:r>
            <a:r>
              <a:rPr lang="en-IN" dirty="0" err="1"/>
              <a:t>neighbor</a:t>
            </a:r>
            <a:r>
              <a:rPr lang="en-IN" dirty="0"/>
              <a:t> graph; search starts at the top, moves closer to the query, then descends to refine. Best for medium-large corpora when high recall and low latency matter, as long as the graph fits in RAM.</a:t>
            </a:r>
          </a:p>
          <a:p>
            <a:pPr marL="342900" indent="-342900" algn="l">
              <a:buFont typeface="Arial" panose="020B0604020202020204" pitchFamily="34" charset="0"/>
              <a:buChar char="•"/>
            </a:pPr>
            <a:endParaRPr lang="en-IN" dirty="0"/>
          </a:p>
          <a:p>
            <a:pPr marL="342900" indent="-342900" algn="l">
              <a:buFont typeface="Arial" panose="020B0604020202020204" pitchFamily="34" charset="0"/>
              <a:buChar char="•"/>
            </a:pPr>
            <a:r>
              <a:rPr lang="en-IN" dirty="0"/>
              <a:t>Inverted File Index (IVF)</a:t>
            </a:r>
          </a:p>
          <a:p>
            <a:pPr marL="800100" lvl="1" indent="-342900" algn="l">
              <a:buFont typeface="Arial" panose="020B0604020202020204" pitchFamily="34" charset="0"/>
              <a:buChar char="•"/>
            </a:pPr>
            <a:r>
              <a:rPr lang="en-IN" dirty="0"/>
              <a:t>Uses k-means to cluster vectors at index time, so queries search only nearby clusters instead of the full dataset. Best for very large corpora</a:t>
            </a:r>
            <a:endParaRPr lang="en-IN" dirty="0">
              <a:latin typeface="Arial" panose="020B0604020202020204" pitchFamily="34" charset="0"/>
            </a:endParaRPr>
          </a:p>
          <a:p>
            <a:pPr marL="342900" indent="-342900" algn="l">
              <a:buFont typeface="Arial" panose="020B0604020202020204" pitchFamily="34" charset="0"/>
              <a:buChar char="•"/>
            </a:pPr>
            <a:endParaRPr lang="en-IN" dirty="0">
              <a:latin typeface="Arial" panose="020B0604020202020204" pitchFamily="34" charset="0"/>
            </a:endParaRPr>
          </a:p>
          <a:p>
            <a:pPr marL="342900" indent="-342900">
              <a:buFont typeface="Arial" panose="020B0604020202020204" pitchFamily="34" charset="0"/>
              <a:buChar char="•"/>
            </a:pPr>
            <a:endParaRPr lang="en-IN" dirty="0"/>
          </a:p>
        </p:txBody>
      </p:sp>
      <p:sp>
        <p:nvSpPr>
          <p:cNvPr id="3" name="Title 2">
            <a:extLst>
              <a:ext uri="{FF2B5EF4-FFF2-40B4-BE49-F238E27FC236}">
                <a16:creationId xmlns:a16="http://schemas.microsoft.com/office/drawing/2014/main" id="{4C80EB0B-42CF-3782-03F3-27E5F9AFE086}"/>
              </a:ext>
            </a:extLst>
          </p:cNvPr>
          <p:cNvSpPr>
            <a:spLocks noGrp="1"/>
          </p:cNvSpPr>
          <p:nvPr>
            <p:ph type="title"/>
          </p:nvPr>
        </p:nvSpPr>
        <p:spPr/>
        <p:txBody>
          <a:bodyPr/>
          <a:lstStyle/>
          <a:p>
            <a:r>
              <a:rPr lang="en-US" dirty="0">
                <a:solidFill>
                  <a:schemeClr val="tx1"/>
                </a:solidFill>
              </a:rPr>
              <a:t>Approximate Nearest Neighbors (ANN)</a:t>
            </a:r>
            <a:endParaRPr lang="en-IN"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0531E1D-5349-2483-5A4F-FE593CAFAC86}"/>
                  </a:ext>
                </a:extLst>
              </p14:cNvPr>
              <p14:cNvContentPartPr/>
              <p14:nvPr/>
            </p14:nvContentPartPr>
            <p14:xfrm>
              <a:off x="525960" y="289080"/>
              <a:ext cx="8533800" cy="4482720"/>
            </p14:xfrm>
          </p:contentPart>
        </mc:Choice>
        <mc:Fallback>
          <p:pic>
            <p:nvPicPr>
              <p:cNvPr id="4" name="Ink 3">
                <a:extLst>
                  <a:ext uri="{FF2B5EF4-FFF2-40B4-BE49-F238E27FC236}">
                    <a16:creationId xmlns:a16="http://schemas.microsoft.com/office/drawing/2014/main" id="{50531E1D-5349-2483-5A4F-FE593CAFAC86}"/>
                  </a:ext>
                </a:extLst>
              </p:cNvPr>
              <p:cNvPicPr/>
              <p:nvPr/>
            </p:nvPicPr>
            <p:blipFill>
              <a:blip r:embed="rId3"/>
              <a:stretch>
                <a:fillRect/>
              </a:stretch>
            </p:blipFill>
            <p:spPr>
              <a:xfrm>
                <a:off x="516600" y="279720"/>
                <a:ext cx="8552520" cy="4501440"/>
              </a:xfrm>
              <a:prstGeom prst="rect">
                <a:avLst/>
              </a:prstGeom>
            </p:spPr>
          </p:pic>
        </mc:Fallback>
      </mc:AlternateContent>
    </p:spTree>
    <p:extLst>
      <p:ext uri="{BB962C8B-B14F-4D97-AF65-F5344CB8AC3E}">
        <p14:creationId xmlns:p14="http://schemas.microsoft.com/office/powerpoint/2010/main" val="3296814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F72964B-D45E-90D3-8B63-7180660587B3}"/>
              </a:ext>
            </a:extLst>
          </p:cNvPr>
          <p:cNvPicPr>
            <a:picLocks noGrp="1" noChangeAspect="1"/>
          </p:cNvPicPr>
          <p:nvPr>
            <p:ph idx="10"/>
          </p:nvPr>
        </p:nvPicPr>
        <p:blipFill>
          <a:blip r:embed="rId3"/>
          <a:stretch>
            <a:fillRect/>
          </a:stretch>
        </p:blipFill>
        <p:spPr>
          <a:xfrm>
            <a:off x="128652" y="1619908"/>
            <a:ext cx="4443348" cy="2094184"/>
          </a:xfrm>
          <a:prstGeom prst="rect">
            <a:avLst/>
          </a:prstGeom>
        </p:spPr>
      </p:pic>
      <p:sp>
        <p:nvSpPr>
          <p:cNvPr id="3" name="Title 2">
            <a:extLst>
              <a:ext uri="{FF2B5EF4-FFF2-40B4-BE49-F238E27FC236}">
                <a16:creationId xmlns:a16="http://schemas.microsoft.com/office/drawing/2014/main" id="{1B05CED0-08CD-0D17-D96A-306A26D80286}"/>
              </a:ext>
            </a:extLst>
          </p:cNvPr>
          <p:cNvSpPr>
            <a:spLocks noGrp="1"/>
          </p:cNvSpPr>
          <p:nvPr>
            <p:ph type="title"/>
          </p:nvPr>
        </p:nvSpPr>
        <p:spPr/>
        <p:txBody>
          <a:bodyPr/>
          <a:lstStyle/>
          <a:p>
            <a:r>
              <a:rPr lang="en-IN" dirty="0"/>
              <a:t>Vector database</a:t>
            </a:r>
          </a:p>
        </p:txBody>
      </p:sp>
      <p:pic>
        <p:nvPicPr>
          <p:cNvPr id="2" name="Content Placeholder 4">
            <a:extLst>
              <a:ext uri="{FF2B5EF4-FFF2-40B4-BE49-F238E27FC236}">
                <a16:creationId xmlns:a16="http://schemas.microsoft.com/office/drawing/2014/main" id="{165FB220-C1C2-16AF-EC73-A30AD93EC132}"/>
              </a:ext>
            </a:extLst>
          </p:cNvPr>
          <p:cNvPicPr>
            <a:picLocks noChangeAspect="1"/>
          </p:cNvPicPr>
          <p:nvPr/>
        </p:nvPicPr>
        <p:blipFill>
          <a:blip r:embed="rId4"/>
          <a:stretch>
            <a:fillRect/>
          </a:stretch>
        </p:blipFill>
        <p:spPr>
          <a:xfrm>
            <a:off x="457200" y="4093591"/>
            <a:ext cx="4331020" cy="2289001"/>
          </a:xfrm>
          <a:prstGeom prst="rect">
            <a:avLst/>
          </a:prstGeom>
        </p:spPr>
      </p:pic>
      <p:sp>
        <p:nvSpPr>
          <p:cNvPr id="6" name="TextBox 5">
            <a:extLst>
              <a:ext uri="{FF2B5EF4-FFF2-40B4-BE49-F238E27FC236}">
                <a16:creationId xmlns:a16="http://schemas.microsoft.com/office/drawing/2014/main" id="{01FC5914-9021-EFC2-6331-C1EFB055D146}"/>
              </a:ext>
            </a:extLst>
          </p:cNvPr>
          <p:cNvSpPr txBox="1"/>
          <p:nvPr/>
        </p:nvSpPr>
        <p:spPr>
          <a:xfrm>
            <a:off x="4918587" y="1403278"/>
            <a:ext cx="4062348" cy="3785652"/>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Vector databases specialize in indexing and storing vector embeddings for fast </a:t>
            </a:r>
            <a:r>
              <a:rPr lang="en-IN" sz="2000" dirty="0">
                <a:latin typeface="Cambria" panose="02040503050406030204" pitchFamily="18" charset="0"/>
                <a:ea typeface="Cambria" panose="02040503050406030204" pitchFamily="18" charset="0"/>
              </a:rPr>
              <a:t>semantic search and retrieval.</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High-dimensional embeddings (384–1536 dims) alongside the original text and metadata is stored</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Filter : on metadata (author, date, chapter) alongside similarity — hybrid SQL-like queries.</a:t>
            </a:r>
          </a:p>
        </p:txBody>
      </p:sp>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5B5D2D2A-93D3-FD71-1261-F76A616104B8}"/>
                  </a:ext>
                </a:extLst>
              </p14:cNvPr>
              <p14:cNvContentPartPr/>
              <p14:nvPr/>
            </p14:nvContentPartPr>
            <p14:xfrm>
              <a:off x="2883960" y="1804320"/>
              <a:ext cx="5156280" cy="3245760"/>
            </p14:xfrm>
          </p:contentPart>
        </mc:Choice>
        <mc:Fallback>
          <p:pic>
            <p:nvPicPr>
              <p:cNvPr id="4" name="Ink 3">
                <a:extLst>
                  <a:ext uri="{FF2B5EF4-FFF2-40B4-BE49-F238E27FC236}">
                    <a16:creationId xmlns:a16="http://schemas.microsoft.com/office/drawing/2014/main" id="{5B5D2D2A-93D3-FD71-1261-F76A616104B8}"/>
                  </a:ext>
                </a:extLst>
              </p:cNvPr>
              <p:cNvPicPr/>
              <p:nvPr/>
            </p:nvPicPr>
            <p:blipFill>
              <a:blip r:embed="rId6"/>
              <a:stretch>
                <a:fillRect/>
              </a:stretch>
            </p:blipFill>
            <p:spPr>
              <a:xfrm>
                <a:off x="2874600" y="1794960"/>
                <a:ext cx="5175000" cy="32644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F85F92B4-CE91-FBA1-E8DD-44517A1CE692}"/>
                  </a:ext>
                </a:extLst>
              </p14:cNvPr>
              <p14:cNvContentPartPr/>
              <p14:nvPr/>
            </p14:nvContentPartPr>
            <p14:xfrm>
              <a:off x="5121360" y="2963520"/>
              <a:ext cx="753120" cy="667440"/>
            </p14:xfrm>
          </p:contentPart>
        </mc:Choice>
        <mc:Fallback>
          <p:pic>
            <p:nvPicPr>
              <p:cNvPr id="7" name="Ink 6">
                <a:extLst>
                  <a:ext uri="{FF2B5EF4-FFF2-40B4-BE49-F238E27FC236}">
                    <a16:creationId xmlns:a16="http://schemas.microsoft.com/office/drawing/2014/main" id="{F85F92B4-CE91-FBA1-E8DD-44517A1CE692}"/>
                  </a:ext>
                </a:extLst>
              </p:cNvPr>
              <p:cNvPicPr/>
              <p:nvPr/>
            </p:nvPicPr>
            <p:blipFill>
              <a:blip r:embed="rId8"/>
              <a:stretch>
                <a:fillRect/>
              </a:stretch>
            </p:blipFill>
            <p:spPr>
              <a:xfrm>
                <a:off x="5112000" y="2954160"/>
                <a:ext cx="771840" cy="686160"/>
              </a:xfrm>
              <a:prstGeom prst="rect">
                <a:avLst/>
              </a:prstGeom>
            </p:spPr>
          </p:pic>
        </mc:Fallback>
      </mc:AlternateContent>
    </p:spTree>
    <p:extLst>
      <p:ext uri="{BB962C8B-B14F-4D97-AF65-F5344CB8AC3E}">
        <p14:creationId xmlns:p14="http://schemas.microsoft.com/office/powerpoint/2010/main" val="38841940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4CFE35-1C7E-92C1-FE68-3CF3A1916C20}"/>
              </a:ext>
            </a:extLst>
          </p:cNvPr>
          <p:cNvSpPr>
            <a:spLocks noGrp="1"/>
          </p:cNvSpPr>
          <p:nvPr>
            <p:ph idx="10"/>
          </p:nvPr>
        </p:nvSpPr>
        <p:spPr>
          <a:xfrm>
            <a:off x="18288" y="1524000"/>
            <a:ext cx="9049512" cy="4525963"/>
          </a:xfrm>
        </p:spPr>
        <p:txBody>
          <a:bodyPr>
            <a:normAutofit fontScale="92500"/>
          </a:bodyPr>
          <a:lstStyle/>
          <a:p>
            <a:pPr marL="342900" indent="-342900">
              <a:buFont typeface="Arial" panose="020B0604020202020204" pitchFamily="34" charset="0"/>
              <a:buChar char="•"/>
            </a:pPr>
            <a:r>
              <a:rPr lang="en-US" dirty="0"/>
              <a:t>Vector databases started as a specialized database offering,</a:t>
            </a:r>
          </a:p>
          <a:p>
            <a:pPr marL="342900" indent="-342900">
              <a:buFont typeface="Arial" panose="020B0604020202020204" pitchFamily="34" charset="0"/>
              <a:buChar char="•"/>
            </a:pPr>
            <a:r>
              <a:rPr lang="en-US" dirty="0"/>
              <a:t> But propelled by the growth in demand for storing vector data, all major database providers have added the vector indexing capability</a:t>
            </a:r>
            <a:endParaRPr lang="en-IN" dirty="0"/>
          </a:p>
          <a:p>
            <a:pPr marL="342900" indent="-342900">
              <a:buFont typeface="Arial" panose="020B0604020202020204" pitchFamily="34" charset="0"/>
              <a:buChar char="•"/>
            </a:pPr>
            <a:r>
              <a:rPr lang="en-US" i="1" dirty="0"/>
              <a:t>Vector indexes: </a:t>
            </a:r>
            <a:r>
              <a:rPr lang="en-US" dirty="0"/>
              <a:t>These are libraries that focus on the core features of indexing and search. They do not support data management, query processing, or interfaces. E.g. Facebook AI Similarity Search (FAISS)</a:t>
            </a:r>
          </a:p>
          <a:p>
            <a:pPr marL="342900" indent="-342900">
              <a:buFont typeface="Arial" panose="020B0604020202020204" pitchFamily="34" charset="0"/>
              <a:buChar char="•"/>
            </a:pPr>
            <a:r>
              <a:rPr lang="en-US" i="1" dirty="0"/>
              <a:t>Specialized vector DBs: </a:t>
            </a:r>
            <a:r>
              <a:rPr lang="en-US" dirty="0"/>
              <a:t>These databases focus on the core feature of high dimensional vector support, indexing, search, and retrieval such as vector indexes, but also offer database features such as data management, extensibility, security, scalability, non-vector data support, and similar. Examples of specialized </a:t>
            </a:r>
            <a:r>
              <a:rPr lang="en-IN" dirty="0"/>
              <a:t>vector DBs are Pinecone, </a:t>
            </a:r>
            <a:r>
              <a:rPr lang="en-IN" dirty="0" err="1"/>
              <a:t>ChromaDB</a:t>
            </a:r>
            <a:r>
              <a:rPr lang="en-IN" dirty="0"/>
              <a:t>, Milvus, </a:t>
            </a:r>
            <a:r>
              <a:rPr lang="en-IN" dirty="0" err="1"/>
              <a:t>Qdrant</a:t>
            </a:r>
            <a:r>
              <a:rPr lang="en-IN" dirty="0"/>
              <a:t>, </a:t>
            </a:r>
            <a:r>
              <a:rPr lang="en-IN" dirty="0" err="1"/>
              <a:t>Weaviate</a:t>
            </a:r>
            <a:r>
              <a:rPr lang="en-IN" dirty="0"/>
              <a:t>, Vespa etc. </a:t>
            </a:r>
          </a:p>
          <a:p>
            <a:pPr marL="342900" indent="-342900">
              <a:buFont typeface="Arial" panose="020B0604020202020204" pitchFamily="34" charset="0"/>
              <a:buChar char="•"/>
            </a:pPr>
            <a:endParaRPr lang="en-IN" dirty="0"/>
          </a:p>
        </p:txBody>
      </p:sp>
      <p:sp>
        <p:nvSpPr>
          <p:cNvPr id="3" name="Title 2">
            <a:extLst>
              <a:ext uri="{FF2B5EF4-FFF2-40B4-BE49-F238E27FC236}">
                <a16:creationId xmlns:a16="http://schemas.microsoft.com/office/drawing/2014/main" id="{5E380E52-DDAB-609C-4E45-D26AB21D642B}"/>
              </a:ext>
            </a:extLst>
          </p:cNvPr>
          <p:cNvSpPr>
            <a:spLocks noGrp="1"/>
          </p:cNvSpPr>
          <p:nvPr>
            <p:ph type="title"/>
          </p:nvPr>
        </p:nvSpPr>
        <p:spPr/>
        <p:txBody>
          <a:bodyPr/>
          <a:lstStyle/>
          <a:p>
            <a:r>
              <a:rPr lang="en-IN" dirty="0"/>
              <a:t>Vector database</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3CFE8BC4-46CF-5E1B-834C-207760916EBB}"/>
                  </a:ext>
                </a:extLst>
              </p14:cNvPr>
              <p14:cNvContentPartPr/>
              <p14:nvPr/>
            </p14:nvContentPartPr>
            <p14:xfrm>
              <a:off x="299520" y="1199160"/>
              <a:ext cx="5282280" cy="2315160"/>
            </p14:xfrm>
          </p:contentPart>
        </mc:Choice>
        <mc:Fallback>
          <p:pic>
            <p:nvPicPr>
              <p:cNvPr id="4" name="Ink 3">
                <a:extLst>
                  <a:ext uri="{FF2B5EF4-FFF2-40B4-BE49-F238E27FC236}">
                    <a16:creationId xmlns:a16="http://schemas.microsoft.com/office/drawing/2014/main" id="{3CFE8BC4-46CF-5E1B-834C-207760916EBB}"/>
                  </a:ext>
                </a:extLst>
              </p:cNvPr>
              <p:cNvPicPr/>
              <p:nvPr/>
            </p:nvPicPr>
            <p:blipFill>
              <a:blip r:embed="rId4"/>
              <a:stretch>
                <a:fillRect/>
              </a:stretch>
            </p:blipFill>
            <p:spPr>
              <a:xfrm>
                <a:off x="290160" y="1189800"/>
                <a:ext cx="5301000" cy="23338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4F1003E7-D14B-1879-B56E-F2D9137E61CA}"/>
                  </a:ext>
                </a:extLst>
              </p14:cNvPr>
              <p14:cNvContentPartPr/>
              <p14:nvPr/>
            </p14:nvContentPartPr>
            <p14:xfrm>
              <a:off x="557280" y="3193560"/>
              <a:ext cx="8198640" cy="2510640"/>
            </p14:xfrm>
          </p:contentPart>
        </mc:Choice>
        <mc:Fallback>
          <p:pic>
            <p:nvPicPr>
              <p:cNvPr id="5" name="Ink 4">
                <a:extLst>
                  <a:ext uri="{FF2B5EF4-FFF2-40B4-BE49-F238E27FC236}">
                    <a16:creationId xmlns:a16="http://schemas.microsoft.com/office/drawing/2014/main" id="{4F1003E7-D14B-1879-B56E-F2D9137E61CA}"/>
                  </a:ext>
                </a:extLst>
              </p:cNvPr>
              <p:cNvPicPr/>
              <p:nvPr/>
            </p:nvPicPr>
            <p:blipFill>
              <a:blip r:embed="rId6"/>
              <a:stretch>
                <a:fillRect/>
              </a:stretch>
            </p:blipFill>
            <p:spPr>
              <a:xfrm>
                <a:off x="547920" y="3184200"/>
                <a:ext cx="8217360" cy="25293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F4D31179-0A0F-F4B7-2CE1-3B97873A54D2}"/>
                  </a:ext>
                </a:extLst>
              </p14:cNvPr>
              <p14:cNvContentPartPr/>
              <p14:nvPr/>
            </p14:nvContentPartPr>
            <p14:xfrm>
              <a:off x="1921320" y="4172040"/>
              <a:ext cx="6206760" cy="1629720"/>
            </p14:xfrm>
          </p:contentPart>
        </mc:Choice>
        <mc:Fallback>
          <p:pic>
            <p:nvPicPr>
              <p:cNvPr id="6" name="Ink 5">
                <a:extLst>
                  <a:ext uri="{FF2B5EF4-FFF2-40B4-BE49-F238E27FC236}">
                    <a16:creationId xmlns:a16="http://schemas.microsoft.com/office/drawing/2014/main" id="{F4D31179-0A0F-F4B7-2CE1-3B97873A54D2}"/>
                  </a:ext>
                </a:extLst>
              </p:cNvPr>
              <p:cNvPicPr/>
              <p:nvPr/>
            </p:nvPicPr>
            <p:blipFill>
              <a:blip r:embed="rId8"/>
              <a:stretch>
                <a:fillRect/>
              </a:stretch>
            </p:blipFill>
            <p:spPr>
              <a:xfrm>
                <a:off x="1911960" y="4162680"/>
                <a:ext cx="6225480" cy="1648440"/>
              </a:xfrm>
              <a:prstGeom prst="rect">
                <a:avLst/>
              </a:prstGeom>
            </p:spPr>
          </p:pic>
        </mc:Fallback>
      </mc:AlternateContent>
    </p:spTree>
    <p:extLst>
      <p:ext uri="{BB962C8B-B14F-4D97-AF65-F5344CB8AC3E}">
        <p14:creationId xmlns:p14="http://schemas.microsoft.com/office/powerpoint/2010/main" val="6470229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0886"/>
            <a:ext cx="8229600" cy="548640"/>
          </a:xfrm>
          <a:prstGeom prst="rect">
            <a:avLst/>
          </a:prstGeom>
          <a:noFill/>
          <a:ln/>
        </p:spPr>
        <p:txBody>
          <a:bodyPr wrap="square" lIns="0" tIns="0" rIns="0" bIns="0" rtlCol="0" anchor="ctr"/>
          <a:lstStyle/>
          <a:p>
            <a:r>
              <a:rPr lang="en-US" sz="2400" b="1" dirty="0">
                <a:solidFill>
                  <a:srgbClr val="1F3864"/>
                </a:solidFill>
                <a:latin typeface="Georgia" pitchFamily="34" charset="0"/>
                <a:ea typeface="Georgia" pitchFamily="34" charset="-122"/>
                <a:cs typeface="Georgia" pitchFamily="34" charset="-120"/>
              </a:rPr>
              <a:t>Vector database landscape</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786037499"/>
              </p:ext>
            </p:extLst>
          </p:nvPr>
        </p:nvGraphicFramePr>
        <p:xfrm>
          <a:off x="38098" y="1356999"/>
          <a:ext cx="8343901" cy="4495799"/>
        </p:xfrm>
        <a:graphic>
          <a:graphicData uri="http://schemas.openxmlformats.org/drawingml/2006/table">
            <a:tbl>
              <a:tblPr/>
              <a:tblGrid>
                <a:gridCol w="3261707">
                  <a:extLst>
                    <a:ext uri="{9D8B030D-6E8A-4147-A177-3AD203B41FA5}">
                      <a16:colId xmlns:a16="http://schemas.microsoft.com/office/drawing/2014/main" val="20000"/>
                    </a:ext>
                  </a:extLst>
                </a:gridCol>
                <a:gridCol w="5082194">
                  <a:extLst>
                    <a:ext uri="{9D8B030D-6E8A-4147-A177-3AD203B41FA5}">
                      <a16:colId xmlns:a16="http://schemas.microsoft.com/office/drawing/2014/main" val="20001"/>
                    </a:ext>
                  </a:extLst>
                </a:gridCol>
              </a:tblGrid>
              <a:tr h="568609">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Category</a:t>
                      </a:r>
                      <a:endParaRPr lang="en-US" sz="20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1F3864"/>
                    </a:solidFill>
                  </a:tcPr>
                </a:tc>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Examples</a:t>
                      </a:r>
                      <a:endParaRPr lang="en-US" sz="20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697493">
                <a:tc>
                  <a:txBody>
                    <a:bodyPr/>
                    <a:lstStyle/>
                    <a:p>
                      <a:pPr marL="0" indent="0" algn="l">
                        <a:buNone/>
                      </a:pPr>
                      <a:r>
                        <a:rPr lang="en-US" sz="2000" b="1" dirty="0">
                          <a:solidFill>
                            <a:srgbClr val="1F3864"/>
                          </a:solidFill>
                          <a:latin typeface="Calibri" pitchFamily="34" charset="0"/>
                          <a:ea typeface="Calibri" pitchFamily="34" charset="-122"/>
                          <a:cs typeface="Calibri" pitchFamily="34" charset="-120"/>
                        </a:rPr>
                        <a:t>Vector index libraries</a:t>
                      </a:r>
                      <a:endParaRPr lang="en-US" sz="20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B2B2B"/>
                          </a:solidFill>
                          <a:latin typeface="Calibri" pitchFamily="34" charset="0"/>
                          <a:ea typeface="Calibri" pitchFamily="34" charset="-122"/>
                          <a:cs typeface="Calibri" pitchFamily="34" charset="-120"/>
                        </a:rPr>
                        <a:t>FAISS, ScaNN, ANNOY, NMSLIB</a:t>
                      </a:r>
                      <a:endParaRPr lang="en-US" sz="20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97493">
                <a:tc>
                  <a:txBody>
                    <a:bodyPr/>
                    <a:lstStyle/>
                    <a:p>
                      <a:pPr marL="0" indent="0" algn="l">
                        <a:buNone/>
                      </a:pPr>
                      <a:r>
                        <a:rPr lang="en-US" sz="2000" b="1" dirty="0">
                          <a:solidFill>
                            <a:srgbClr val="1F3864"/>
                          </a:solidFill>
                          <a:latin typeface="Calibri" pitchFamily="34" charset="0"/>
                          <a:ea typeface="Calibri" pitchFamily="34" charset="-122"/>
                          <a:cs typeface="Calibri" pitchFamily="34" charset="-120"/>
                        </a:rPr>
                        <a:t>Specialized vector DBs</a:t>
                      </a:r>
                      <a:endParaRPr lang="en-US" sz="20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B2B2B"/>
                          </a:solidFill>
                          <a:latin typeface="Calibri" pitchFamily="34" charset="0"/>
                          <a:ea typeface="Calibri" pitchFamily="34" charset="-122"/>
                          <a:cs typeface="Calibri" pitchFamily="34" charset="-120"/>
                        </a:rPr>
                        <a:t>Pinecone, Milvus, Qdrant, Weaviate, Chroma, Vespa, LanceDB</a:t>
                      </a:r>
                      <a:endParaRPr lang="en-US" sz="20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97493">
                <a:tc>
                  <a:txBody>
                    <a:bodyPr/>
                    <a:lstStyle/>
                    <a:p>
                      <a:pPr marL="0" indent="0" algn="l">
                        <a:buNone/>
                      </a:pPr>
                      <a:r>
                        <a:rPr lang="en-US" sz="2000" b="1" dirty="0">
                          <a:solidFill>
                            <a:srgbClr val="1F3864"/>
                          </a:solidFill>
                          <a:latin typeface="Calibri" pitchFamily="34" charset="0"/>
                          <a:ea typeface="Calibri" pitchFamily="34" charset="-122"/>
                          <a:cs typeface="Calibri" pitchFamily="34" charset="-120"/>
                        </a:rPr>
                        <a:t>Search platforms</a:t>
                      </a:r>
                      <a:endParaRPr lang="en-US" sz="20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B2B2B"/>
                          </a:solidFill>
                          <a:latin typeface="Calibri" pitchFamily="34" charset="0"/>
                          <a:ea typeface="Calibri" pitchFamily="34" charset="-122"/>
                          <a:cs typeface="Calibri" pitchFamily="34" charset="-120"/>
                        </a:rPr>
                        <a:t>Elasticsearch, OpenSearch, Solr</a:t>
                      </a:r>
                      <a:endParaRPr lang="en-US" sz="20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97493">
                <a:tc>
                  <a:txBody>
                    <a:bodyPr/>
                    <a:lstStyle/>
                    <a:p>
                      <a:pPr marL="0" indent="0" algn="l">
                        <a:buNone/>
                      </a:pPr>
                      <a:r>
                        <a:rPr lang="en-US" sz="2000" b="1" dirty="0">
                          <a:solidFill>
                            <a:srgbClr val="1F3864"/>
                          </a:solidFill>
                          <a:latin typeface="Calibri" pitchFamily="34" charset="0"/>
                          <a:ea typeface="Calibri" pitchFamily="34" charset="-122"/>
                          <a:cs typeface="Calibri" pitchFamily="34" charset="-120"/>
                        </a:rPr>
                        <a:t>SQL + vector</a:t>
                      </a:r>
                      <a:endParaRPr lang="en-US" sz="20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B2B2B"/>
                          </a:solidFill>
                          <a:latin typeface="Calibri" pitchFamily="34" charset="0"/>
                          <a:ea typeface="Calibri" pitchFamily="34" charset="-122"/>
                          <a:cs typeface="Calibri" pitchFamily="34" charset="-120"/>
                        </a:rPr>
                        <a:t>pgvector (Postgres), Azure SQL, SingleStore</a:t>
                      </a:r>
                      <a:endParaRPr lang="en-US" sz="20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8609">
                <a:tc>
                  <a:txBody>
                    <a:bodyPr/>
                    <a:lstStyle/>
                    <a:p>
                      <a:pPr marL="0" indent="0" algn="l">
                        <a:buNone/>
                      </a:pPr>
                      <a:r>
                        <a:rPr lang="en-US" sz="2000" b="1" dirty="0">
                          <a:solidFill>
                            <a:srgbClr val="1F3864"/>
                          </a:solidFill>
                          <a:latin typeface="Calibri" pitchFamily="34" charset="0"/>
                          <a:ea typeface="Calibri" pitchFamily="34" charset="-122"/>
                          <a:cs typeface="Calibri" pitchFamily="34" charset="-120"/>
                        </a:rPr>
                        <a:t>NoSQL + vector</a:t>
                      </a:r>
                      <a:endParaRPr lang="en-US" sz="20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B2B2B"/>
                          </a:solidFill>
                          <a:latin typeface="Calibri" pitchFamily="34" charset="0"/>
                          <a:ea typeface="Calibri" pitchFamily="34" charset="-122"/>
                          <a:cs typeface="Calibri" pitchFamily="34" charset="-120"/>
                        </a:rPr>
                        <a:t>MongoDB, Redis, Cassandra</a:t>
                      </a:r>
                      <a:endParaRPr lang="en-US" sz="20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8609">
                <a:tc>
                  <a:txBody>
                    <a:bodyPr/>
                    <a:lstStyle/>
                    <a:p>
                      <a:pPr marL="0" indent="0" algn="l">
                        <a:buNone/>
                      </a:pPr>
                      <a:r>
                        <a:rPr lang="en-US" sz="2000" b="1" dirty="0">
                          <a:solidFill>
                            <a:srgbClr val="1F3864"/>
                          </a:solidFill>
                          <a:latin typeface="Calibri" pitchFamily="34" charset="0"/>
                          <a:ea typeface="Calibri" pitchFamily="34" charset="-122"/>
                          <a:cs typeface="Calibri" pitchFamily="34" charset="-120"/>
                        </a:rPr>
                        <a:t>Graph + vector</a:t>
                      </a:r>
                      <a:endParaRPr lang="en-US" sz="20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B2B2B"/>
                          </a:solidFill>
                          <a:latin typeface="Calibri" pitchFamily="34" charset="0"/>
                          <a:ea typeface="Calibri" pitchFamily="34" charset="-122"/>
                          <a:cs typeface="Calibri" pitchFamily="34" charset="-120"/>
                        </a:rPr>
                        <a:t>Neo4j, ArangoDB</a:t>
                      </a:r>
                      <a:endParaRPr lang="en-US" sz="20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F48702D7-359B-C5F0-33B9-265A24D7C6CF}"/>
                  </a:ext>
                </a:extLst>
              </p14:cNvPr>
              <p14:cNvContentPartPr/>
              <p14:nvPr/>
            </p14:nvContentPartPr>
            <p14:xfrm>
              <a:off x="69480" y="2262240"/>
              <a:ext cx="7813080" cy="3953520"/>
            </p14:xfrm>
          </p:contentPart>
        </mc:Choice>
        <mc:Fallback>
          <p:pic>
            <p:nvPicPr>
              <p:cNvPr id="3" name="Ink 2">
                <a:extLst>
                  <a:ext uri="{FF2B5EF4-FFF2-40B4-BE49-F238E27FC236}">
                    <a16:creationId xmlns:a16="http://schemas.microsoft.com/office/drawing/2014/main" id="{F48702D7-359B-C5F0-33B9-265A24D7C6CF}"/>
                  </a:ext>
                </a:extLst>
              </p:cNvPr>
              <p:cNvPicPr/>
              <p:nvPr/>
            </p:nvPicPr>
            <p:blipFill>
              <a:blip r:embed="rId4"/>
              <a:stretch>
                <a:fillRect/>
              </a:stretch>
            </p:blipFill>
            <p:spPr>
              <a:xfrm>
                <a:off x="60120" y="2252880"/>
                <a:ext cx="7831800" cy="3972240"/>
              </a:xfrm>
              <a:prstGeom prst="rect">
                <a:avLst/>
              </a:prstGeom>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E90ED5A-9963-BBD4-0CC3-74D9453A3E7E}"/>
              </a:ext>
            </a:extLst>
          </p:cNvPr>
          <p:cNvPicPr>
            <a:picLocks noGrp="1" noChangeAspect="1"/>
          </p:cNvPicPr>
          <p:nvPr>
            <p:ph idx="10"/>
          </p:nvPr>
        </p:nvPicPr>
        <p:blipFill>
          <a:blip r:embed="rId3"/>
          <a:stretch>
            <a:fillRect/>
          </a:stretch>
        </p:blipFill>
        <p:spPr>
          <a:xfrm>
            <a:off x="228600" y="1219200"/>
            <a:ext cx="5867400" cy="2636971"/>
          </a:xfrm>
          <a:prstGeom prst="rect">
            <a:avLst/>
          </a:prstGeom>
        </p:spPr>
      </p:pic>
      <p:sp>
        <p:nvSpPr>
          <p:cNvPr id="3" name="Title 2">
            <a:extLst>
              <a:ext uri="{FF2B5EF4-FFF2-40B4-BE49-F238E27FC236}">
                <a16:creationId xmlns:a16="http://schemas.microsoft.com/office/drawing/2014/main" id="{282EE8E2-98B5-96DE-7AF9-6A60E999D875}"/>
              </a:ext>
            </a:extLst>
          </p:cNvPr>
          <p:cNvSpPr>
            <a:spLocks noGrp="1"/>
          </p:cNvSpPr>
          <p:nvPr>
            <p:ph type="title"/>
          </p:nvPr>
        </p:nvSpPr>
        <p:spPr/>
        <p:txBody>
          <a:bodyPr/>
          <a:lstStyle/>
          <a:p>
            <a:r>
              <a:rPr lang="en-US" dirty="0" err="1"/>
              <a:t>Reranker</a:t>
            </a:r>
            <a:endParaRPr lang="en-IN" dirty="0"/>
          </a:p>
        </p:txBody>
      </p:sp>
      <p:pic>
        <p:nvPicPr>
          <p:cNvPr id="7" name="Picture 6">
            <a:extLst>
              <a:ext uri="{FF2B5EF4-FFF2-40B4-BE49-F238E27FC236}">
                <a16:creationId xmlns:a16="http://schemas.microsoft.com/office/drawing/2014/main" id="{D3333309-6F46-7613-FA50-614150FD18C3}"/>
              </a:ext>
            </a:extLst>
          </p:cNvPr>
          <p:cNvPicPr>
            <a:picLocks noChangeAspect="1"/>
          </p:cNvPicPr>
          <p:nvPr/>
        </p:nvPicPr>
        <p:blipFill>
          <a:blip r:embed="rId4"/>
          <a:stretch>
            <a:fillRect/>
          </a:stretch>
        </p:blipFill>
        <p:spPr>
          <a:xfrm>
            <a:off x="381000" y="4191000"/>
            <a:ext cx="6693244" cy="2324219"/>
          </a:xfrm>
          <a:prstGeom prst="rect">
            <a:avLst/>
          </a:prstGeom>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EBBB79A5-1CC9-55F3-3C1D-D6ACCCE06A89}"/>
                  </a:ext>
                </a:extLst>
              </p14:cNvPr>
              <p14:cNvContentPartPr/>
              <p14:nvPr/>
            </p14:nvContentPartPr>
            <p14:xfrm>
              <a:off x="1482840" y="1300320"/>
              <a:ext cx="6780240" cy="4299840"/>
            </p14:xfrm>
          </p:contentPart>
        </mc:Choice>
        <mc:Fallback>
          <p:pic>
            <p:nvPicPr>
              <p:cNvPr id="2" name="Ink 1">
                <a:extLst>
                  <a:ext uri="{FF2B5EF4-FFF2-40B4-BE49-F238E27FC236}">
                    <a16:creationId xmlns:a16="http://schemas.microsoft.com/office/drawing/2014/main" id="{EBBB79A5-1CC9-55F3-3C1D-D6ACCCE06A89}"/>
                  </a:ext>
                </a:extLst>
              </p:cNvPr>
              <p:cNvPicPr/>
              <p:nvPr/>
            </p:nvPicPr>
            <p:blipFill>
              <a:blip r:embed="rId6"/>
              <a:stretch>
                <a:fillRect/>
              </a:stretch>
            </p:blipFill>
            <p:spPr>
              <a:xfrm>
                <a:off x="1473480" y="1290960"/>
                <a:ext cx="6798960" cy="4318560"/>
              </a:xfrm>
              <a:prstGeom prst="rect">
                <a:avLst/>
              </a:prstGeom>
            </p:spPr>
          </p:pic>
        </mc:Fallback>
      </mc:AlternateContent>
    </p:spTree>
    <p:extLst>
      <p:ext uri="{BB962C8B-B14F-4D97-AF65-F5344CB8AC3E}">
        <p14:creationId xmlns:p14="http://schemas.microsoft.com/office/powerpoint/2010/main" val="10893913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52400" y="193051"/>
            <a:ext cx="6675120" cy="457200"/>
          </a:xfrm>
          <a:prstGeom prst="rect">
            <a:avLst/>
          </a:prstGeom>
        </p:spPr>
        <p:txBody>
          <a:bodyPr vert="horz" lIns="91440" tIns="45720" rIns="91440" bIns="45720" rtlCol="0" anchor="ctr">
            <a:noAutofit/>
          </a:bodyPr>
          <a:lstStyle/>
          <a:p>
            <a:pPr algn="l"/>
            <a:r>
              <a:rPr lang="en-US" sz="3600" dirty="0">
                <a:latin typeface="Cambria" panose="02040503050406030204" pitchFamily="18" charset="0"/>
                <a:ea typeface="Cambria" panose="02040503050406030204" pitchFamily="18" charset="0"/>
                <a:cs typeface="+mj-cs"/>
              </a:rPr>
              <a:t>Retrieve, then </a:t>
            </a:r>
            <a:r>
              <a:rPr lang="en-US" sz="3600" dirty="0" err="1">
                <a:latin typeface="Cambria" panose="02040503050406030204" pitchFamily="18" charset="0"/>
                <a:ea typeface="Cambria" panose="02040503050406030204" pitchFamily="18" charset="0"/>
                <a:cs typeface="+mj-cs"/>
              </a:rPr>
              <a:t>rerank</a:t>
            </a:r>
            <a:endParaRPr lang="en-US" sz="3600" dirty="0">
              <a:latin typeface="Cambria" panose="02040503050406030204" pitchFamily="18" charset="0"/>
              <a:ea typeface="Cambria" panose="02040503050406030204" pitchFamily="18" charset="0"/>
              <a:cs typeface="+mj-cs"/>
            </a:endParaRPr>
          </a:p>
        </p:txBody>
      </p:sp>
      <p:sp>
        <p:nvSpPr>
          <p:cNvPr id="6" name="Shape 4"/>
          <p:cNvSpPr/>
          <p:nvPr/>
        </p:nvSpPr>
        <p:spPr>
          <a:xfrm>
            <a:off x="119270" y="2439452"/>
            <a:ext cx="1371600" cy="960120"/>
          </a:xfrm>
          <a:prstGeom prst="roundRect">
            <a:avLst>
              <a:gd name="adj" fmla="val 5714"/>
            </a:avLst>
          </a:prstGeom>
          <a:solidFill>
            <a:srgbClr val="F4F4F3"/>
          </a:solidFill>
          <a:ln w="9525">
            <a:solidFill>
              <a:srgbClr val="595959"/>
            </a:solidFill>
            <a:prstDash val="solid"/>
          </a:ln>
        </p:spPr>
        <p:txBody>
          <a:bodyPr/>
          <a:lstStyle/>
          <a:p>
            <a:pPr algn="l"/>
            <a:r>
              <a:rPr lang="en-US" sz="2000" b="1" dirty="0">
                <a:solidFill>
                  <a:srgbClr val="595959"/>
                </a:solidFill>
                <a:latin typeface="Calibri" pitchFamily="34" charset="0"/>
                <a:ea typeface="Calibri" pitchFamily="34" charset="-122"/>
                <a:cs typeface="Calibri" pitchFamily="34" charset="-120"/>
              </a:rPr>
              <a:t>Corpus</a:t>
            </a:r>
          </a:p>
          <a:p>
            <a:pPr algn="l"/>
            <a:r>
              <a:rPr lang="en-US" sz="2000" dirty="0">
                <a:solidFill>
                  <a:srgbClr val="595959"/>
                </a:solidFill>
                <a:latin typeface="Calibri" pitchFamily="34" charset="0"/>
                <a:ea typeface="Calibri" pitchFamily="34" charset="-122"/>
                <a:cs typeface="Calibri" pitchFamily="34" charset="-120"/>
              </a:rPr>
              <a:t>millions of vectors</a:t>
            </a:r>
            <a:endParaRPr lang="en-US" sz="2000" dirty="0"/>
          </a:p>
          <a:p>
            <a:pPr algn="l"/>
            <a:endParaRPr lang="en-US" sz="2000" dirty="0"/>
          </a:p>
        </p:txBody>
      </p:sp>
      <p:sp>
        <p:nvSpPr>
          <p:cNvPr id="9" name="Shape 7"/>
          <p:cNvSpPr/>
          <p:nvPr/>
        </p:nvSpPr>
        <p:spPr>
          <a:xfrm>
            <a:off x="1518302" y="2914940"/>
            <a:ext cx="274320" cy="0"/>
          </a:xfrm>
          <a:prstGeom prst="line">
            <a:avLst/>
          </a:prstGeom>
          <a:noFill/>
          <a:ln w="19050">
            <a:solidFill>
              <a:srgbClr val="595959"/>
            </a:solidFill>
            <a:prstDash val="solid"/>
            <a:tailEnd type="arrow"/>
          </a:ln>
        </p:spPr>
        <p:txBody>
          <a:bodyPr/>
          <a:lstStyle/>
          <a:p>
            <a:endParaRPr lang="en-IN" sz="2000"/>
          </a:p>
        </p:txBody>
      </p:sp>
      <p:sp>
        <p:nvSpPr>
          <p:cNvPr id="10" name="Shape 8"/>
          <p:cNvSpPr/>
          <p:nvPr/>
        </p:nvSpPr>
        <p:spPr>
          <a:xfrm>
            <a:off x="1808525" y="2374603"/>
            <a:ext cx="1965960" cy="1509864"/>
          </a:xfrm>
          <a:prstGeom prst="roundRect">
            <a:avLst>
              <a:gd name="adj" fmla="val 5714"/>
            </a:avLst>
          </a:prstGeom>
          <a:solidFill>
            <a:srgbClr val="E9EFF7"/>
          </a:solidFill>
          <a:ln w="9525">
            <a:solidFill>
              <a:srgbClr val="1F3864"/>
            </a:solidFill>
            <a:prstDash val="solid"/>
          </a:ln>
        </p:spPr>
        <p:txBody>
          <a:bodyPr/>
          <a:lstStyle/>
          <a:p>
            <a:pPr algn="l"/>
            <a:r>
              <a:rPr lang="en-US" b="1" dirty="0">
                <a:solidFill>
                  <a:srgbClr val="1F3864"/>
                </a:solidFill>
                <a:latin typeface="Calibri" pitchFamily="34" charset="0"/>
                <a:ea typeface="Calibri" pitchFamily="34" charset="-122"/>
                <a:cs typeface="Calibri" pitchFamily="34" charset="-120"/>
              </a:rPr>
              <a:t>Stage 1 Retriever</a:t>
            </a:r>
          </a:p>
          <a:p>
            <a:pPr algn="l"/>
            <a:r>
              <a:rPr lang="en-US" dirty="0">
                <a:solidFill>
                  <a:srgbClr val="595959"/>
                </a:solidFill>
                <a:latin typeface="Calibri" pitchFamily="34" charset="0"/>
                <a:ea typeface="Calibri" pitchFamily="34" charset="-122"/>
                <a:cs typeface="Calibri" pitchFamily="34" charset="-120"/>
              </a:rPr>
              <a:t>bi-encoder / BM25 — fast, coarse, whole corpus</a:t>
            </a:r>
            <a:endParaRPr lang="en-US" dirty="0"/>
          </a:p>
        </p:txBody>
      </p:sp>
      <p:sp>
        <p:nvSpPr>
          <p:cNvPr id="13" name="Shape 11"/>
          <p:cNvSpPr/>
          <p:nvPr/>
        </p:nvSpPr>
        <p:spPr>
          <a:xfrm>
            <a:off x="3813446" y="2914940"/>
            <a:ext cx="274320" cy="0"/>
          </a:xfrm>
          <a:prstGeom prst="line">
            <a:avLst/>
          </a:prstGeom>
          <a:noFill/>
          <a:ln w="19050">
            <a:solidFill>
              <a:srgbClr val="595959"/>
            </a:solidFill>
            <a:prstDash val="solid"/>
            <a:tailEnd type="arrow"/>
          </a:ln>
        </p:spPr>
        <p:txBody>
          <a:bodyPr/>
          <a:lstStyle/>
          <a:p>
            <a:endParaRPr lang="en-IN" sz="2000"/>
          </a:p>
        </p:txBody>
      </p:sp>
      <p:sp>
        <p:nvSpPr>
          <p:cNvPr id="14" name="Shape 12"/>
          <p:cNvSpPr/>
          <p:nvPr/>
        </p:nvSpPr>
        <p:spPr>
          <a:xfrm>
            <a:off x="4060037" y="2439452"/>
            <a:ext cx="1309480" cy="960120"/>
          </a:xfrm>
          <a:prstGeom prst="roundRect">
            <a:avLst>
              <a:gd name="adj" fmla="val 5714"/>
            </a:avLst>
          </a:prstGeom>
          <a:solidFill>
            <a:srgbClr val="FDF3E2"/>
          </a:solidFill>
          <a:ln w="9525">
            <a:solidFill>
              <a:srgbClr val="E8A33D"/>
            </a:solidFill>
            <a:prstDash val="solid"/>
          </a:ln>
        </p:spPr>
        <p:txBody>
          <a:bodyPr/>
          <a:lstStyle/>
          <a:p>
            <a:pPr algn="ctr"/>
            <a:r>
              <a:rPr lang="en-US" b="1" dirty="0">
                <a:solidFill>
                  <a:srgbClr val="E8A33D"/>
                </a:solidFill>
                <a:latin typeface="Calibri" pitchFamily="34" charset="0"/>
                <a:ea typeface="Calibri" pitchFamily="34" charset="-122"/>
                <a:cs typeface="Calibri" pitchFamily="34" charset="-120"/>
              </a:rPr>
              <a:t>top-100</a:t>
            </a:r>
            <a:endParaRPr lang="en-US" dirty="0"/>
          </a:p>
          <a:p>
            <a:r>
              <a:rPr lang="en-US" dirty="0">
                <a:solidFill>
                  <a:srgbClr val="595959"/>
                </a:solidFill>
                <a:latin typeface="Calibri" pitchFamily="34" charset="0"/>
                <a:ea typeface="Calibri" pitchFamily="34" charset="-122"/>
                <a:cs typeface="Calibri" pitchFamily="34" charset="-120"/>
              </a:rPr>
              <a:t>candidates</a:t>
            </a:r>
            <a:endParaRPr lang="en-IN" dirty="0"/>
          </a:p>
        </p:txBody>
      </p:sp>
      <p:sp>
        <p:nvSpPr>
          <p:cNvPr id="17" name="Shape 15"/>
          <p:cNvSpPr/>
          <p:nvPr/>
        </p:nvSpPr>
        <p:spPr>
          <a:xfrm>
            <a:off x="5377070" y="2914940"/>
            <a:ext cx="274320" cy="0"/>
          </a:xfrm>
          <a:prstGeom prst="line">
            <a:avLst/>
          </a:prstGeom>
          <a:noFill/>
          <a:ln w="19050">
            <a:solidFill>
              <a:srgbClr val="595959"/>
            </a:solidFill>
            <a:prstDash val="solid"/>
            <a:tailEnd type="arrow"/>
          </a:ln>
        </p:spPr>
        <p:txBody>
          <a:bodyPr/>
          <a:lstStyle/>
          <a:p>
            <a:endParaRPr lang="en-IN" sz="2000"/>
          </a:p>
        </p:txBody>
      </p:sp>
      <p:sp>
        <p:nvSpPr>
          <p:cNvPr id="18" name="Shape 16"/>
          <p:cNvSpPr/>
          <p:nvPr/>
        </p:nvSpPr>
        <p:spPr>
          <a:xfrm>
            <a:off x="5678822" y="2439451"/>
            <a:ext cx="1946876" cy="1167483"/>
          </a:xfrm>
          <a:prstGeom prst="roundRect">
            <a:avLst>
              <a:gd name="adj" fmla="val 5714"/>
            </a:avLst>
          </a:prstGeom>
          <a:solidFill>
            <a:srgbClr val="FBECEC"/>
          </a:solidFill>
          <a:ln w="9525">
            <a:solidFill>
              <a:srgbClr val="C00000"/>
            </a:solidFill>
            <a:prstDash val="solid"/>
          </a:ln>
        </p:spPr>
        <p:txBody>
          <a:bodyPr/>
          <a:lstStyle/>
          <a:p>
            <a:pPr algn="l"/>
            <a:r>
              <a:rPr lang="en-US" b="1" dirty="0">
                <a:solidFill>
                  <a:srgbClr val="C00000"/>
                </a:solidFill>
                <a:latin typeface="Calibri" pitchFamily="34" charset="0"/>
                <a:ea typeface="Calibri" pitchFamily="34" charset="-122"/>
                <a:cs typeface="Calibri" pitchFamily="34" charset="-120"/>
              </a:rPr>
              <a:t>Stage 2 </a:t>
            </a:r>
            <a:r>
              <a:rPr lang="en-US" b="1" dirty="0" err="1">
                <a:solidFill>
                  <a:srgbClr val="C00000"/>
                </a:solidFill>
                <a:latin typeface="Calibri" pitchFamily="34" charset="0"/>
                <a:ea typeface="Calibri" pitchFamily="34" charset="-122"/>
                <a:cs typeface="Calibri" pitchFamily="34" charset="-120"/>
              </a:rPr>
              <a:t>Reranker</a:t>
            </a:r>
            <a:r>
              <a:rPr lang="en-US" b="1" dirty="0">
                <a:solidFill>
                  <a:srgbClr val="C00000"/>
                </a:solidFill>
                <a:latin typeface="Calibri" pitchFamily="34" charset="0"/>
                <a:ea typeface="Calibri" pitchFamily="34" charset="-122"/>
                <a:cs typeface="Calibri" pitchFamily="34" charset="-120"/>
              </a:rPr>
              <a:t>  </a:t>
            </a:r>
            <a:r>
              <a:rPr lang="en-US" dirty="0">
                <a:solidFill>
                  <a:srgbClr val="595959"/>
                </a:solidFill>
                <a:latin typeface="Calibri" pitchFamily="34" charset="0"/>
                <a:ea typeface="Calibri" pitchFamily="34" charset="-122"/>
                <a:cs typeface="Calibri" pitchFamily="34" charset="-120"/>
              </a:rPr>
              <a:t>cross-encoder — slow, precise, top-k only</a:t>
            </a:r>
            <a:endParaRPr lang="en-US" dirty="0"/>
          </a:p>
          <a:p>
            <a:pPr algn="l"/>
            <a:endParaRPr lang="en-US" dirty="0"/>
          </a:p>
          <a:p>
            <a:pPr algn="l"/>
            <a:endParaRPr lang="en-IN" dirty="0"/>
          </a:p>
        </p:txBody>
      </p:sp>
      <p:sp>
        <p:nvSpPr>
          <p:cNvPr id="19" name="Text 17"/>
          <p:cNvSpPr/>
          <p:nvPr/>
        </p:nvSpPr>
        <p:spPr>
          <a:xfrm>
            <a:off x="6095602" y="1874100"/>
            <a:ext cx="1828800" cy="310896"/>
          </a:xfrm>
          <a:prstGeom prst="rect">
            <a:avLst/>
          </a:prstGeom>
          <a:noFill/>
          <a:ln/>
        </p:spPr>
        <p:txBody>
          <a:bodyPr wrap="square" lIns="0" tIns="0" rIns="0" bIns="0" rtlCol="0" anchor="ctr"/>
          <a:lstStyle/>
          <a:p>
            <a:pPr algn="ctr"/>
            <a:endParaRPr lang="en-US" sz="2000" dirty="0"/>
          </a:p>
        </p:txBody>
      </p:sp>
      <p:sp>
        <p:nvSpPr>
          <p:cNvPr id="21" name="Shape 19"/>
          <p:cNvSpPr/>
          <p:nvPr/>
        </p:nvSpPr>
        <p:spPr>
          <a:xfrm>
            <a:off x="7625698" y="2872692"/>
            <a:ext cx="274320" cy="0"/>
          </a:xfrm>
          <a:prstGeom prst="line">
            <a:avLst/>
          </a:prstGeom>
          <a:noFill/>
          <a:ln w="19050">
            <a:solidFill>
              <a:srgbClr val="595959"/>
            </a:solidFill>
            <a:prstDash val="solid"/>
            <a:tailEnd type="arrow"/>
          </a:ln>
        </p:spPr>
        <p:txBody>
          <a:bodyPr/>
          <a:lstStyle/>
          <a:p>
            <a:endParaRPr lang="en-IN" sz="2000"/>
          </a:p>
        </p:txBody>
      </p:sp>
      <p:sp>
        <p:nvSpPr>
          <p:cNvPr id="22" name="Text 20"/>
          <p:cNvSpPr/>
          <p:nvPr/>
        </p:nvSpPr>
        <p:spPr>
          <a:xfrm>
            <a:off x="7942292" y="2506932"/>
            <a:ext cx="1528241" cy="731520"/>
          </a:xfrm>
          <a:prstGeom prst="rect">
            <a:avLst/>
          </a:prstGeom>
          <a:noFill/>
          <a:ln/>
        </p:spPr>
        <p:txBody>
          <a:bodyPr wrap="square" lIns="0" tIns="0" rIns="0" bIns="0" rtlCol="0" anchor="ctr"/>
          <a:lstStyle/>
          <a:p>
            <a:r>
              <a:rPr lang="en-US" b="1" dirty="0">
                <a:solidFill>
                  <a:srgbClr val="1D7874"/>
                </a:solidFill>
                <a:latin typeface="Calibri" pitchFamily="34" charset="0"/>
                <a:ea typeface="Calibri" pitchFamily="34" charset="-122"/>
                <a:cs typeface="Calibri" pitchFamily="34" charset="-120"/>
              </a:rPr>
              <a:t>top-5 → LLM</a:t>
            </a:r>
            <a:endParaRPr lang="en-US" dirty="0"/>
          </a:p>
        </p:txBody>
      </p:sp>
      <p:sp>
        <p:nvSpPr>
          <p:cNvPr id="23" name="Shape 21"/>
          <p:cNvSpPr/>
          <p:nvPr/>
        </p:nvSpPr>
        <p:spPr>
          <a:xfrm>
            <a:off x="475488" y="4483397"/>
            <a:ext cx="3977640" cy="1509864"/>
          </a:xfrm>
          <a:prstGeom prst="roundRect">
            <a:avLst>
              <a:gd name="adj" fmla="val 4444"/>
            </a:avLst>
          </a:prstGeom>
          <a:solidFill>
            <a:srgbClr val="FDF3E2"/>
          </a:solidFill>
          <a:ln w="9525">
            <a:solidFill>
              <a:srgbClr val="E8A33D"/>
            </a:solidFill>
            <a:prstDash val="solid"/>
          </a:ln>
        </p:spPr>
        <p:txBody>
          <a:bodyPr/>
          <a:lstStyle/>
          <a:p>
            <a:r>
              <a:rPr lang="en-US" sz="2000" b="1" dirty="0">
                <a:solidFill>
                  <a:srgbClr val="8A5A10"/>
                </a:solidFill>
                <a:latin typeface="Calibri" pitchFamily="34" charset="0"/>
                <a:ea typeface="Calibri" pitchFamily="34" charset="-122"/>
                <a:cs typeface="Calibri" pitchFamily="34" charset="-120"/>
              </a:rPr>
              <a:t>Recall — Stage 1’s job</a:t>
            </a:r>
            <a:endParaRPr lang="en-US" sz="2000" dirty="0"/>
          </a:p>
          <a:p>
            <a:r>
              <a:rPr lang="en-US" sz="2000" dirty="0">
                <a:solidFill>
                  <a:srgbClr val="2B2B2B"/>
                </a:solidFill>
                <a:latin typeface="Calibri" pitchFamily="34" charset="0"/>
                <a:ea typeface="Calibri" pitchFamily="34" charset="-122"/>
                <a:cs typeface="Calibri" pitchFamily="34" charset="-120"/>
              </a:rPr>
              <a:t>Is the right answer somewhere in the top-k? Rank 47 is fine — presence is what counts.</a:t>
            </a:r>
            <a:endParaRPr lang="en-US" sz="2000" dirty="0"/>
          </a:p>
        </p:txBody>
      </p:sp>
      <p:sp>
        <p:nvSpPr>
          <p:cNvPr id="26" name="Shape 24"/>
          <p:cNvSpPr/>
          <p:nvPr/>
        </p:nvSpPr>
        <p:spPr>
          <a:xfrm>
            <a:off x="5040531" y="4450080"/>
            <a:ext cx="3977640" cy="1509863"/>
          </a:xfrm>
          <a:prstGeom prst="roundRect">
            <a:avLst>
              <a:gd name="adj" fmla="val 4444"/>
            </a:avLst>
          </a:prstGeom>
          <a:solidFill>
            <a:srgbClr val="E5F1F0"/>
          </a:solidFill>
          <a:ln w="9525">
            <a:solidFill>
              <a:srgbClr val="1D7874"/>
            </a:solidFill>
            <a:prstDash val="solid"/>
          </a:ln>
        </p:spPr>
        <p:txBody>
          <a:bodyPr/>
          <a:lstStyle/>
          <a:p>
            <a:r>
              <a:rPr lang="en-US" sz="2000" b="1" dirty="0">
                <a:solidFill>
                  <a:srgbClr val="1D7874"/>
                </a:solidFill>
                <a:latin typeface="Calibri" pitchFamily="34" charset="0"/>
                <a:ea typeface="Calibri" pitchFamily="34" charset="-122"/>
                <a:cs typeface="Calibri" pitchFamily="34" charset="-120"/>
              </a:rPr>
              <a:t>Precision — Stage 2’s job</a:t>
            </a:r>
          </a:p>
          <a:p>
            <a:r>
              <a:rPr lang="en-US" sz="2000" dirty="0">
                <a:solidFill>
                  <a:srgbClr val="2B2B2B"/>
                </a:solidFill>
                <a:latin typeface="Calibri" pitchFamily="34" charset="0"/>
                <a:ea typeface="Calibri" pitchFamily="34" charset="-122"/>
                <a:cs typeface="Calibri" pitchFamily="34" charset="-120"/>
              </a:rPr>
              <a:t>Of the candidates that came back, which truly answers the query? Order is what counts</a:t>
            </a:r>
            <a:endParaRPr lang="en-US" sz="2000" dirty="0"/>
          </a:p>
        </p:txBody>
      </p:sp>
      <p:sp>
        <p:nvSpPr>
          <p:cNvPr id="31" name="TextBox 30">
            <a:extLst>
              <a:ext uri="{FF2B5EF4-FFF2-40B4-BE49-F238E27FC236}">
                <a16:creationId xmlns:a16="http://schemas.microsoft.com/office/drawing/2014/main" id="{9116C8E5-39DD-88F7-8602-9F9E1EB32342}"/>
              </a:ext>
            </a:extLst>
          </p:cNvPr>
          <p:cNvSpPr txBox="1"/>
          <p:nvPr/>
        </p:nvSpPr>
        <p:spPr>
          <a:xfrm>
            <a:off x="152400" y="1383217"/>
            <a:ext cx="8183880" cy="646331"/>
          </a:xfrm>
          <a:prstGeom prst="rect">
            <a:avLst/>
          </a:prstGeom>
          <a:noFill/>
        </p:spPr>
        <p:txBody>
          <a:bodyPr wrap="square">
            <a:spAutoFit/>
          </a:bodyPr>
          <a:lstStyle/>
          <a:p>
            <a:r>
              <a:rPr lang="en-US" sz="1800" i="1" dirty="0">
                <a:solidFill>
                  <a:schemeClr val="tx1"/>
                </a:solidFill>
                <a:latin typeface="Calibri" pitchFamily="34" charset="0"/>
                <a:ea typeface="Calibri" pitchFamily="34" charset="-122"/>
                <a:cs typeface="Calibri" pitchFamily="34" charset="-120"/>
              </a:rPr>
              <a:t>Scoring millions must be fast. Putting the right answer at rank 1 must be accurate. No one model does both</a:t>
            </a:r>
            <a:endParaRPr lang="en-IN" dirty="0">
              <a:solidFill>
                <a:schemeClr val="tx1"/>
              </a:solidFill>
            </a:endParaRPr>
          </a:p>
        </p:txBody>
      </p:sp>
      <p:sp>
        <p:nvSpPr>
          <p:cNvPr id="35" name="TextBox 34">
            <a:extLst>
              <a:ext uri="{FF2B5EF4-FFF2-40B4-BE49-F238E27FC236}">
                <a16:creationId xmlns:a16="http://schemas.microsoft.com/office/drawing/2014/main" id="{7970159C-859C-E73B-C77F-F24701995C40}"/>
              </a:ext>
            </a:extLst>
          </p:cNvPr>
          <p:cNvSpPr txBox="1"/>
          <p:nvPr/>
        </p:nvSpPr>
        <p:spPr>
          <a:xfrm>
            <a:off x="325904" y="6096000"/>
            <a:ext cx="8345888" cy="369332"/>
          </a:xfrm>
          <a:prstGeom prst="rect">
            <a:avLst/>
          </a:prstGeom>
          <a:noFill/>
        </p:spPr>
        <p:txBody>
          <a:bodyPr wrap="square">
            <a:spAutoFit/>
          </a:bodyPr>
          <a:lstStyle/>
          <a:p>
            <a:pPr algn="l"/>
            <a:r>
              <a:rPr lang="en-US" sz="1800" b="1" dirty="0">
                <a:solidFill>
                  <a:srgbClr val="1F3864"/>
                </a:solidFill>
                <a:latin typeface="Calibri" pitchFamily="34" charset="0"/>
                <a:ea typeface="Calibri" pitchFamily="34" charset="-122"/>
                <a:cs typeface="Calibri" pitchFamily="34" charset="-120"/>
              </a:rPr>
              <a:t>Retriever keeps the right answer in the top-k</a:t>
            </a:r>
            <a:r>
              <a:rPr lang="en-US" b="1" dirty="0">
                <a:solidFill>
                  <a:srgbClr val="1F3864"/>
                </a:solidFill>
                <a:latin typeface="Calibri" pitchFamily="34" charset="0"/>
                <a:ea typeface="Calibri" pitchFamily="34" charset="-122"/>
                <a:cs typeface="Calibri" pitchFamily="34" charset="-120"/>
              </a:rPr>
              <a:t>, </a:t>
            </a:r>
            <a:r>
              <a:rPr lang="en-US" sz="1800" b="1" dirty="0">
                <a:solidFill>
                  <a:srgbClr val="1F3864"/>
                </a:solidFill>
                <a:latin typeface="Calibri" pitchFamily="34" charset="0"/>
                <a:ea typeface="Calibri" pitchFamily="34" charset="-122"/>
                <a:cs typeface="Calibri" pitchFamily="34" charset="-120"/>
              </a:rPr>
              <a:t> </a:t>
            </a:r>
            <a:r>
              <a:rPr lang="en-US" sz="1800" b="1" dirty="0" err="1">
                <a:solidFill>
                  <a:srgbClr val="1F3864"/>
                </a:solidFill>
                <a:latin typeface="Calibri" pitchFamily="34" charset="0"/>
                <a:ea typeface="Calibri" pitchFamily="34" charset="-122"/>
                <a:cs typeface="Calibri" pitchFamily="34" charset="-120"/>
              </a:rPr>
              <a:t>reranker</a:t>
            </a:r>
            <a:r>
              <a:rPr lang="en-US" sz="1800" b="1" dirty="0">
                <a:solidFill>
                  <a:srgbClr val="1F3864"/>
                </a:solidFill>
                <a:latin typeface="Calibri" pitchFamily="34" charset="0"/>
                <a:ea typeface="Calibri" pitchFamily="34" charset="-122"/>
                <a:cs typeface="Calibri" pitchFamily="34" charset="-120"/>
              </a:rPr>
              <a:t> puts it at rank 1.</a:t>
            </a:r>
            <a:endParaRPr lang="en-US" sz="1800" dirty="0"/>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F0C953C1-E974-9C09-5BAA-43FAB0468F6D}"/>
                  </a:ext>
                </a:extLst>
              </p14:cNvPr>
              <p14:cNvContentPartPr/>
              <p14:nvPr/>
            </p14:nvContentPartPr>
            <p14:xfrm>
              <a:off x="300240" y="293760"/>
              <a:ext cx="8765640" cy="4741200"/>
            </p14:xfrm>
          </p:contentPart>
        </mc:Choice>
        <mc:Fallback>
          <p:pic>
            <p:nvPicPr>
              <p:cNvPr id="2" name="Ink 1">
                <a:extLst>
                  <a:ext uri="{FF2B5EF4-FFF2-40B4-BE49-F238E27FC236}">
                    <a16:creationId xmlns:a16="http://schemas.microsoft.com/office/drawing/2014/main" id="{F0C953C1-E974-9C09-5BAA-43FAB0468F6D}"/>
                  </a:ext>
                </a:extLst>
              </p:cNvPr>
              <p:cNvPicPr/>
              <p:nvPr/>
            </p:nvPicPr>
            <p:blipFill>
              <a:blip r:embed="rId4"/>
              <a:stretch>
                <a:fillRect/>
              </a:stretch>
            </p:blipFill>
            <p:spPr>
              <a:xfrm>
                <a:off x="290880" y="284400"/>
                <a:ext cx="8784360" cy="4759920"/>
              </a:xfrm>
              <a:prstGeom prst="rect">
                <a:avLst/>
              </a:prstGeom>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259743" y="175194"/>
            <a:ext cx="7879080" cy="724099"/>
          </a:xfrm>
          <a:prstGeom prst="rect">
            <a:avLst/>
          </a:prstGeom>
        </p:spPr>
        <p:txBody>
          <a:bodyPr vert="horz" lIns="91440" tIns="45720" rIns="91440" bIns="45720" rtlCol="0" anchor="ctr">
            <a:noAutofit/>
          </a:bodyPr>
          <a:lstStyle/>
          <a:p>
            <a:pPr algn="l"/>
            <a:r>
              <a:rPr lang="en-US" sz="3600" dirty="0">
                <a:latin typeface="Cambria" panose="02040503050406030204" pitchFamily="18" charset="0"/>
                <a:ea typeface="Cambria" panose="02040503050406030204" pitchFamily="18" charset="0"/>
                <a:cs typeface="+mj-cs"/>
              </a:rPr>
              <a:t>Stage 1 architecture: the bi-encoder</a:t>
            </a:r>
          </a:p>
        </p:txBody>
      </p:sp>
      <p:sp>
        <p:nvSpPr>
          <p:cNvPr id="5" name="Text 3"/>
          <p:cNvSpPr/>
          <p:nvPr/>
        </p:nvSpPr>
        <p:spPr>
          <a:xfrm>
            <a:off x="296186" y="956972"/>
            <a:ext cx="8229600" cy="310896"/>
          </a:xfrm>
          <a:prstGeom prst="rect">
            <a:avLst/>
          </a:prstGeom>
          <a:noFill/>
          <a:ln/>
        </p:spPr>
        <p:txBody>
          <a:bodyPr wrap="square" lIns="0" tIns="0" rIns="0" bIns="0" rtlCol="0" anchor="ctr"/>
          <a:lstStyle/>
          <a:p>
            <a:r>
              <a:rPr lang="en-US" sz="2000" i="1" dirty="0">
                <a:solidFill>
                  <a:srgbClr val="595959"/>
                </a:solidFill>
                <a:latin typeface="Calibri" pitchFamily="34" charset="0"/>
                <a:ea typeface="Calibri" pitchFamily="34" charset="-122"/>
                <a:cs typeface="Calibri" pitchFamily="34" charset="-120"/>
              </a:rPr>
              <a:t>Two towers, no communication — that is exactly what makes it fast.</a:t>
            </a:r>
            <a:endParaRPr lang="en-US" sz="2000" dirty="0"/>
          </a:p>
        </p:txBody>
      </p:sp>
      <p:sp>
        <p:nvSpPr>
          <p:cNvPr id="6" name="Shape 4"/>
          <p:cNvSpPr/>
          <p:nvPr/>
        </p:nvSpPr>
        <p:spPr>
          <a:xfrm>
            <a:off x="152400" y="2183130"/>
            <a:ext cx="1874520" cy="777240"/>
          </a:xfrm>
          <a:prstGeom prst="roundRect">
            <a:avLst>
              <a:gd name="adj" fmla="val 7059"/>
            </a:avLst>
          </a:prstGeom>
          <a:solidFill>
            <a:srgbClr val="E9EFF7"/>
          </a:solidFill>
          <a:ln w="9525">
            <a:solidFill>
              <a:srgbClr val="1F3864"/>
            </a:solidFill>
            <a:prstDash val="solid"/>
          </a:ln>
        </p:spPr>
        <p:txBody>
          <a:bodyPr/>
          <a:lstStyle/>
          <a:p>
            <a:pPr algn="l"/>
            <a:r>
              <a:rPr lang="en-US" sz="2000" dirty="0">
                <a:solidFill>
                  <a:srgbClr val="595959"/>
                </a:solidFill>
                <a:latin typeface="Calibri" pitchFamily="34" charset="0"/>
                <a:ea typeface="Calibri" pitchFamily="34" charset="-122"/>
                <a:cs typeface="Calibri" pitchFamily="34" charset="-120"/>
              </a:rPr>
              <a:t>“carry-forward limit?”</a:t>
            </a:r>
            <a:endParaRPr lang="en-US" sz="2000" dirty="0"/>
          </a:p>
        </p:txBody>
      </p:sp>
      <p:sp>
        <p:nvSpPr>
          <p:cNvPr id="7" name="Text 5"/>
          <p:cNvSpPr/>
          <p:nvPr/>
        </p:nvSpPr>
        <p:spPr>
          <a:xfrm>
            <a:off x="155713" y="1792224"/>
            <a:ext cx="1737360" cy="274320"/>
          </a:xfrm>
          <a:prstGeom prst="rect">
            <a:avLst/>
          </a:prstGeom>
          <a:noFill/>
          <a:ln/>
        </p:spPr>
        <p:txBody>
          <a:bodyPr wrap="square" lIns="0" tIns="0" rIns="0" bIns="0" rtlCol="0" anchor="ctr"/>
          <a:lstStyle/>
          <a:p>
            <a:pPr algn="ctr"/>
            <a:r>
              <a:rPr lang="en-US" sz="2000" b="1" dirty="0">
                <a:solidFill>
                  <a:srgbClr val="1F3864"/>
                </a:solidFill>
                <a:latin typeface="Calibri" pitchFamily="34" charset="0"/>
                <a:ea typeface="Calibri" pitchFamily="34" charset="-122"/>
                <a:cs typeface="Calibri" pitchFamily="34" charset="-120"/>
              </a:rPr>
              <a:t>Query</a:t>
            </a:r>
            <a:endParaRPr lang="en-US" sz="2000" dirty="0"/>
          </a:p>
        </p:txBody>
      </p:sp>
      <p:sp>
        <p:nvSpPr>
          <p:cNvPr id="9" name="Shape 7"/>
          <p:cNvSpPr/>
          <p:nvPr/>
        </p:nvSpPr>
        <p:spPr>
          <a:xfrm>
            <a:off x="2255520" y="2183130"/>
            <a:ext cx="1737360" cy="777240"/>
          </a:xfrm>
          <a:prstGeom prst="roundRect">
            <a:avLst>
              <a:gd name="adj" fmla="val 7059"/>
            </a:avLst>
          </a:prstGeom>
          <a:solidFill>
            <a:srgbClr val="E9EFF7"/>
          </a:solidFill>
          <a:ln w="9525">
            <a:solidFill>
              <a:srgbClr val="1F3864"/>
            </a:solidFill>
            <a:prstDash val="solid"/>
          </a:ln>
        </p:spPr>
        <p:txBody>
          <a:bodyPr/>
          <a:lstStyle/>
          <a:p>
            <a:pPr algn="ctr"/>
            <a:r>
              <a:rPr lang="en-US" sz="2000">
                <a:solidFill>
                  <a:srgbClr val="595959"/>
                </a:solidFill>
                <a:latin typeface="Calibri" pitchFamily="34" charset="0"/>
                <a:ea typeface="Calibri" pitchFamily="34" charset="-122"/>
                <a:cs typeface="Calibri" pitchFamily="34" charset="-120"/>
              </a:rPr>
              <a:t>policy chunk</a:t>
            </a:r>
            <a:endParaRPr lang="en-US" sz="2000" dirty="0"/>
          </a:p>
        </p:txBody>
      </p:sp>
      <p:sp>
        <p:nvSpPr>
          <p:cNvPr id="10" name="Text 8"/>
          <p:cNvSpPr/>
          <p:nvPr/>
        </p:nvSpPr>
        <p:spPr>
          <a:xfrm>
            <a:off x="2164080" y="1748790"/>
            <a:ext cx="1737360" cy="274320"/>
          </a:xfrm>
          <a:prstGeom prst="rect">
            <a:avLst/>
          </a:prstGeom>
          <a:noFill/>
          <a:ln/>
        </p:spPr>
        <p:txBody>
          <a:bodyPr wrap="square" lIns="0" tIns="0" rIns="0" bIns="0" rtlCol="0" anchor="ctr"/>
          <a:lstStyle/>
          <a:p>
            <a:pPr algn="ctr"/>
            <a:r>
              <a:rPr lang="en-US" sz="2000" b="1" dirty="0">
                <a:solidFill>
                  <a:srgbClr val="1F3864"/>
                </a:solidFill>
                <a:latin typeface="Calibri" pitchFamily="34" charset="0"/>
                <a:ea typeface="Calibri" pitchFamily="34" charset="-122"/>
                <a:cs typeface="Calibri" pitchFamily="34" charset="-120"/>
              </a:rPr>
              <a:t>Document</a:t>
            </a:r>
            <a:endParaRPr lang="en-US" sz="2000" dirty="0"/>
          </a:p>
        </p:txBody>
      </p:sp>
      <p:sp>
        <p:nvSpPr>
          <p:cNvPr id="12" name="Shape 10"/>
          <p:cNvSpPr/>
          <p:nvPr/>
        </p:nvSpPr>
        <p:spPr>
          <a:xfrm>
            <a:off x="1021080" y="2960370"/>
            <a:ext cx="0" cy="320040"/>
          </a:xfrm>
          <a:prstGeom prst="line">
            <a:avLst/>
          </a:prstGeom>
          <a:noFill/>
          <a:ln w="15875">
            <a:solidFill>
              <a:srgbClr val="595959"/>
            </a:solidFill>
            <a:prstDash val="solid"/>
            <a:tailEnd type="arrow"/>
          </a:ln>
        </p:spPr>
        <p:txBody>
          <a:bodyPr/>
          <a:lstStyle/>
          <a:p>
            <a:endParaRPr lang="en-IN" sz="2000"/>
          </a:p>
        </p:txBody>
      </p:sp>
      <p:sp>
        <p:nvSpPr>
          <p:cNvPr id="13" name="Shape 11"/>
          <p:cNvSpPr/>
          <p:nvPr/>
        </p:nvSpPr>
        <p:spPr>
          <a:xfrm>
            <a:off x="3124200" y="2960370"/>
            <a:ext cx="0" cy="320040"/>
          </a:xfrm>
          <a:prstGeom prst="line">
            <a:avLst/>
          </a:prstGeom>
          <a:noFill/>
          <a:ln w="15875">
            <a:solidFill>
              <a:srgbClr val="595959"/>
            </a:solidFill>
            <a:prstDash val="solid"/>
            <a:tailEnd type="arrow"/>
          </a:ln>
        </p:spPr>
        <p:txBody>
          <a:bodyPr/>
          <a:lstStyle/>
          <a:p>
            <a:endParaRPr lang="en-IN" sz="2000"/>
          </a:p>
        </p:txBody>
      </p:sp>
      <p:sp>
        <p:nvSpPr>
          <p:cNvPr id="14" name="Shape 12"/>
          <p:cNvSpPr/>
          <p:nvPr/>
        </p:nvSpPr>
        <p:spPr>
          <a:xfrm>
            <a:off x="152400" y="3280410"/>
            <a:ext cx="2103120" cy="457200"/>
          </a:xfrm>
          <a:prstGeom prst="roundRect">
            <a:avLst>
              <a:gd name="adj" fmla="val 12000"/>
            </a:avLst>
          </a:prstGeom>
          <a:solidFill>
            <a:srgbClr val="F4F4F3"/>
          </a:solidFill>
          <a:ln w="9525">
            <a:solidFill>
              <a:srgbClr val="D9D8D4"/>
            </a:solidFill>
            <a:prstDash val="solid"/>
          </a:ln>
        </p:spPr>
        <p:txBody>
          <a:bodyPr/>
          <a:lstStyle/>
          <a:p>
            <a:pPr algn="l"/>
            <a:r>
              <a:rPr lang="en-US" dirty="0">
                <a:solidFill>
                  <a:srgbClr val="1F3864"/>
                </a:solidFill>
                <a:latin typeface="Consolas" pitchFamily="34" charset="0"/>
                <a:ea typeface="Consolas" pitchFamily="34" charset="-122"/>
                <a:cs typeface="Consolas" pitchFamily="34" charset="-120"/>
              </a:rPr>
              <a:t>f(query)→vector</a:t>
            </a:r>
            <a:endParaRPr lang="en-US" dirty="0"/>
          </a:p>
        </p:txBody>
      </p:sp>
      <p:sp>
        <p:nvSpPr>
          <p:cNvPr id="16" name="Shape 14"/>
          <p:cNvSpPr/>
          <p:nvPr/>
        </p:nvSpPr>
        <p:spPr>
          <a:xfrm>
            <a:off x="2399307" y="3271266"/>
            <a:ext cx="1920240" cy="457200"/>
          </a:xfrm>
          <a:prstGeom prst="roundRect">
            <a:avLst>
              <a:gd name="adj" fmla="val 12000"/>
            </a:avLst>
          </a:prstGeom>
          <a:solidFill>
            <a:srgbClr val="F4F4F3"/>
          </a:solidFill>
          <a:ln w="9525">
            <a:solidFill>
              <a:srgbClr val="D9D8D4"/>
            </a:solidFill>
            <a:prstDash val="solid"/>
          </a:ln>
        </p:spPr>
        <p:txBody>
          <a:bodyPr/>
          <a:lstStyle/>
          <a:p>
            <a:pPr algn="l"/>
            <a:r>
              <a:rPr lang="en-US" dirty="0">
                <a:solidFill>
                  <a:srgbClr val="1F3864"/>
                </a:solidFill>
                <a:latin typeface="Consolas" pitchFamily="34" charset="0"/>
                <a:ea typeface="Consolas" pitchFamily="34" charset="-122"/>
                <a:cs typeface="Consolas" pitchFamily="34" charset="-120"/>
              </a:rPr>
              <a:t>g(doc)→vector</a:t>
            </a:r>
            <a:endParaRPr lang="en-US" dirty="0"/>
          </a:p>
          <a:p>
            <a:pPr algn="l"/>
            <a:endParaRPr lang="en-IN" dirty="0"/>
          </a:p>
        </p:txBody>
      </p:sp>
      <p:sp>
        <p:nvSpPr>
          <p:cNvPr id="18" name="Shape 16"/>
          <p:cNvSpPr/>
          <p:nvPr/>
        </p:nvSpPr>
        <p:spPr>
          <a:xfrm flipH="1">
            <a:off x="1021079" y="3737610"/>
            <a:ext cx="1" cy="654658"/>
          </a:xfrm>
          <a:prstGeom prst="line">
            <a:avLst/>
          </a:prstGeom>
          <a:noFill/>
          <a:ln w="15875">
            <a:solidFill>
              <a:srgbClr val="595959"/>
            </a:solidFill>
            <a:prstDash val="solid"/>
            <a:tailEnd type="arrow"/>
          </a:ln>
        </p:spPr>
        <p:txBody>
          <a:bodyPr/>
          <a:lstStyle/>
          <a:p>
            <a:endParaRPr lang="en-IN" sz="2000"/>
          </a:p>
        </p:txBody>
      </p:sp>
      <p:sp>
        <p:nvSpPr>
          <p:cNvPr id="19" name="Shape 17"/>
          <p:cNvSpPr/>
          <p:nvPr/>
        </p:nvSpPr>
        <p:spPr>
          <a:xfrm flipH="1">
            <a:off x="3176546" y="3737610"/>
            <a:ext cx="435334" cy="645514"/>
          </a:xfrm>
          <a:prstGeom prst="line">
            <a:avLst/>
          </a:prstGeom>
          <a:noFill/>
          <a:ln w="15875">
            <a:solidFill>
              <a:srgbClr val="595959"/>
            </a:solidFill>
            <a:prstDash val="solid"/>
            <a:tailEnd type="arrow"/>
          </a:ln>
        </p:spPr>
        <p:txBody>
          <a:bodyPr/>
          <a:lstStyle/>
          <a:p>
            <a:endParaRPr lang="en-IN" sz="2000"/>
          </a:p>
        </p:txBody>
      </p:sp>
      <p:sp>
        <p:nvSpPr>
          <p:cNvPr id="20" name="Shape 18"/>
          <p:cNvSpPr/>
          <p:nvPr/>
        </p:nvSpPr>
        <p:spPr>
          <a:xfrm>
            <a:off x="296186" y="4458131"/>
            <a:ext cx="3124199" cy="825677"/>
          </a:xfrm>
          <a:prstGeom prst="roundRect">
            <a:avLst>
              <a:gd name="adj" fmla="val 10909"/>
            </a:avLst>
          </a:prstGeom>
          <a:solidFill>
            <a:srgbClr val="E5F1F0"/>
          </a:solidFill>
          <a:ln w="9525">
            <a:solidFill>
              <a:srgbClr val="1D7874"/>
            </a:solidFill>
            <a:prstDash val="solid"/>
          </a:ln>
        </p:spPr>
        <p:txBody>
          <a:bodyPr/>
          <a:lstStyle/>
          <a:p>
            <a:pPr algn="l"/>
            <a:r>
              <a:rPr lang="en-US" b="1" dirty="0">
                <a:solidFill>
                  <a:srgbClr val="1D7874"/>
                </a:solidFill>
                <a:latin typeface="Consolas" pitchFamily="34" charset="0"/>
                <a:ea typeface="Consolas" pitchFamily="34" charset="-122"/>
                <a:cs typeface="Consolas" pitchFamily="34" charset="-120"/>
              </a:rPr>
              <a:t>score = f(q) · g(d)</a:t>
            </a:r>
          </a:p>
          <a:p>
            <a:pPr algn="l"/>
            <a:r>
              <a:rPr lang="en-US" sz="1800" i="1" dirty="0">
                <a:solidFill>
                  <a:srgbClr val="595959"/>
                </a:solidFill>
                <a:latin typeface="Calibri" pitchFamily="34" charset="0"/>
                <a:ea typeface="Calibri" pitchFamily="34" charset="-122"/>
                <a:cs typeface="Calibri" pitchFamily="34" charset="-120"/>
              </a:rPr>
              <a:t>one cheap dot product</a:t>
            </a:r>
            <a:endParaRPr lang="en-US" sz="1800" dirty="0"/>
          </a:p>
          <a:p>
            <a:pPr algn="l"/>
            <a:endParaRPr lang="en-US" dirty="0"/>
          </a:p>
        </p:txBody>
      </p:sp>
      <p:sp>
        <p:nvSpPr>
          <p:cNvPr id="23" name="Shape 21"/>
          <p:cNvSpPr/>
          <p:nvPr/>
        </p:nvSpPr>
        <p:spPr>
          <a:xfrm>
            <a:off x="4463334" y="1885950"/>
            <a:ext cx="4384480" cy="3397858"/>
          </a:xfrm>
          <a:prstGeom prst="roundRect">
            <a:avLst>
              <a:gd name="adj" fmla="val 1791"/>
            </a:avLst>
          </a:prstGeom>
          <a:solidFill>
            <a:srgbClr val="E9EFF7"/>
          </a:solidFill>
          <a:ln w="9525">
            <a:solidFill>
              <a:srgbClr val="1F3864"/>
            </a:solidFill>
            <a:prstDash val="solid"/>
          </a:ln>
        </p:spPr>
        <p:txBody>
          <a:bodyPr/>
          <a:lstStyle/>
          <a:p>
            <a:pPr marL="342900" indent="-342900">
              <a:spcAft>
                <a:spcPts val="900"/>
              </a:spcAft>
              <a:buSzPct val="100000"/>
              <a:buFont typeface="Arial" panose="020B0604020202020204" pitchFamily="34" charset="0"/>
              <a:buChar char="•"/>
            </a:pPr>
            <a:r>
              <a:rPr lang="en-US" sz="2000" dirty="0">
                <a:solidFill>
                  <a:srgbClr val="2B2B2B"/>
                </a:solidFill>
                <a:latin typeface="Calibri" pitchFamily="34" charset="0"/>
                <a:ea typeface="Calibri" pitchFamily="34" charset="-122"/>
                <a:cs typeface="Calibri" pitchFamily="34" charset="-120"/>
              </a:rPr>
              <a:t>g(doc) is computed once, offline, for every chunk — stored in the vector DB</a:t>
            </a:r>
            <a:endParaRPr lang="en-US" sz="2000" dirty="0"/>
          </a:p>
          <a:p>
            <a:pPr marL="342900" indent="-342900">
              <a:spcAft>
                <a:spcPts val="900"/>
              </a:spcAft>
              <a:buSzPct val="100000"/>
              <a:buFont typeface="Arial" panose="020B0604020202020204" pitchFamily="34" charset="0"/>
              <a:buChar char="•"/>
            </a:pPr>
            <a:r>
              <a:rPr lang="en-US" sz="2000" dirty="0">
                <a:solidFill>
                  <a:srgbClr val="2B2B2B"/>
                </a:solidFill>
                <a:latin typeface="Calibri" pitchFamily="34" charset="0"/>
                <a:ea typeface="Calibri" pitchFamily="34" charset="-122"/>
                <a:cs typeface="Calibri" pitchFamily="34" charset="-120"/>
              </a:rPr>
              <a:t>At query time: one forward pass for f(query), then millions of dot products via the ANN index</a:t>
            </a:r>
            <a:endParaRPr lang="en-US" sz="2000" dirty="0"/>
          </a:p>
          <a:p>
            <a:pPr marL="342900" indent="-342900">
              <a:spcAft>
                <a:spcPts val="900"/>
              </a:spcAft>
              <a:buSzPct val="100000"/>
              <a:buFont typeface="Arial" panose="020B0604020202020204" pitchFamily="34" charset="0"/>
              <a:buChar char="•"/>
            </a:pPr>
            <a:r>
              <a:rPr lang="en-US" sz="2000" dirty="0">
                <a:solidFill>
                  <a:srgbClr val="2B2B2B"/>
                </a:solidFill>
                <a:latin typeface="Calibri" pitchFamily="34" charset="0"/>
                <a:ea typeface="Calibri" pitchFamily="34" charset="-122"/>
                <a:cs typeface="Calibri" pitchFamily="34" charset="-120"/>
              </a:rPr>
              <a:t>Milliseconds over the whole corpus</a:t>
            </a:r>
            <a:endParaRPr lang="en-US" sz="2000" dirty="0"/>
          </a:p>
          <a:p>
            <a:pPr marL="342900" indent="-342900">
              <a:spcAft>
                <a:spcPts val="900"/>
              </a:spcAft>
              <a:buSzPct val="100000"/>
              <a:buFont typeface="Arial" panose="020B0604020202020204" pitchFamily="34" charset="0"/>
              <a:buChar char="•"/>
            </a:pPr>
            <a:r>
              <a:rPr lang="en-US" sz="2000" dirty="0">
                <a:solidFill>
                  <a:srgbClr val="C00000"/>
                </a:solidFill>
                <a:latin typeface="Calibri" pitchFamily="34" charset="0"/>
                <a:ea typeface="Calibri" pitchFamily="34" charset="-122"/>
                <a:cs typeface="Calibri" pitchFamily="34" charset="-120"/>
              </a:rPr>
              <a:t>The price: query and document never attend to each other</a:t>
            </a:r>
            <a:endParaRPr lang="en-US" sz="2000" dirty="0"/>
          </a:p>
        </p:txBody>
      </p:sp>
      <p:sp>
        <p:nvSpPr>
          <p:cNvPr id="24" name="Text 22"/>
          <p:cNvSpPr/>
          <p:nvPr/>
        </p:nvSpPr>
        <p:spPr>
          <a:xfrm>
            <a:off x="5410200" y="1477318"/>
            <a:ext cx="3429000" cy="274320"/>
          </a:xfrm>
          <a:prstGeom prst="rect">
            <a:avLst/>
          </a:prstGeom>
          <a:noFill/>
          <a:ln/>
        </p:spPr>
        <p:txBody>
          <a:bodyPr wrap="square" lIns="0" tIns="0" rIns="0" bIns="0" rtlCol="0" anchor="ctr"/>
          <a:lstStyle/>
          <a:p>
            <a:r>
              <a:rPr lang="en-US" sz="2000" b="1" dirty="0">
                <a:solidFill>
                  <a:srgbClr val="1F3864"/>
                </a:solidFill>
                <a:latin typeface="Calibri" pitchFamily="34" charset="0"/>
                <a:ea typeface="Calibri" pitchFamily="34" charset="-122"/>
                <a:cs typeface="Calibri" pitchFamily="34" charset="-120"/>
              </a:rPr>
              <a:t>Why this scales</a:t>
            </a:r>
            <a:endParaRPr lang="en-US" sz="2000" dirty="0"/>
          </a:p>
        </p:txBody>
      </p:sp>
      <p:sp>
        <p:nvSpPr>
          <p:cNvPr id="30" name="TextBox 29">
            <a:extLst>
              <a:ext uri="{FF2B5EF4-FFF2-40B4-BE49-F238E27FC236}">
                <a16:creationId xmlns:a16="http://schemas.microsoft.com/office/drawing/2014/main" id="{82E51806-A224-71F1-925D-F5D623CD8D47}"/>
              </a:ext>
            </a:extLst>
          </p:cNvPr>
          <p:cNvSpPr txBox="1"/>
          <p:nvPr/>
        </p:nvSpPr>
        <p:spPr>
          <a:xfrm>
            <a:off x="337933" y="5622092"/>
            <a:ext cx="8839197" cy="707886"/>
          </a:xfrm>
          <a:prstGeom prst="rect">
            <a:avLst/>
          </a:prstGeom>
          <a:noFill/>
        </p:spPr>
        <p:txBody>
          <a:bodyPr wrap="square">
            <a:spAutoFit/>
          </a:bodyPr>
          <a:lstStyle/>
          <a:p>
            <a:pPr algn="l"/>
            <a:r>
              <a:rPr lang="en-US" sz="2000" b="1" dirty="0">
                <a:solidFill>
                  <a:srgbClr val="1F3864"/>
                </a:solidFill>
                <a:latin typeface="Calibri" pitchFamily="34" charset="0"/>
                <a:ea typeface="Calibri" pitchFamily="34" charset="-122"/>
                <a:cs typeface="Calibri" pitchFamily="34" charset="-120"/>
              </a:rPr>
              <a:t>Bi-encoder = everything precomputable, nothing contextual.</a:t>
            </a:r>
          </a:p>
          <a:p>
            <a:pPr algn="l"/>
            <a:r>
              <a:rPr lang="en-US" sz="2000" dirty="0">
                <a:latin typeface="+mn-lt"/>
              </a:rPr>
              <a:t>SBERT, BGE, E5, OpenAI text-embedding models are all bi-encoders</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4969E2B-7A2A-DD75-02EA-BC1DE1A8A16E}"/>
                  </a:ext>
                </a:extLst>
              </p14:cNvPr>
              <p14:cNvContentPartPr/>
              <p14:nvPr/>
            </p14:nvContentPartPr>
            <p14:xfrm>
              <a:off x="613440" y="921600"/>
              <a:ext cx="6285960" cy="5463720"/>
            </p14:xfrm>
          </p:contentPart>
        </mc:Choice>
        <mc:Fallback>
          <p:pic>
            <p:nvPicPr>
              <p:cNvPr id="2" name="Ink 1">
                <a:extLst>
                  <a:ext uri="{FF2B5EF4-FFF2-40B4-BE49-F238E27FC236}">
                    <a16:creationId xmlns:a16="http://schemas.microsoft.com/office/drawing/2014/main" id="{44969E2B-7A2A-DD75-02EA-BC1DE1A8A16E}"/>
                  </a:ext>
                </a:extLst>
              </p:cNvPr>
              <p:cNvPicPr/>
              <p:nvPr/>
            </p:nvPicPr>
            <p:blipFill>
              <a:blip r:embed="rId4"/>
              <a:stretch>
                <a:fillRect/>
              </a:stretch>
            </p:blipFill>
            <p:spPr>
              <a:xfrm>
                <a:off x="604080" y="912240"/>
                <a:ext cx="6304680" cy="5482440"/>
              </a:xfrm>
              <a:prstGeom prst="rect">
                <a:avLst/>
              </a:prstGeom>
            </p:spPr>
          </p:pic>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52400" y="66294"/>
            <a:ext cx="7330440" cy="941832"/>
          </a:xfrm>
          <a:prstGeom prst="rect">
            <a:avLst/>
          </a:prstGeom>
        </p:spPr>
        <p:txBody>
          <a:bodyPr vert="horz" lIns="91440" tIns="45720" rIns="91440" bIns="45720" rtlCol="0" anchor="ctr">
            <a:noAutofit/>
          </a:bodyPr>
          <a:lstStyle/>
          <a:p>
            <a:pPr algn="l"/>
            <a:r>
              <a:rPr lang="en-US" sz="3600" dirty="0">
                <a:latin typeface="Cambria" panose="02040503050406030204" pitchFamily="18" charset="0"/>
                <a:ea typeface="Cambria" panose="02040503050406030204" pitchFamily="18" charset="0"/>
                <a:cs typeface="+mj-cs"/>
              </a:rPr>
              <a:t>Stage 2 architecture: cross-encoder</a:t>
            </a:r>
          </a:p>
        </p:txBody>
      </p:sp>
      <p:sp>
        <p:nvSpPr>
          <p:cNvPr id="6" name="Shape 4"/>
          <p:cNvSpPr/>
          <p:nvPr/>
        </p:nvSpPr>
        <p:spPr>
          <a:xfrm>
            <a:off x="152400" y="2074952"/>
            <a:ext cx="4238709" cy="875770"/>
          </a:xfrm>
          <a:prstGeom prst="roundRect">
            <a:avLst>
              <a:gd name="adj" fmla="val 10000"/>
            </a:avLst>
          </a:prstGeom>
          <a:solidFill>
            <a:srgbClr val="F4F4F3"/>
          </a:solidFill>
          <a:ln w="9525">
            <a:solidFill>
              <a:srgbClr val="D9D8D4"/>
            </a:solidFill>
            <a:prstDash val="solid"/>
          </a:ln>
        </p:spPr>
        <p:txBody>
          <a:bodyPr/>
          <a:lstStyle/>
          <a:p>
            <a:r>
              <a:rPr lang="en-US" sz="1600" dirty="0">
                <a:solidFill>
                  <a:srgbClr val="2B2B2B"/>
                </a:solidFill>
                <a:latin typeface="Consolas" pitchFamily="34" charset="0"/>
                <a:ea typeface="Consolas" pitchFamily="34" charset="-122"/>
                <a:cs typeface="Consolas" pitchFamily="34" charset="-120"/>
              </a:rPr>
              <a:t>[CLS] carry-forward limit? [SEP] Employees may carry forward up to 10… [SEP]</a:t>
            </a:r>
            <a:endParaRPr lang="en-US" sz="1600" dirty="0"/>
          </a:p>
          <a:p>
            <a:endParaRPr lang="en-IN" sz="1600" dirty="0"/>
          </a:p>
        </p:txBody>
      </p:sp>
      <p:sp>
        <p:nvSpPr>
          <p:cNvPr id="9" name="Shape 7"/>
          <p:cNvSpPr/>
          <p:nvPr/>
        </p:nvSpPr>
        <p:spPr>
          <a:xfrm>
            <a:off x="1600200" y="2987298"/>
            <a:ext cx="0" cy="411984"/>
          </a:xfrm>
          <a:prstGeom prst="line">
            <a:avLst/>
          </a:prstGeom>
          <a:noFill/>
          <a:ln w="15875">
            <a:solidFill>
              <a:srgbClr val="595959"/>
            </a:solidFill>
            <a:prstDash val="solid"/>
            <a:tailEnd type="arrow"/>
          </a:ln>
        </p:spPr>
        <p:txBody>
          <a:bodyPr/>
          <a:lstStyle/>
          <a:p>
            <a:endParaRPr lang="en-IN" sz="1600"/>
          </a:p>
        </p:txBody>
      </p:sp>
      <p:sp>
        <p:nvSpPr>
          <p:cNvPr id="10" name="Shape 8"/>
          <p:cNvSpPr/>
          <p:nvPr/>
        </p:nvSpPr>
        <p:spPr>
          <a:xfrm>
            <a:off x="307119" y="3399282"/>
            <a:ext cx="2743200" cy="640080"/>
          </a:xfrm>
          <a:prstGeom prst="roundRect">
            <a:avLst>
              <a:gd name="adj" fmla="val 8571"/>
            </a:avLst>
          </a:prstGeom>
          <a:solidFill>
            <a:srgbClr val="FBECEC"/>
          </a:solidFill>
          <a:ln w="9525">
            <a:solidFill>
              <a:srgbClr val="C00000"/>
            </a:solidFill>
            <a:prstDash val="solid"/>
          </a:ln>
        </p:spPr>
        <p:txBody>
          <a:bodyPr/>
          <a:lstStyle/>
          <a:p>
            <a:pPr algn="ctr"/>
            <a:r>
              <a:rPr lang="en-US" sz="1600" b="1" dirty="0">
                <a:solidFill>
                  <a:srgbClr val="C00000"/>
                </a:solidFill>
                <a:latin typeface="Calibri" pitchFamily="34" charset="0"/>
                <a:ea typeface="Calibri" pitchFamily="34" charset="-122"/>
                <a:cs typeface="Calibri" pitchFamily="34" charset="-120"/>
              </a:rPr>
              <a:t>Transformer with full cross-attention</a:t>
            </a:r>
            <a:endParaRPr lang="en-US" sz="1600" dirty="0"/>
          </a:p>
          <a:p>
            <a:endParaRPr lang="en-IN" sz="1600" dirty="0"/>
          </a:p>
        </p:txBody>
      </p:sp>
      <p:sp>
        <p:nvSpPr>
          <p:cNvPr id="11" name="Text 9"/>
          <p:cNvSpPr/>
          <p:nvPr/>
        </p:nvSpPr>
        <p:spPr>
          <a:xfrm>
            <a:off x="1188720" y="3399282"/>
            <a:ext cx="2743200" cy="640080"/>
          </a:xfrm>
          <a:prstGeom prst="rect">
            <a:avLst/>
          </a:prstGeom>
          <a:noFill/>
          <a:ln/>
        </p:spPr>
        <p:txBody>
          <a:bodyPr wrap="square" lIns="0" tIns="0" rIns="0" bIns="0" rtlCol="0" anchor="ctr"/>
          <a:lstStyle/>
          <a:p>
            <a:pPr algn="ctr"/>
            <a:endParaRPr lang="en-US" sz="1600" dirty="0"/>
          </a:p>
        </p:txBody>
      </p:sp>
      <p:sp>
        <p:nvSpPr>
          <p:cNvPr id="12" name="Shape 10"/>
          <p:cNvSpPr/>
          <p:nvPr/>
        </p:nvSpPr>
        <p:spPr>
          <a:xfrm>
            <a:off x="1600200" y="4039362"/>
            <a:ext cx="0" cy="320040"/>
          </a:xfrm>
          <a:prstGeom prst="line">
            <a:avLst/>
          </a:prstGeom>
          <a:noFill/>
          <a:ln w="15875">
            <a:solidFill>
              <a:srgbClr val="595959"/>
            </a:solidFill>
            <a:prstDash val="solid"/>
            <a:tailEnd type="arrow"/>
          </a:ln>
        </p:spPr>
        <p:txBody>
          <a:bodyPr/>
          <a:lstStyle/>
          <a:p>
            <a:endParaRPr lang="en-IN" sz="1600"/>
          </a:p>
        </p:txBody>
      </p:sp>
      <p:sp>
        <p:nvSpPr>
          <p:cNvPr id="13" name="Shape 11"/>
          <p:cNvSpPr/>
          <p:nvPr/>
        </p:nvSpPr>
        <p:spPr>
          <a:xfrm>
            <a:off x="425809" y="4386834"/>
            <a:ext cx="2103120" cy="502920"/>
          </a:xfrm>
          <a:prstGeom prst="roundRect">
            <a:avLst>
              <a:gd name="adj" fmla="val 10909"/>
            </a:avLst>
          </a:prstGeom>
          <a:solidFill>
            <a:srgbClr val="E5F1F0"/>
          </a:solidFill>
          <a:ln w="9525">
            <a:solidFill>
              <a:srgbClr val="1D7874"/>
            </a:solidFill>
            <a:prstDash val="solid"/>
          </a:ln>
        </p:spPr>
        <p:txBody>
          <a:bodyPr/>
          <a:lstStyle/>
          <a:p>
            <a:pPr algn="ctr"/>
            <a:r>
              <a:rPr lang="en-US" sz="1600" b="1" dirty="0">
                <a:solidFill>
                  <a:srgbClr val="1D7874"/>
                </a:solidFill>
                <a:latin typeface="Consolas" pitchFamily="34" charset="0"/>
                <a:ea typeface="Consolas" pitchFamily="34" charset="-122"/>
                <a:cs typeface="Consolas" pitchFamily="34" charset="-120"/>
              </a:rPr>
              <a:t>score = h(q, d)</a:t>
            </a:r>
            <a:endParaRPr lang="en-US" sz="1600" dirty="0"/>
          </a:p>
          <a:p>
            <a:endParaRPr lang="en-IN" sz="1600" dirty="0"/>
          </a:p>
        </p:txBody>
      </p:sp>
      <p:sp>
        <p:nvSpPr>
          <p:cNvPr id="16" name="Shape 14"/>
          <p:cNvSpPr/>
          <p:nvPr/>
        </p:nvSpPr>
        <p:spPr>
          <a:xfrm>
            <a:off x="4594861" y="1904952"/>
            <a:ext cx="4417607" cy="3436419"/>
          </a:xfrm>
          <a:prstGeom prst="roundRect">
            <a:avLst>
              <a:gd name="adj" fmla="val 1791"/>
            </a:avLst>
          </a:prstGeom>
          <a:solidFill>
            <a:srgbClr val="FBECEC"/>
          </a:solidFill>
          <a:ln w="9525">
            <a:solidFill>
              <a:srgbClr val="C00000"/>
            </a:solidFill>
            <a:prstDash val="solid"/>
          </a:ln>
        </p:spPr>
        <p:txBody>
          <a:bodyPr/>
          <a:lstStyle/>
          <a:p>
            <a:pPr marL="285750" indent="-285750">
              <a:spcAft>
                <a:spcPts val="900"/>
              </a:spcAft>
              <a:buSzPct val="100000"/>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Every query token attends to every document token</a:t>
            </a:r>
            <a:endParaRPr lang="en-US" sz="1600" dirty="0"/>
          </a:p>
          <a:p>
            <a:pPr marL="285750" indent="-285750">
              <a:spcAft>
                <a:spcPts val="900"/>
              </a:spcAft>
              <a:buSzPct val="100000"/>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Catches what two fixed vectors blur: negation (“not effective”), word order, exact phrase matches, subtle intent</a:t>
            </a:r>
            <a:endParaRPr lang="en-US" sz="1600" dirty="0"/>
          </a:p>
          <a:p>
            <a:pPr marL="285750" indent="-285750">
              <a:spcAft>
                <a:spcPts val="900"/>
              </a:spcAft>
              <a:buSzPct val="100000"/>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Nothing precomputable — the document’s representation depends on the query</a:t>
            </a:r>
            <a:endParaRPr lang="en-US" sz="1600" dirty="0"/>
          </a:p>
          <a:p>
            <a:pPr marL="285750" indent="-285750">
              <a:spcAft>
                <a:spcPts val="900"/>
              </a:spcAft>
              <a:buSzPct val="100000"/>
              <a:buFont typeface="Arial" panose="020B0604020202020204" pitchFamily="34" charset="0"/>
              <a:buChar char="•"/>
            </a:pPr>
            <a:r>
              <a:rPr lang="en-US" sz="1600" b="1" dirty="0">
                <a:solidFill>
                  <a:srgbClr val="1F3864"/>
                </a:solidFill>
                <a:latin typeface="Calibri" pitchFamily="34" charset="0"/>
                <a:ea typeface="Calibri" pitchFamily="34" charset="-122"/>
                <a:cs typeface="Calibri" pitchFamily="34" charset="-120"/>
              </a:rPr>
              <a:t>One full transformer forward pass per (query, doc) pair → feasible for 100 candidates, impossible for 10 million.</a:t>
            </a:r>
            <a:endParaRPr lang="en-US" sz="1600" dirty="0"/>
          </a:p>
          <a:p>
            <a:pPr marL="285750" indent="-285750">
              <a:buFont typeface="Arial" panose="020B0604020202020204" pitchFamily="34" charset="0"/>
              <a:buChar char="•"/>
            </a:pPr>
            <a:endParaRPr lang="en-IN" sz="1600" dirty="0"/>
          </a:p>
        </p:txBody>
      </p:sp>
      <p:sp>
        <p:nvSpPr>
          <p:cNvPr id="17" name="Text 15"/>
          <p:cNvSpPr/>
          <p:nvPr/>
        </p:nvSpPr>
        <p:spPr>
          <a:xfrm>
            <a:off x="5019592" y="1574578"/>
            <a:ext cx="3429000" cy="274320"/>
          </a:xfrm>
          <a:prstGeom prst="rect">
            <a:avLst/>
          </a:prstGeom>
          <a:noFill/>
          <a:ln/>
        </p:spPr>
        <p:txBody>
          <a:bodyPr wrap="square" lIns="0" tIns="0" rIns="0" bIns="0" rtlCol="0" anchor="ctr"/>
          <a:lstStyle/>
          <a:p>
            <a:r>
              <a:rPr lang="en-US" sz="2000" b="1" dirty="0">
                <a:solidFill>
                  <a:srgbClr val="C00000"/>
                </a:solidFill>
                <a:latin typeface="Calibri" pitchFamily="34" charset="0"/>
                <a:ea typeface="Calibri" pitchFamily="34" charset="-122"/>
                <a:cs typeface="Calibri" pitchFamily="34" charset="-120"/>
              </a:rPr>
              <a:t>Why this is precise — and slow</a:t>
            </a:r>
            <a:endParaRPr lang="en-US" sz="2000" dirty="0"/>
          </a:p>
        </p:txBody>
      </p:sp>
      <p:sp>
        <p:nvSpPr>
          <p:cNvPr id="21" name="TextBox 20">
            <a:extLst>
              <a:ext uri="{FF2B5EF4-FFF2-40B4-BE49-F238E27FC236}">
                <a16:creationId xmlns:a16="http://schemas.microsoft.com/office/drawing/2014/main" id="{577D8A56-C4A9-E97D-C7C6-3032B458195A}"/>
              </a:ext>
            </a:extLst>
          </p:cNvPr>
          <p:cNvSpPr txBox="1"/>
          <p:nvPr/>
        </p:nvSpPr>
        <p:spPr>
          <a:xfrm>
            <a:off x="152400" y="5683931"/>
            <a:ext cx="8815677" cy="646331"/>
          </a:xfrm>
          <a:prstGeom prst="rect">
            <a:avLst/>
          </a:prstGeom>
          <a:noFill/>
        </p:spPr>
        <p:txBody>
          <a:bodyPr wrap="square">
            <a:spAutoFit/>
          </a:bodyPr>
          <a:lstStyle/>
          <a:p>
            <a:r>
              <a:rPr lang="en-US" sz="1800" b="1" dirty="0">
                <a:solidFill>
                  <a:srgbClr val="1F3864"/>
                </a:solidFill>
                <a:latin typeface="Calibri" pitchFamily="34" charset="0"/>
                <a:ea typeface="Calibri" pitchFamily="34" charset="-122"/>
                <a:cs typeface="Calibri" pitchFamily="34" charset="-120"/>
              </a:rPr>
              <a:t>Cross-encoder = everything contextual, nothing precomputable. Examples: BGE-</a:t>
            </a:r>
            <a:r>
              <a:rPr lang="en-US" sz="1800" b="1" dirty="0" err="1">
                <a:solidFill>
                  <a:srgbClr val="1F3864"/>
                </a:solidFill>
                <a:latin typeface="Calibri" pitchFamily="34" charset="0"/>
                <a:ea typeface="Calibri" pitchFamily="34" charset="-122"/>
                <a:cs typeface="Calibri" pitchFamily="34" charset="-120"/>
              </a:rPr>
              <a:t>reranker</a:t>
            </a:r>
            <a:r>
              <a:rPr lang="en-US" sz="1800" b="1" dirty="0">
                <a:solidFill>
                  <a:srgbClr val="1F3864"/>
                </a:solidFill>
                <a:latin typeface="Calibri" pitchFamily="34" charset="0"/>
                <a:ea typeface="Calibri" pitchFamily="34" charset="-122"/>
                <a:cs typeface="Calibri" pitchFamily="34" charset="-120"/>
              </a:rPr>
              <a:t>, Cohere </a:t>
            </a:r>
            <a:r>
              <a:rPr lang="en-US" sz="1800" b="1" dirty="0" err="1">
                <a:solidFill>
                  <a:srgbClr val="1F3864"/>
                </a:solidFill>
                <a:latin typeface="Calibri" pitchFamily="34" charset="0"/>
                <a:ea typeface="Calibri" pitchFamily="34" charset="-122"/>
                <a:cs typeface="Calibri" pitchFamily="34" charset="-120"/>
              </a:rPr>
              <a:t>Rerank</a:t>
            </a:r>
            <a:r>
              <a:rPr lang="en-US" sz="1800" b="1" dirty="0">
                <a:solidFill>
                  <a:srgbClr val="1F3864"/>
                </a:solidFill>
                <a:latin typeface="Calibri" pitchFamily="34" charset="0"/>
                <a:ea typeface="Calibri" pitchFamily="34" charset="-122"/>
                <a:cs typeface="Calibri" pitchFamily="34" charset="-120"/>
              </a:rPr>
              <a:t>, </a:t>
            </a:r>
            <a:r>
              <a:rPr lang="en-US" sz="1800" b="1" dirty="0" err="1">
                <a:solidFill>
                  <a:srgbClr val="1F3864"/>
                </a:solidFill>
                <a:latin typeface="Calibri" pitchFamily="34" charset="0"/>
                <a:ea typeface="Calibri" pitchFamily="34" charset="-122"/>
                <a:cs typeface="Calibri" pitchFamily="34" charset="-120"/>
              </a:rPr>
              <a:t>MiniLM</a:t>
            </a:r>
            <a:r>
              <a:rPr lang="en-US" sz="1800" b="1" dirty="0">
                <a:solidFill>
                  <a:srgbClr val="1F3864"/>
                </a:solidFill>
                <a:latin typeface="Calibri" pitchFamily="34" charset="0"/>
                <a:ea typeface="Calibri" pitchFamily="34" charset="-122"/>
                <a:cs typeface="Calibri" pitchFamily="34" charset="-120"/>
              </a:rPr>
              <a:t> cross-encoders</a:t>
            </a:r>
            <a:endParaRPr lang="en-IN" dirty="0"/>
          </a:p>
        </p:txBody>
      </p:sp>
      <p:sp>
        <p:nvSpPr>
          <p:cNvPr id="23" name="TextBox 22">
            <a:extLst>
              <a:ext uri="{FF2B5EF4-FFF2-40B4-BE49-F238E27FC236}">
                <a16:creationId xmlns:a16="http://schemas.microsoft.com/office/drawing/2014/main" id="{3B20CD0E-1150-4087-F2FE-B8278444D1AC}"/>
              </a:ext>
            </a:extLst>
          </p:cNvPr>
          <p:cNvSpPr txBox="1"/>
          <p:nvPr/>
        </p:nvSpPr>
        <p:spPr>
          <a:xfrm>
            <a:off x="152400" y="893040"/>
            <a:ext cx="8930474" cy="369332"/>
          </a:xfrm>
          <a:prstGeom prst="rect">
            <a:avLst/>
          </a:prstGeom>
          <a:noFill/>
        </p:spPr>
        <p:txBody>
          <a:bodyPr wrap="square">
            <a:spAutoFit/>
          </a:bodyPr>
          <a:lstStyle/>
          <a:p>
            <a:r>
              <a:rPr lang="en-US" sz="1800" i="1" dirty="0">
                <a:solidFill>
                  <a:srgbClr val="595959"/>
                </a:solidFill>
                <a:latin typeface="Calibri" pitchFamily="34" charset="0"/>
                <a:ea typeface="Calibri" pitchFamily="34" charset="-122"/>
                <a:cs typeface="Calibri" pitchFamily="34" charset="-120"/>
              </a:rPr>
              <a:t>One transformer reads query and document together — that is exactly what makes it accurate</a:t>
            </a:r>
            <a:endParaRPr lang="en-US" sz="1800" dirty="0"/>
          </a:p>
        </p:txBody>
      </p:sp>
      <p:sp>
        <p:nvSpPr>
          <p:cNvPr id="25" name="TextBox 24">
            <a:extLst>
              <a:ext uri="{FF2B5EF4-FFF2-40B4-BE49-F238E27FC236}">
                <a16:creationId xmlns:a16="http://schemas.microsoft.com/office/drawing/2014/main" id="{944165EE-48CD-401E-F5AD-073E3A5AC064}"/>
              </a:ext>
            </a:extLst>
          </p:cNvPr>
          <p:cNvSpPr txBox="1"/>
          <p:nvPr/>
        </p:nvSpPr>
        <p:spPr>
          <a:xfrm>
            <a:off x="50607" y="1378118"/>
            <a:ext cx="4586908" cy="646331"/>
          </a:xfrm>
          <a:prstGeom prst="rect">
            <a:avLst/>
          </a:prstGeom>
          <a:noFill/>
        </p:spPr>
        <p:txBody>
          <a:bodyPr wrap="square">
            <a:spAutoFit/>
          </a:bodyPr>
          <a:lstStyle/>
          <a:p>
            <a:pPr algn="l"/>
            <a:r>
              <a:rPr lang="en-US" sz="1800" i="1" dirty="0">
                <a:solidFill>
                  <a:srgbClr val="595959"/>
                </a:solidFill>
                <a:latin typeface="Calibri" pitchFamily="34" charset="0"/>
                <a:ea typeface="Calibri" pitchFamily="34" charset="-122"/>
                <a:cs typeface="Calibri" pitchFamily="34" charset="-120"/>
              </a:rPr>
              <a:t>query and document concatenated into one input</a:t>
            </a:r>
            <a:endParaRPr lang="en-US" sz="1800" dirty="0"/>
          </a:p>
        </p:txBody>
      </p:sp>
      <p:sp>
        <p:nvSpPr>
          <p:cNvPr id="27" name="TextBox 26">
            <a:extLst>
              <a:ext uri="{FF2B5EF4-FFF2-40B4-BE49-F238E27FC236}">
                <a16:creationId xmlns:a16="http://schemas.microsoft.com/office/drawing/2014/main" id="{AD8C6F1A-9B0A-BBC3-F7B2-3F9EC9519ADF}"/>
              </a:ext>
            </a:extLst>
          </p:cNvPr>
          <p:cNvSpPr txBox="1"/>
          <p:nvPr/>
        </p:nvSpPr>
        <p:spPr>
          <a:xfrm>
            <a:off x="-373710" y="5156705"/>
            <a:ext cx="4586908" cy="369332"/>
          </a:xfrm>
          <a:prstGeom prst="rect">
            <a:avLst/>
          </a:prstGeom>
          <a:noFill/>
        </p:spPr>
        <p:txBody>
          <a:bodyPr wrap="square">
            <a:spAutoFit/>
          </a:bodyPr>
          <a:lstStyle/>
          <a:p>
            <a:pPr algn="ctr"/>
            <a:r>
              <a:rPr lang="en-US" sz="1800" i="1" dirty="0">
                <a:solidFill>
                  <a:srgbClr val="595959"/>
                </a:solidFill>
                <a:latin typeface="Calibri" pitchFamily="34" charset="0"/>
                <a:ea typeface="Calibri" pitchFamily="34" charset="-122"/>
                <a:cs typeface="Calibri" pitchFamily="34" charset="-120"/>
              </a:rPr>
              <a:t>a single relevance number per pair</a:t>
            </a:r>
            <a:endParaRPr lang="en-US" sz="1800" dirty="0"/>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EADE20D-79CF-7956-D8EF-C85C439CC896}"/>
                  </a:ext>
                </a:extLst>
              </p14:cNvPr>
              <p14:cNvContentPartPr/>
              <p14:nvPr/>
            </p14:nvContentPartPr>
            <p14:xfrm>
              <a:off x="132120" y="770040"/>
              <a:ext cx="8514720" cy="5510520"/>
            </p14:xfrm>
          </p:contentPart>
        </mc:Choice>
        <mc:Fallback>
          <p:pic>
            <p:nvPicPr>
              <p:cNvPr id="2" name="Ink 1">
                <a:extLst>
                  <a:ext uri="{FF2B5EF4-FFF2-40B4-BE49-F238E27FC236}">
                    <a16:creationId xmlns:a16="http://schemas.microsoft.com/office/drawing/2014/main" id="{BEADE20D-79CF-7956-D8EF-C85C439CC896}"/>
                  </a:ext>
                </a:extLst>
              </p:cNvPr>
              <p:cNvPicPr/>
              <p:nvPr/>
            </p:nvPicPr>
            <p:blipFill>
              <a:blip r:embed="rId4"/>
              <a:stretch>
                <a:fillRect/>
              </a:stretch>
            </p:blipFill>
            <p:spPr>
              <a:xfrm>
                <a:off x="122760" y="760680"/>
                <a:ext cx="8533440" cy="5529240"/>
              </a:xfrm>
              <a:prstGeom prst="rect">
                <a:avLst/>
              </a:prstGeom>
            </p:spPr>
          </p:pic>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1040130"/>
            <a:ext cx="1417320" cy="274320"/>
          </a:xfrm>
          <a:prstGeom prst="rect">
            <a:avLst/>
          </a:prstGeom>
          <a:noFill/>
          <a:ln/>
        </p:spPr>
        <p:txBody>
          <a:bodyPr wrap="square" lIns="0" tIns="0" rIns="0" bIns="0" rtlCol="0" anchor="ctr"/>
          <a:lstStyle/>
          <a:p>
            <a:pPr algn="ctr"/>
            <a:r>
              <a:rPr lang="en-US" sz="1050" b="1" dirty="0">
                <a:solidFill>
                  <a:srgbClr val="FFFFFF"/>
                </a:solidFill>
                <a:latin typeface="Calibri" pitchFamily="34" charset="0"/>
                <a:ea typeface="Calibri" pitchFamily="34" charset="-122"/>
                <a:cs typeface="Calibri" pitchFamily="34" charset="-120"/>
              </a:rPr>
              <a:t>Q4 · RANK</a:t>
            </a:r>
            <a:endParaRPr lang="en-US" sz="1050" dirty="0"/>
          </a:p>
        </p:txBody>
      </p:sp>
      <p:sp>
        <p:nvSpPr>
          <p:cNvPr id="4" name="Text 2"/>
          <p:cNvSpPr/>
          <p:nvPr/>
        </p:nvSpPr>
        <p:spPr>
          <a:xfrm>
            <a:off x="473103" y="313182"/>
            <a:ext cx="6675120" cy="457200"/>
          </a:xfrm>
          <a:prstGeom prst="rect">
            <a:avLst/>
          </a:prstGeom>
        </p:spPr>
        <p:txBody>
          <a:bodyPr vert="horz" lIns="91440" tIns="45720" rIns="91440" bIns="45720" rtlCol="0" anchor="ctr">
            <a:noAutofit/>
          </a:bodyPr>
          <a:lstStyle/>
          <a:p>
            <a:pPr algn="l"/>
            <a:r>
              <a:rPr lang="en-US" sz="3600" dirty="0">
                <a:latin typeface="Cambria" panose="02040503050406030204" pitchFamily="18" charset="0"/>
                <a:ea typeface="Cambria" panose="02040503050406030204" pitchFamily="18" charset="0"/>
                <a:cs typeface="+mj-cs"/>
              </a:rPr>
              <a:t>Reranking example</a:t>
            </a:r>
          </a:p>
        </p:txBody>
      </p:sp>
      <p:sp>
        <p:nvSpPr>
          <p:cNvPr id="5" name="Text 3"/>
          <p:cNvSpPr/>
          <p:nvPr/>
        </p:nvSpPr>
        <p:spPr>
          <a:xfrm>
            <a:off x="457200" y="1003554"/>
            <a:ext cx="8229600" cy="310896"/>
          </a:xfrm>
          <a:prstGeom prst="rect">
            <a:avLst/>
          </a:prstGeom>
          <a:noFill/>
          <a:ln/>
        </p:spPr>
        <p:txBody>
          <a:bodyPr wrap="square" lIns="0" tIns="0" rIns="0" bIns="0" rtlCol="0" anchor="ctr"/>
          <a:lstStyle/>
          <a:p>
            <a:r>
              <a:rPr lang="en-US" sz="2000" i="1" dirty="0">
                <a:solidFill>
                  <a:srgbClr val="595959"/>
                </a:solidFill>
                <a:latin typeface="Calibri" pitchFamily="34" charset="0"/>
                <a:ea typeface="Calibri" pitchFamily="34" charset="-122"/>
                <a:cs typeface="Calibri" pitchFamily="34" charset="-120"/>
              </a:rPr>
              <a:t>Query: “What is the maximum context length of Qwen2.5-3B?”</a:t>
            </a:r>
            <a:endParaRPr lang="en-US" sz="2000" dirty="0"/>
          </a:p>
        </p:txBody>
      </p:sp>
      <p:graphicFrame>
        <p:nvGraphicFramePr>
          <p:cNvPr id="18" name="Table 0"/>
          <p:cNvGraphicFramePr>
            <a:graphicFrameLocks noGrp="1"/>
          </p:cNvGraphicFramePr>
          <p:nvPr>
            <p:extLst>
              <p:ext uri="{D42A27DB-BD31-4B8C-83A1-F6EECF244321}">
                <p14:modId xmlns:p14="http://schemas.microsoft.com/office/powerpoint/2010/main" val="1260872130"/>
              </p:ext>
            </p:extLst>
          </p:nvPr>
        </p:nvGraphicFramePr>
        <p:xfrm>
          <a:off x="76200" y="1771516"/>
          <a:ext cx="8915400" cy="3011424"/>
        </p:xfrm>
        <a:graphic>
          <a:graphicData uri="http://schemas.openxmlformats.org/drawingml/2006/table">
            <a:tbl>
              <a:tblPr/>
              <a:tblGrid>
                <a:gridCol w="693420">
                  <a:extLst>
                    <a:ext uri="{9D8B030D-6E8A-4147-A177-3AD203B41FA5}">
                      <a16:colId xmlns:a16="http://schemas.microsoft.com/office/drawing/2014/main" val="20000"/>
                    </a:ext>
                  </a:extLst>
                </a:gridCol>
                <a:gridCol w="4110990">
                  <a:extLst>
                    <a:ext uri="{9D8B030D-6E8A-4147-A177-3AD203B41FA5}">
                      <a16:colId xmlns:a16="http://schemas.microsoft.com/office/drawing/2014/main" val="20001"/>
                    </a:ext>
                  </a:extLst>
                </a:gridCol>
                <a:gridCol w="4110990">
                  <a:extLst>
                    <a:ext uri="{9D8B030D-6E8A-4147-A177-3AD203B41FA5}">
                      <a16:colId xmlns:a16="http://schemas.microsoft.com/office/drawing/2014/main" val="20002"/>
                    </a:ext>
                  </a:extLst>
                </a:gridCol>
              </a:tblGrid>
              <a:tr h="420624">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Rank</a:t>
                      </a:r>
                      <a:endParaRPr lang="en-US" sz="2000" dirty="0">
                        <a:latin typeface="Calibri" charset="0"/>
                        <a:ea typeface="Calibri" charset="0"/>
                        <a:cs typeface="Calibri" charset="0"/>
                      </a:endParaRPr>
                    </a:p>
                  </a:txBody>
                  <a:tcPr marL="64008" marR="64008" marT="27432" marB="27432"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1F3864"/>
                    </a:solidFill>
                  </a:tcPr>
                </a:tc>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Bi-encoder top-5 (before)</a:t>
                      </a:r>
                      <a:endParaRPr lang="en-US" sz="2000" dirty="0">
                        <a:latin typeface="Calibri" charset="0"/>
                        <a:ea typeface="Calibri" charset="0"/>
                        <a:cs typeface="Calibri" charset="0"/>
                      </a:endParaRPr>
                    </a:p>
                  </a:txBody>
                  <a:tcPr marL="64008" marR="64008" marT="27432" marB="27432"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1F3864"/>
                    </a:solidFill>
                  </a:tcPr>
                </a:tc>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Cross-encoder top-5 (after)</a:t>
                      </a:r>
                      <a:endParaRPr lang="en-US" sz="2000" dirty="0">
                        <a:latin typeface="Calibri" charset="0"/>
                        <a:ea typeface="Calibri" charset="0"/>
                        <a:cs typeface="Calibri" charset="0"/>
                      </a:endParaRPr>
                    </a:p>
                  </a:txBody>
                  <a:tcPr marL="64008" marR="64008" marT="27432" marB="27432"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420624">
                <a:tc>
                  <a:txBody>
                    <a:bodyPr/>
                    <a:lstStyle/>
                    <a:p>
                      <a:pPr marL="0" indent="0" algn="ctr">
                        <a:buNone/>
                      </a:pPr>
                      <a:r>
                        <a:rPr lang="en-US" sz="2000" b="1" dirty="0">
                          <a:solidFill>
                            <a:srgbClr val="1F3864"/>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64008" marR="64008" marT="27432" marB="27432"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B2B2B"/>
                          </a:solidFill>
                          <a:latin typeface="Calibri" pitchFamily="34" charset="0"/>
                          <a:ea typeface="Calibri" pitchFamily="34" charset="-122"/>
                          <a:cs typeface="Calibri" pitchFamily="34" charset="-120"/>
                        </a:rPr>
                        <a:t>Qwen2.5-3B general description</a:t>
                      </a:r>
                      <a:endParaRPr lang="en-US" sz="2000" dirty="0">
                        <a:latin typeface="Calibri" charset="0"/>
                        <a:ea typeface="Calibri" charset="0"/>
                        <a:cs typeface="Calibri" charset="0"/>
                      </a:endParaRPr>
                    </a:p>
                  </a:txBody>
                  <a:tcPr marL="64008" marR="64008" marT="27432" marB="27432"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1D7874"/>
                          </a:solidFill>
                          <a:latin typeface="Calibri" pitchFamily="34" charset="0"/>
                          <a:ea typeface="Calibri" pitchFamily="34" charset="-122"/>
                          <a:cs typeface="Calibri" pitchFamily="34" charset="-120"/>
                        </a:rPr>
                        <a:t>Qwen2.5-3B context: 32K native, 128K with YaRN  ✓</a:t>
                      </a:r>
                      <a:endParaRPr lang="en-US" sz="2000" dirty="0">
                        <a:latin typeface="Calibri" charset="0"/>
                        <a:ea typeface="Calibri" charset="0"/>
                        <a:cs typeface="Calibri" charset="0"/>
                      </a:endParaRPr>
                    </a:p>
                  </a:txBody>
                  <a:tcPr marL="64008" marR="64008" marT="27432" marB="27432"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E5F1F0"/>
                    </a:solidFill>
                  </a:tcPr>
                </a:tc>
                <a:extLst>
                  <a:ext uri="{0D108BD9-81ED-4DB2-BD59-A6C34878D82A}">
                    <a16:rowId xmlns:a16="http://schemas.microsoft.com/office/drawing/2014/main" val="10001"/>
                  </a:ext>
                </a:extLst>
              </a:tr>
              <a:tr h="420624">
                <a:tc>
                  <a:txBody>
                    <a:bodyPr/>
                    <a:lstStyle/>
                    <a:p>
                      <a:pPr marL="0" indent="0" algn="ctr">
                        <a:buNone/>
                      </a:pPr>
                      <a:r>
                        <a:rPr lang="en-US" sz="2000" b="1" dirty="0">
                          <a:solidFill>
                            <a:srgbClr val="1F3864"/>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64008" marR="64008" marT="27432" marB="27432"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B2B2B"/>
                          </a:solidFill>
                          <a:latin typeface="Calibri" pitchFamily="34" charset="0"/>
                          <a:ea typeface="Calibri" pitchFamily="34" charset="-122"/>
                          <a:cs typeface="Calibri" pitchFamily="34" charset="-120"/>
                        </a:rPr>
                        <a:t>Qwen2 context length notes</a:t>
                      </a:r>
                      <a:endParaRPr lang="en-US" sz="2000" dirty="0">
                        <a:latin typeface="Calibri" charset="0"/>
                        <a:ea typeface="Calibri" charset="0"/>
                        <a:cs typeface="Calibri" charset="0"/>
                      </a:endParaRPr>
                    </a:p>
                  </a:txBody>
                  <a:tcPr marL="64008" marR="64008" marT="27432" marB="27432"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B2B2B"/>
                          </a:solidFill>
                          <a:latin typeface="Calibri" pitchFamily="34" charset="0"/>
                          <a:ea typeface="Calibri" pitchFamily="34" charset="-122"/>
                          <a:cs typeface="Calibri" pitchFamily="34" charset="-120"/>
                        </a:rPr>
                        <a:t>Qwen2.5 model card excerpt</a:t>
                      </a:r>
                      <a:endParaRPr lang="en-US" sz="2000" dirty="0">
                        <a:latin typeface="Calibri" charset="0"/>
                        <a:ea typeface="Calibri" charset="0"/>
                        <a:cs typeface="Calibri" charset="0"/>
                      </a:endParaRPr>
                    </a:p>
                  </a:txBody>
                  <a:tcPr marL="64008" marR="64008" marT="27432" marB="27432"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ctr">
                        <a:buNone/>
                      </a:pPr>
                      <a:r>
                        <a:rPr lang="en-US" sz="2000" b="1" dirty="0">
                          <a:solidFill>
                            <a:srgbClr val="1F3864"/>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64008" marR="64008" marT="27432" marB="27432"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B2B2B"/>
                          </a:solidFill>
                          <a:latin typeface="Calibri" pitchFamily="34" charset="0"/>
                          <a:ea typeface="Calibri" pitchFamily="34" charset="-122"/>
                          <a:cs typeface="Calibri" pitchFamily="34" charset="-120"/>
                        </a:rPr>
                        <a:t>Llama context lengths</a:t>
                      </a:r>
                      <a:endParaRPr lang="en-US" sz="2000" dirty="0">
                        <a:latin typeface="Calibri" charset="0"/>
                        <a:ea typeface="Calibri" charset="0"/>
                        <a:cs typeface="Calibri" charset="0"/>
                      </a:endParaRPr>
                    </a:p>
                  </a:txBody>
                  <a:tcPr marL="64008" marR="64008" marT="27432" marB="27432"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B2B2B"/>
                          </a:solidFill>
                          <a:latin typeface="Calibri" pitchFamily="34" charset="0"/>
                          <a:ea typeface="Calibri" pitchFamily="34" charset="-122"/>
                          <a:cs typeface="Calibri" pitchFamily="34" charset="-120"/>
                        </a:rPr>
                        <a:t>Qwen2.5-3B general description</a:t>
                      </a:r>
                      <a:endParaRPr lang="en-US" sz="2000" dirty="0">
                        <a:latin typeface="Calibri" charset="0"/>
                        <a:ea typeface="Calibri" charset="0"/>
                        <a:cs typeface="Calibri" charset="0"/>
                      </a:endParaRPr>
                    </a:p>
                  </a:txBody>
                  <a:tcPr marL="64008" marR="64008" marT="27432" marB="27432"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ctr">
                        <a:buNone/>
                      </a:pPr>
                      <a:r>
                        <a:rPr lang="en-US" sz="2000" b="1" dirty="0">
                          <a:solidFill>
                            <a:srgbClr val="1F3864"/>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64008" marR="64008" marT="27432" marB="27432"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1D7874"/>
                          </a:solidFill>
                          <a:latin typeface="Calibri" pitchFamily="34" charset="0"/>
                          <a:ea typeface="Calibri" pitchFamily="34" charset="-122"/>
                          <a:cs typeface="Calibri" pitchFamily="34" charset="-120"/>
                        </a:rPr>
                        <a:t>Qwen2.5-3B context: 32K native, 128K with YaRN  ✓</a:t>
                      </a:r>
                      <a:endParaRPr lang="en-US" sz="2000" dirty="0">
                        <a:latin typeface="Calibri" charset="0"/>
                        <a:ea typeface="Calibri" charset="0"/>
                        <a:cs typeface="Calibri" charset="0"/>
                      </a:endParaRPr>
                    </a:p>
                  </a:txBody>
                  <a:tcPr marL="64008" marR="64008" marT="27432" marB="27432"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E5F1F0"/>
                    </a:solidFill>
                  </a:tcPr>
                </a:tc>
                <a:tc>
                  <a:txBody>
                    <a:bodyPr/>
                    <a:lstStyle/>
                    <a:p>
                      <a:pPr marL="0" indent="0" algn="l">
                        <a:buNone/>
                      </a:pPr>
                      <a:r>
                        <a:rPr lang="en-US" sz="2000" dirty="0">
                          <a:solidFill>
                            <a:srgbClr val="2B2B2B"/>
                          </a:solidFill>
                          <a:latin typeface="Calibri" pitchFamily="34" charset="0"/>
                          <a:ea typeface="Calibri" pitchFamily="34" charset="-122"/>
                          <a:cs typeface="Calibri" pitchFamily="34" charset="-120"/>
                        </a:rPr>
                        <a:t>Qwen2 context length notes</a:t>
                      </a:r>
                      <a:endParaRPr lang="en-US" sz="2000" dirty="0">
                        <a:latin typeface="Calibri" charset="0"/>
                        <a:ea typeface="Calibri" charset="0"/>
                        <a:cs typeface="Calibri" charset="0"/>
                      </a:endParaRPr>
                    </a:p>
                  </a:txBody>
                  <a:tcPr marL="64008" marR="64008" marT="27432" marB="27432"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ctr">
                        <a:buNone/>
                      </a:pPr>
                      <a:r>
                        <a:rPr lang="en-US" sz="2000" b="1" dirty="0">
                          <a:solidFill>
                            <a:srgbClr val="1F3864"/>
                          </a:solidFill>
                          <a:latin typeface="Calibri" pitchFamily="34" charset="0"/>
                          <a:ea typeface="Calibri" pitchFamily="34" charset="-122"/>
                          <a:cs typeface="Calibri" pitchFamily="34" charset="-120"/>
                        </a:rPr>
                        <a:t>5</a:t>
                      </a:r>
                      <a:endParaRPr lang="en-US" sz="2000" dirty="0">
                        <a:latin typeface="Calibri" charset="0"/>
                        <a:ea typeface="Calibri" charset="0"/>
                        <a:cs typeface="Calibri" charset="0"/>
                      </a:endParaRPr>
                    </a:p>
                  </a:txBody>
                  <a:tcPr marL="64008" marR="64008" marT="27432" marB="27432"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B2B2B"/>
                          </a:solidFill>
                          <a:latin typeface="Calibri" pitchFamily="34" charset="0"/>
                          <a:ea typeface="Calibri" pitchFamily="34" charset="-122"/>
                          <a:cs typeface="Calibri" pitchFamily="34" charset="-120"/>
                        </a:rPr>
                        <a:t>Qwen1.5 configuration</a:t>
                      </a:r>
                      <a:endParaRPr lang="en-US" sz="2000" dirty="0">
                        <a:latin typeface="Calibri" charset="0"/>
                        <a:ea typeface="Calibri" charset="0"/>
                        <a:cs typeface="Calibri" charset="0"/>
                      </a:endParaRPr>
                    </a:p>
                  </a:txBody>
                  <a:tcPr marL="64008" marR="64008" marT="27432" marB="27432"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B2B2B"/>
                          </a:solidFill>
                          <a:latin typeface="Calibri" pitchFamily="34" charset="0"/>
                          <a:ea typeface="Calibri" pitchFamily="34" charset="-122"/>
                          <a:cs typeface="Calibri" pitchFamily="34" charset="-120"/>
                        </a:rPr>
                        <a:t>Llama context lengths</a:t>
                      </a:r>
                      <a:endParaRPr lang="en-US" sz="2000" dirty="0">
                        <a:latin typeface="Calibri" charset="0"/>
                        <a:ea typeface="Calibri" charset="0"/>
                        <a:cs typeface="Calibri" charset="0"/>
                      </a:endParaRPr>
                    </a:p>
                  </a:txBody>
                  <a:tcPr marL="64008" marR="64008" marT="27432" marB="27432"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TextBox 9">
            <a:extLst>
              <a:ext uri="{FF2B5EF4-FFF2-40B4-BE49-F238E27FC236}">
                <a16:creationId xmlns:a16="http://schemas.microsoft.com/office/drawing/2014/main" id="{9867B12C-3DB2-1C0F-E787-971A26B81854}"/>
              </a:ext>
            </a:extLst>
          </p:cNvPr>
          <p:cNvSpPr txBox="1"/>
          <p:nvPr/>
        </p:nvSpPr>
        <p:spPr>
          <a:xfrm>
            <a:off x="-26504" y="4940707"/>
            <a:ext cx="8713304" cy="1200329"/>
          </a:xfrm>
          <a:prstGeom prst="rect">
            <a:avLst/>
          </a:prstGeom>
          <a:noFill/>
        </p:spPr>
        <p:txBody>
          <a:bodyPr wrap="square">
            <a:spAutoFit/>
          </a:bodyPr>
          <a:lstStyle/>
          <a:p>
            <a:pPr marL="285750" indent="-285750" algn="l">
              <a:buFont typeface="Arial" panose="020B0604020202020204" pitchFamily="34" charset="0"/>
              <a:buChar char="•"/>
            </a:pPr>
            <a:r>
              <a:rPr lang="en-US" sz="1800" b="1" dirty="0">
                <a:solidFill>
                  <a:srgbClr val="1F3864"/>
                </a:solidFill>
                <a:latin typeface="Calibri" pitchFamily="34" charset="0"/>
                <a:ea typeface="Calibri" pitchFamily="34" charset="-122"/>
                <a:cs typeface="Calibri" pitchFamily="34" charset="-120"/>
              </a:rPr>
              <a:t>Read the table:  </a:t>
            </a:r>
            <a:r>
              <a:rPr lang="en-US" sz="1800" dirty="0">
                <a:solidFill>
                  <a:srgbClr val="2B2B2B"/>
                </a:solidFill>
                <a:latin typeface="Calibri" pitchFamily="34" charset="0"/>
                <a:ea typeface="Calibri" pitchFamily="34" charset="-122"/>
                <a:cs typeface="Calibri" pitchFamily="34" charset="-120"/>
              </a:rPr>
              <a:t>recall already succeeded — the right chunk was in the top-5, at rank 4. The bi-encoder scored every “Qwen + context” chunk similarly. The cross-encoder, seeing query and passage together, recognized the exact fact match and promoted it to rank 1.</a:t>
            </a:r>
            <a:endParaRPr lang="en-US" sz="1800" dirty="0"/>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58A1DDE1-40AB-21EE-6C50-E3C875B96347}"/>
                  </a:ext>
                </a:extLst>
              </p14:cNvPr>
              <p14:cNvContentPartPr/>
              <p14:nvPr/>
            </p14:nvContentPartPr>
            <p14:xfrm>
              <a:off x="109080" y="2110680"/>
              <a:ext cx="7445520" cy="2505240"/>
            </p14:xfrm>
          </p:contentPart>
        </mc:Choice>
        <mc:Fallback>
          <p:pic>
            <p:nvPicPr>
              <p:cNvPr id="2" name="Ink 1">
                <a:extLst>
                  <a:ext uri="{FF2B5EF4-FFF2-40B4-BE49-F238E27FC236}">
                    <a16:creationId xmlns:a16="http://schemas.microsoft.com/office/drawing/2014/main" id="{58A1DDE1-40AB-21EE-6C50-E3C875B96347}"/>
                  </a:ext>
                </a:extLst>
              </p:cNvPr>
              <p:cNvPicPr/>
              <p:nvPr/>
            </p:nvPicPr>
            <p:blipFill>
              <a:blip r:embed="rId4"/>
              <a:stretch>
                <a:fillRect/>
              </a:stretch>
            </p:blipFill>
            <p:spPr>
              <a:xfrm>
                <a:off x="99720" y="2101320"/>
                <a:ext cx="7464240" cy="2523960"/>
              </a:xfrm>
              <a:prstGeom prst="rect">
                <a:avLst/>
              </a:prstGeom>
            </p:spPr>
          </p:pic>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9359F5A-F001-BBAC-647F-0E652A1C3BCC}"/>
              </a:ext>
            </a:extLst>
          </p:cNvPr>
          <p:cNvSpPr>
            <a:spLocks noGrp="1"/>
          </p:cNvSpPr>
          <p:nvPr>
            <p:ph idx="10"/>
          </p:nvPr>
        </p:nvSpPr>
        <p:spPr>
          <a:xfrm>
            <a:off x="76200" y="1524000"/>
            <a:ext cx="4495800" cy="4525963"/>
          </a:xfrm>
          <a:solidFill>
            <a:schemeClr val="bg2"/>
          </a:solidFill>
        </p:spPr>
        <p:txBody>
          <a:bodyPr>
            <a:normAutofit/>
          </a:bodyPr>
          <a:lstStyle/>
          <a:p>
            <a:r>
              <a:rPr lang="en-IN" sz="1800" b="1" dirty="0">
                <a:solidFill>
                  <a:schemeClr val="tx2">
                    <a:lumMod val="75000"/>
                  </a:schemeClr>
                </a:solidFill>
              </a:rPr>
              <a:t>You are an HR policy assistant. Answer only from the context provided below. Cite the chunk id for every claim. If the answer is not in the context, reply exactly: "Not in the provided policy." </a:t>
            </a:r>
          </a:p>
          <a:p>
            <a:endParaRPr lang="en-IN" sz="1800" dirty="0"/>
          </a:p>
          <a:p>
            <a:r>
              <a:rPr lang="en-IN" sz="1800" b="1" dirty="0">
                <a:solidFill>
                  <a:schemeClr val="accent2">
                    <a:lumMod val="75000"/>
                  </a:schemeClr>
                </a:solidFill>
              </a:rPr>
              <a:t>Context: [chunk 12 | Leave Policy &gt; Carry-forward | 2025] Employees may carry forward up to 10 unused leave days into the next calendar year. [chunk 31 | Leave Policy &gt; Encashment | 2025] Unused days beyond the limit are encashed.</a:t>
            </a:r>
          </a:p>
          <a:p>
            <a:endParaRPr lang="en-IN" sz="1800" dirty="0"/>
          </a:p>
          <a:p>
            <a:r>
              <a:rPr lang="en-IN" sz="1800" dirty="0"/>
              <a:t> </a:t>
            </a:r>
            <a:r>
              <a:rPr lang="en-IN" sz="1800" b="1" dirty="0">
                <a:solidFill>
                  <a:srgbClr val="FF0000"/>
                </a:solidFill>
              </a:rPr>
              <a:t>Question: How many leave days can I carry forward?</a:t>
            </a:r>
          </a:p>
        </p:txBody>
      </p:sp>
      <p:sp>
        <p:nvSpPr>
          <p:cNvPr id="5" name="TextBox 4">
            <a:extLst>
              <a:ext uri="{FF2B5EF4-FFF2-40B4-BE49-F238E27FC236}">
                <a16:creationId xmlns:a16="http://schemas.microsoft.com/office/drawing/2014/main" id="{89F782CA-0BE1-6EDB-3F53-955229571408}"/>
              </a:ext>
            </a:extLst>
          </p:cNvPr>
          <p:cNvSpPr txBox="1"/>
          <p:nvPr/>
        </p:nvSpPr>
        <p:spPr>
          <a:xfrm>
            <a:off x="4974772" y="1524000"/>
            <a:ext cx="4038600" cy="1200329"/>
          </a:xfrm>
          <a:prstGeom prst="rect">
            <a:avLst/>
          </a:prstGeom>
          <a:noFill/>
        </p:spPr>
        <p:txBody>
          <a:bodyPr wrap="square">
            <a:spAutoFit/>
          </a:bodyPr>
          <a:lstStyle/>
          <a:p>
            <a:r>
              <a:rPr lang="en-US" b="1" dirty="0">
                <a:solidFill>
                  <a:schemeClr val="tx2">
                    <a:lumMod val="75000"/>
                  </a:schemeClr>
                </a:solidFill>
                <a:latin typeface="Cambria" panose="02040503050406030204" pitchFamily="18" charset="0"/>
                <a:ea typeface="Cambria" panose="02040503050406030204" pitchFamily="18" charset="0"/>
                <a:cs typeface="+mn-cs"/>
              </a:rPr>
              <a:t>Grounding rules</a:t>
            </a:r>
          </a:p>
          <a:p>
            <a:r>
              <a:rPr lang="en-US" dirty="0">
                <a:solidFill>
                  <a:srgbClr val="2B2B2B"/>
                </a:solidFill>
                <a:latin typeface="Calibri" pitchFamily="34" charset="0"/>
                <a:ea typeface="Calibri" pitchFamily="34" charset="-122"/>
                <a:cs typeface="Calibri" pitchFamily="34" charset="-120"/>
              </a:rPr>
              <a:t>Scope the model to the context, force citations, and define the refusal string — deterministic, testable </a:t>
            </a:r>
            <a:r>
              <a:rPr lang="en-US" dirty="0" err="1">
                <a:solidFill>
                  <a:srgbClr val="2B2B2B"/>
                </a:solidFill>
                <a:latin typeface="Calibri" pitchFamily="34" charset="0"/>
                <a:ea typeface="Calibri" pitchFamily="34" charset="-122"/>
                <a:cs typeface="Calibri" pitchFamily="34" charset="-120"/>
              </a:rPr>
              <a:t>behaviour</a:t>
            </a:r>
            <a:r>
              <a:rPr lang="en-US" dirty="0">
                <a:solidFill>
                  <a:srgbClr val="2B2B2B"/>
                </a:solidFill>
                <a:latin typeface="Calibri" pitchFamily="34" charset="0"/>
                <a:ea typeface="Calibri" pitchFamily="34" charset="-122"/>
                <a:cs typeface="Calibri" pitchFamily="34" charset="-120"/>
              </a:rPr>
              <a:t>.</a:t>
            </a:r>
          </a:p>
        </p:txBody>
      </p:sp>
      <p:sp>
        <p:nvSpPr>
          <p:cNvPr id="7" name="TextBox 6">
            <a:extLst>
              <a:ext uri="{FF2B5EF4-FFF2-40B4-BE49-F238E27FC236}">
                <a16:creationId xmlns:a16="http://schemas.microsoft.com/office/drawing/2014/main" id="{5FDB3949-E422-7758-4C3A-F9492668A0C9}"/>
              </a:ext>
            </a:extLst>
          </p:cNvPr>
          <p:cNvSpPr txBox="1"/>
          <p:nvPr/>
        </p:nvSpPr>
        <p:spPr>
          <a:xfrm>
            <a:off x="4898571" y="3315607"/>
            <a:ext cx="3810000" cy="1200329"/>
          </a:xfrm>
          <a:prstGeom prst="rect">
            <a:avLst/>
          </a:prstGeom>
          <a:noFill/>
        </p:spPr>
        <p:txBody>
          <a:bodyPr wrap="square">
            <a:spAutoFit/>
          </a:bodyPr>
          <a:lstStyle/>
          <a:p>
            <a:r>
              <a:rPr lang="en-US" sz="1800" b="1" dirty="0">
                <a:solidFill>
                  <a:srgbClr val="8A5A10"/>
                </a:solidFill>
                <a:latin typeface="Calibri" pitchFamily="34" charset="0"/>
                <a:ea typeface="Calibri" pitchFamily="34" charset="-122"/>
                <a:cs typeface="Calibri" pitchFamily="34" charset="-120"/>
              </a:rPr>
              <a:t>Chunks with metadata</a:t>
            </a:r>
            <a:endParaRPr lang="en-US" sz="1800" dirty="0"/>
          </a:p>
          <a:p>
            <a:r>
              <a:rPr lang="en-US" sz="1800" dirty="0">
                <a:solidFill>
                  <a:srgbClr val="2B2B2B"/>
                </a:solidFill>
                <a:latin typeface="Calibri" pitchFamily="34" charset="0"/>
                <a:ea typeface="Calibri" pitchFamily="34" charset="-122"/>
                <a:cs typeface="Calibri" pitchFamily="34" charset="-120"/>
              </a:rPr>
              <a:t>Each chunk carries its id, heading trail, and version — the model can cite, and you can audit</a:t>
            </a:r>
            <a:endParaRPr lang="en-IN" dirty="0"/>
          </a:p>
        </p:txBody>
      </p:sp>
      <p:sp>
        <p:nvSpPr>
          <p:cNvPr id="9" name="TextBox 8">
            <a:extLst>
              <a:ext uri="{FF2B5EF4-FFF2-40B4-BE49-F238E27FC236}">
                <a16:creationId xmlns:a16="http://schemas.microsoft.com/office/drawing/2014/main" id="{CB5289FB-E615-1D69-523D-C068C8DF4770}"/>
              </a:ext>
            </a:extLst>
          </p:cNvPr>
          <p:cNvSpPr txBox="1"/>
          <p:nvPr/>
        </p:nvSpPr>
        <p:spPr>
          <a:xfrm>
            <a:off x="5072743" y="4953000"/>
            <a:ext cx="3962400" cy="1200329"/>
          </a:xfrm>
          <a:prstGeom prst="rect">
            <a:avLst/>
          </a:prstGeom>
          <a:noFill/>
        </p:spPr>
        <p:txBody>
          <a:bodyPr wrap="square">
            <a:spAutoFit/>
          </a:bodyPr>
          <a:lstStyle/>
          <a:p>
            <a:r>
              <a:rPr lang="en-US" sz="1800" b="1" dirty="0">
                <a:solidFill>
                  <a:srgbClr val="C00000"/>
                </a:solidFill>
                <a:latin typeface="Calibri" pitchFamily="34" charset="0"/>
                <a:ea typeface="Calibri" pitchFamily="34" charset="-122"/>
                <a:cs typeface="Calibri" pitchFamily="34" charset="-120"/>
              </a:rPr>
              <a:t>Query placed last</a:t>
            </a:r>
            <a:endParaRPr lang="en-US" sz="1800" dirty="0"/>
          </a:p>
          <a:p>
            <a:r>
              <a:rPr lang="en-US" sz="1800" dirty="0">
                <a:solidFill>
                  <a:srgbClr val="2B2B2B"/>
                </a:solidFill>
                <a:latin typeface="Calibri" pitchFamily="34" charset="0"/>
                <a:ea typeface="Calibri" pitchFamily="34" charset="-122"/>
                <a:cs typeface="Calibri" pitchFamily="34" charset="-120"/>
              </a:rPr>
              <a:t>model reads the evidence before the question — and recency keeps the question in strong attention.</a:t>
            </a:r>
            <a:endParaRPr lang="en-US" sz="1800" dirty="0"/>
          </a:p>
        </p:txBody>
      </p:sp>
      <p:cxnSp>
        <p:nvCxnSpPr>
          <p:cNvPr id="23" name="Straight Connector 22">
            <a:extLst>
              <a:ext uri="{FF2B5EF4-FFF2-40B4-BE49-F238E27FC236}">
                <a16:creationId xmlns:a16="http://schemas.microsoft.com/office/drawing/2014/main" id="{1F4A575A-87CE-D850-6D56-925BA83A590A}"/>
              </a:ext>
            </a:extLst>
          </p:cNvPr>
          <p:cNvCxnSpPr>
            <a:cxnSpLocks/>
            <a:endCxn id="5" idx="1"/>
          </p:cNvCxnSpPr>
          <p:nvPr/>
        </p:nvCxnSpPr>
        <p:spPr>
          <a:xfrm>
            <a:off x="4620985" y="2124165"/>
            <a:ext cx="353787" cy="0"/>
          </a:xfrm>
          <a:prstGeom prst="line">
            <a:avLst/>
          </a:prstGeom>
        </p:spPr>
        <p:style>
          <a:lnRef idx="3">
            <a:schemeClr val="dk1"/>
          </a:lnRef>
          <a:fillRef idx="0">
            <a:schemeClr val="dk1"/>
          </a:fillRef>
          <a:effectRef idx="2">
            <a:schemeClr val="dk1"/>
          </a:effectRef>
          <a:fontRef idx="minor">
            <a:schemeClr val="tx1"/>
          </a:fontRef>
        </p:style>
      </p:cxnSp>
      <p:cxnSp>
        <p:nvCxnSpPr>
          <p:cNvPr id="27" name="Straight Connector 26">
            <a:extLst>
              <a:ext uri="{FF2B5EF4-FFF2-40B4-BE49-F238E27FC236}">
                <a16:creationId xmlns:a16="http://schemas.microsoft.com/office/drawing/2014/main" id="{D496E8D2-CB98-56E1-78B2-B062E3C4CAE2}"/>
              </a:ext>
            </a:extLst>
          </p:cNvPr>
          <p:cNvCxnSpPr>
            <a:cxnSpLocks/>
          </p:cNvCxnSpPr>
          <p:nvPr/>
        </p:nvCxnSpPr>
        <p:spPr>
          <a:xfrm>
            <a:off x="4629149" y="3786981"/>
            <a:ext cx="353787" cy="0"/>
          </a:xfrm>
          <a:prstGeom prst="line">
            <a:avLst/>
          </a:prstGeom>
        </p:spPr>
        <p:style>
          <a:lnRef idx="3">
            <a:schemeClr val="dk1"/>
          </a:lnRef>
          <a:fillRef idx="0">
            <a:schemeClr val="dk1"/>
          </a:fillRef>
          <a:effectRef idx="2">
            <a:schemeClr val="dk1"/>
          </a:effectRef>
          <a:fontRef idx="minor">
            <a:schemeClr val="tx1"/>
          </a:fontRef>
        </p:style>
      </p:cxnSp>
      <p:cxnSp>
        <p:nvCxnSpPr>
          <p:cNvPr id="28" name="Straight Connector 27">
            <a:extLst>
              <a:ext uri="{FF2B5EF4-FFF2-40B4-BE49-F238E27FC236}">
                <a16:creationId xmlns:a16="http://schemas.microsoft.com/office/drawing/2014/main" id="{897546FF-F53C-A73D-CCAB-FCB1FBA65250}"/>
              </a:ext>
            </a:extLst>
          </p:cNvPr>
          <p:cNvCxnSpPr>
            <a:cxnSpLocks/>
          </p:cNvCxnSpPr>
          <p:nvPr/>
        </p:nvCxnSpPr>
        <p:spPr>
          <a:xfrm>
            <a:off x="4718956" y="5511072"/>
            <a:ext cx="353787" cy="0"/>
          </a:xfrm>
          <a:prstGeom prst="line">
            <a:avLst/>
          </a:prstGeom>
        </p:spPr>
        <p:style>
          <a:lnRef idx="3">
            <a:schemeClr val="dk1"/>
          </a:lnRef>
          <a:fillRef idx="0">
            <a:schemeClr val="dk1"/>
          </a:fillRef>
          <a:effectRef idx="2">
            <a:schemeClr val="dk1"/>
          </a:effectRef>
          <a:fontRef idx="minor">
            <a:schemeClr val="tx1"/>
          </a:fontRef>
        </p:style>
      </p:cxnSp>
      <p:sp>
        <p:nvSpPr>
          <p:cNvPr id="30" name="Text 2">
            <a:extLst>
              <a:ext uri="{FF2B5EF4-FFF2-40B4-BE49-F238E27FC236}">
                <a16:creationId xmlns:a16="http://schemas.microsoft.com/office/drawing/2014/main" id="{63E65489-1103-1BB6-5AB7-CE47892F9922}"/>
              </a:ext>
            </a:extLst>
          </p:cNvPr>
          <p:cNvSpPr>
            <a:spLocks noGrp="1"/>
          </p:cNvSpPr>
          <p:nvPr>
            <p:ph type="title"/>
          </p:nvPr>
        </p:nvSpPr>
        <p:spPr>
          <a:prstGeom prst="rect">
            <a:avLst/>
          </a:prstGeom>
        </p:spPr>
        <p:txBody>
          <a:bodyPr vert="horz" lIns="91440" tIns="45720" rIns="91440" bIns="45720" rtlCol="0" anchor="ctr">
            <a:normAutofit/>
          </a:bodyPr>
          <a:lstStyle/>
          <a:p>
            <a:pPr algn="l"/>
            <a:r>
              <a:rPr lang="en-US" sz="3600" dirty="0">
                <a:latin typeface="Cambria" panose="02040503050406030204" pitchFamily="18" charset="0"/>
                <a:ea typeface="Cambria" panose="02040503050406030204" pitchFamily="18" charset="0"/>
                <a:cs typeface="+mj-cs"/>
              </a:rPr>
              <a:t>CONTEXT ENG : Anatomy of a RAG prompt</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B2234367-CB93-0CBD-017F-6F1F7E369ADD}"/>
                  </a:ext>
                </a:extLst>
              </p14:cNvPr>
              <p14:cNvContentPartPr/>
              <p14:nvPr/>
            </p14:nvContentPartPr>
            <p14:xfrm>
              <a:off x="327960" y="1720080"/>
              <a:ext cx="5472360" cy="4237200"/>
            </p14:xfrm>
          </p:contentPart>
        </mc:Choice>
        <mc:Fallback>
          <p:pic>
            <p:nvPicPr>
              <p:cNvPr id="3" name="Ink 2">
                <a:extLst>
                  <a:ext uri="{FF2B5EF4-FFF2-40B4-BE49-F238E27FC236}">
                    <a16:creationId xmlns:a16="http://schemas.microsoft.com/office/drawing/2014/main" id="{B2234367-CB93-0CBD-017F-6F1F7E369ADD}"/>
                  </a:ext>
                </a:extLst>
              </p:cNvPr>
              <p:cNvPicPr/>
              <p:nvPr/>
            </p:nvPicPr>
            <p:blipFill>
              <a:blip r:embed="rId3"/>
              <a:stretch>
                <a:fillRect/>
              </a:stretch>
            </p:blipFill>
            <p:spPr>
              <a:xfrm>
                <a:off x="318600" y="1710720"/>
                <a:ext cx="5491080" cy="4255920"/>
              </a:xfrm>
              <a:prstGeom prst="rect">
                <a:avLst/>
              </a:prstGeom>
            </p:spPr>
          </p:pic>
        </mc:Fallback>
      </mc:AlternateContent>
    </p:spTree>
    <p:extLst>
      <p:ext uri="{BB962C8B-B14F-4D97-AF65-F5344CB8AC3E}">
        <p14:creationId xmlns:p14="http://schemas.microsoft.com/office/powerpoint/2010/main" val="35515166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F45FB9-7761-E084-9587-933618553367}"/>
              </a:ext>
            </a:extLst>
          </p:cNvPr>
          <p:cNvSpPr>
            <a:spLocks noGrp="1"/>
          </p:cNvSpPr>
          <p:nvPr>
            <p:ph idx="10"/>
          </p:nvPr>
        </p:nvSpPr>
        <p:spPr>
          <a:xfrm>
            <a:off x="228600" y="1447800"/>
            <a:ext cx="8610600" cy="4525963"/>
          </a:xfrm>
        </p:spPr>
        <p:txBody>
          <a:bodyPr>
            <a:normAutofit/>
          </a:bodyPr>
          <a:lstStyle/>
          <a:p>
            <a:pPr marL="342900" indent="-342900">
              <a:buFont typeface="Arial" panose="020B0604020202020204" pitchFamily="34" charset="0"/>
              <a:buChar char="•"/>
            </a:pPr>
            <a:r>
              <a:rPr lang="en-IN" dirty="0"/>
              <a:t>When model memory conflicts with retrieved context, instruct the model to treat the retrieved chunk as the authoritative and more recent source.</a:t>
            </a:r>
          </a:p>
          <a:p>
            <a:pPr marL="342900" indent="-342900">
              <a:buFont typeface="Arial" panose="020B0604020202020204" pitchFamily="34" charset="0"/>
              <a:buChar char="•"/>
            </a:pPr>
            <a:r>
              <a:rPr lang="en-IN" dirty="0"/>
              <a:t> Use metadata like version and date to reinforce that the chunk should win.</a:t>
            </a:r>
          </a:p>
          <a:p>
            <a:pPr marL="342900" indent="-342900">
              <a:buFont typeface="Arial" panose="020B0604020202020204" pitchFamily="34" charset="0"/>
              <a:buChar char="•"/>
            </a:pPr>
            <a:r>
              <a:rPr lang="en-IN" dirty="0"/>
              <a:t>Attention across the context window is strongest at the start and end, and weakest in the middle, Important chunks should never be buried in the middle. </a:t>
            </a:r>
          </a:p>
          <a:p>
            <a:pPr marL="342900" indent="-342900">
              <a:buFont typeface="Arial" panose="020B0604020202020204" pitchFamily="34" charset="0"/>
              <a:buChar char="•"/>
            </a:pPr>
            <a:r>
              <a:rPr lang="en-IN" dirty="0"/>
              <a:t>Prefer fewer, higher-quality chunks over many mediocre ones. </a:t>
            </a:r>
          </a:p>
          <a:p>
            <a:pPr marL="342900" indent="-342900">
              <a:buFont typeface="Arial" panose="020B0604020202020204" pitchFamily="34" charset="0"/>
              <a:buChar char="•"/>
            </a:pPr>
            <a:r>
              <a:rPr lang="en-IN" dirty="0"/>
              <a:t>Reranking matters twice: it selects the best chunks and helps assign them to the highest-attention positions</a:t>
            </a:r>
          </a:p>
        </p:txBody>
      </p:sp>
      <p:sp>
        <p:nvSpPr>
          <p:cNvPr id="3" name="Title 2">
            <a:extLst>
              <a:ext uri="{FF2B5EF4-FFF2-40B4-BE49-F238E27FC236}">
                <a16:creationId xmlns:a16="http://schemas.microsoft.com/office/drawing/2014/main" id="{85DF11D3-ED8D-5871-0E4F-F27A0B5C014D}"/>
              </a:ext>
            </a:extLst>
          </p:cNvPr>
          <p:cNvSpPr>
            <a:spLocks noGrp="1"/>
          </p:cNvSpPr>
          <p:nvPr>
            <p:ph type="title"/>
          </p:nvPr>
        </p:nvSpPr>
        <p:spPr/>
        <p:txBody>
          <a:bodyPr/>
          <a:lstStyle/>
          <a:p>
            <a:r>
              <a:rPr lang="en-US" dirty="0"/>
              <a:t>CONTEXT ENG: some tips</a:t>
            </a:r>
            <a:endParaRPr lang="en-IN"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0796D68-0398-6577-DC72-D0A78B9A2AAC}"/>
                  </a:ext>
                </a:extLst>
              </p14:cNvPr>
              <p14:cNvContentPartPr/>
              <p14:nvPr/>
            </p14:nvContentPartPr>
            <p14:xfrm>
              <a:off x="8385480" y="1660680"/>
              <a:ext cx="566280" cy="4414320"/>
            </p14:xfrm>
          </p:contentPart>
        </mc:Choice>
        <mc:Fallback>
          <p:pic>
            <p:nvPicPr>
              <p:cNvPr id="4" name="Ink 3">
                <a:extLst>
                  <a:ext uri="{FF2B5EF4-FFF2-40B4-BE49-F238E27FC236}">
                    <a16:creationId xmlns:a16="http://schemas.microsoft.com/office/drawing/2014/main" id="{00796D68-0398-6577-DC72-D0A78B9A2AAC}"/>
                  </a:ext>
                </a:extLst>
              </p:cNvPr>
              <p:cNvPicPr/>
              <p:nvPr/>
            </p:nvPicPr>
            <p:blipFill>
              <a:blip r:embed="rId3"/>
              <a:stretch>
                <a:fillRect/>
              </a:stretch>
            </p:blipFill>
            <p:spPr>
              <a:xfrm>
                <a:off x="8376120" y="1651320"/>
                <a:ext cx="585000" cy="4433040"/>
              </a:xfrm>
              <a:prstGeom prst="rect">
                <a:avLst/>
              </a:prstGeom>
            </p:spPr>
          </p:pic>
        </mc:Fallback>
      </mc:AlternateContent>
    </p:spTree>
    <p:extLst>
      <p:ext uri="{BB962C8B-B14F-4D97-AF65-F5344CB8AC3E}">
        <p14:creationId xmlns:p14="http://schemas.microsoft.com/office/powerpoint/2010/main" val="38186142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68B6C42-4B17-53FA-B292-CF012FB1375A}"/>
              </a:ext>
            </a:extLst>
          </p:cNvPr>
          <p:cNvGraphicFramePr>
            <a:graphicFrameLocks noGrp="1"/>
          </p:cNvGraphicFramePr>
          <p:nvPr>
            <p:extLst>
              <p:ext uri="{D42A27DB-BD31-4B8C-83A1-F6EECF244321}">
                <p14:modId xmlns:p14="http://schemas.microsoft.com/office/powerpoint/2010/main" val="1813658649"/>
              </p:ext>
            </p:extLst>
          </p:nvPr>
        </p:nvGraphicFramePr>
        <p:xfrm>
          <a:off x="80228" y="1786606"/>
          <a:ext cx="4743450" cy="3896123"/>
        </p:xfrm>
        <a:graphic>
          <a:graphicData uri="http://schemas.openxmlformats.org/drawingml/2006/table">
            <a:tbl>
              <a:tblPr>
                <a:tableStyleId>{3C2FFA5D-87B4-456A-9821-1D502468CF0F}</a:tableStyleId>
              </a:tblPr>
              <a:tblGrid>
                <a:gridCol w="3295650">
                  <a:extLst>
                    <a:ext uri="{9D8B030D-6E8A-4147-A177-3AD203B41FA5}">
                      <a16:colId xmlns:a16="http://schemas.microsoft.com/office/drawing/2014/main" val="628903590"/>
                    </a:ext>
                  </a:extLst>
                </a:gridCol>
                <a:gridCol w="1447800">
                  <a:extLst>
                    <a:ext uri="{9D8B030D-6E8A-4147-A177-3AD203B41FA5}">
                      <a16:colId xmlns:a16="http://schemas.microsoft.com/office/drawing/2014/main" val="1809461187"/>
                    </a:ext>
                  </a:extLst>
                </a:gridCol>
              </a:tblGrid>
              <a:tr h="344016">
                <a:tc>
                  <a:txBody>
                    <a:bodyPr/>
                    <a:lstStyle/>
                    <a:p>
                      <a:pPr algn="l">
                        <a:buNone/>
                      </a:pPr>
                      <a:r>
                        <a:rPr lang="en-IN" sz="2000" dirty="0">
                          <a:effectLst/>
                        </a:rPr>
                        <a:t>Context window </a:t>
                      </a:r>
                      <a:endParaRPr lang="en-IN" sz="2000" dirty="0">
                        <a:effectLst/>
                        <a:latin typeface="Arial" panose="020B0604020202020204" pitchFamily="34" charset="0"/>
                      </a:endParaRPr>
                    </a:p>
                  </a:txBody>
                  <a:tcPr marL="46489" marR="46489" marT="46489" marB="46489" anchor="ctr"/>
                </a:tc>
                <a:tc>
                  <a:txBody>
                    <a:bodyPr/>
                    <a:lstStyle/>
                    <a:p>
                      <a:pPr algn="l">
                        <a:buNone/>
                      </a:pPr>
                      <a:r>
                        <a:rPr lang="en-IN" sz="2000" dirty="0">
                          <a:effectLst/>
                        </a:rPr>
                        <a:t>8,000 </a:t>
                      </a:r>
                      <a:endParaRPr lang="en-IN" sz="2000" dirty="0">
                        <a:effectLst/>
                        <a:latin typeface="Arial" panose="020B0604020202020204" pitchFamily="34" charset="0"/>
                      </a:endParaRPr>
                    </a:p>
                  </a:txBody>
                  <a:tcPr marL="46489" marR="46489" marT="46489" marB="46489" anchor="ctr"/>
                </a:tc>
                <a:extLst>
                  <a:ext uri="{0D108BD9-81ED-4DB2-BD59-A6C34878D82A}">
                    <a16:rowId xmlns:a16="http://schemas.microsoft.com/office/drawing/2014/main" val="1068234627"/>
                  </a:ext>
                </a:extLst>
              </a:tr>
              <a:tr h="595055">
                <a:tc>
                  <a:txBody>
                    <a:bodyPr/>
                    <a:lstStyle/>
                    <a:p>
                      <a:pPr algn="l">
                        <a:buNone/>
                      </a:pPr>
                      <a:r>
                        <a:rPr lang="en-IN" sz="2000" dirty="0">
                          <a:effectLst/>
                        </a:rPr>
                        <a:t>System instructions + grounding </a:t>
                      </a:r>
                      <a:endParaRPr lang="en-IN" sz="2000" dirty="0">
                        <a:effectLst/>
                        <a:latin typeface="Arial" panose="020B0604020202020204" pitchFamily="34" charset="0"/>
                      </a:endParaRPr>
                    </a:p>
                  </a:txBody>
                  <a:tcPr marL="46489" marR="46489" marT="46489" marB="46489" anchor="ctr"/>
                </a:tc>
                <a:tc>
                  <a:txBody>
                    <a:bodyPr/>
                    <a:lstStyle/>
                    <a:p>
                      <a:pPr algn="l">
                        <a:buNone/>
                      </a:pPr>
                      <a:r>
                        <a:rPr lang="en-IN" sz="2000" dirty="0">
                          <a:effectLst/>
                        </a:rPr>
                        <a:t>600 </a:t>
                      </a:r>
                      <a:endParaRPr lang="en-IN" sz="2000" dirty="0">
                        <a:effectLst/>
                        <a:latin typeface="Arial" panose="020B0604020202020204" pitchFamily="34" charset="0"/>
                      </a:endParaRPr>
                    </a:p>
                  </a:txBody>
                  <a:tcPr marL="46489" marR="46489" marT="46489" marB="46489" anchor="ctr"/>
                </a:tc>
                <a:extLst>
                  <a:ext uri="{0D108BD9-81ED-4DB2-BD59-A6C34878D82A}">
                    <a16:rowId xmlns:a16="http://schemas.microsoft.com/office/drawing/2014/main" val="4015182504"/>
                  </a:ext>
                </a:extLst>
              </a:tr>
              <a:tr h="344016">
                <a:tc>
                  <a:txBody>
                    <a:bodyPr/>
                    <a:lstStyle/>
                    <a:p>
                      <a:pPr algn="l">
                        <a:buNone/>
                      </a:pPr>
                      <a:r>
                        <a:rPr lang="en-IN" sz="2000" dirty="0">
                          <a:effectLst/>
                        </a:rPr>
                        <a:t>Chat history kept </a:t>
                      </a:r>
                      <a:endParaRPr lang="en-IN" sz="2000" dirty="0">
                        <a:effectLst/>
                        <a:latin typeface="Arial" panose="020B0604020202020204" pitchFamily="34" charset="0"/>
                      </a:endParaRPr>
                    </a:p>
                  </a:txBody>
                  <a:tcPr marL="46489" marR="46489" marT="46489" marB="46489" anchor="ctr"/>
                </a:tc>
                <a:tc>
                  <a:txBody>
                    <a:bodyPr/>
                    <a:lstStyle/>
                    <a:p>
                      <a:pPr algn="l">
                        <a:buNone/>
                      </a:pPr>
                      <a:r>
                        <a:rPr lang="en-IN" sz="2000" dirty="0">
                          <a:effectLst/>
                        </a:rPr>
                        <a:t>1,400 </a:t>
                      </a:r>
                      <a:endParaRPr lang="en-IN" sz="2000" dirty="0">
                        <a:effectLst/>
                        <a:latin typeface="Arial" panose="020B0604020202020204" pitchFamily="34" charset="0"/>
                      </a:endParaRPr>
                    </a:p>
                  </a:txBody>
                  <a:tcPr marL="46489" marR="46489" marT="46489" marB="46489" anchor="ctr"/>
                </a:tc>
                <a:extLst>
                  <a:ext uri="{0D108BD9-81ED-4DB2-BD59-A6C34878D82A}">
                    <a16:rowId xmlns:a16="http://schemas.microsoft.com/office/drawing/2014/main" val="3315946257"/>
                  </a:ext>
                </a:extLst>
              </a:tr>
              <a:tr h="595055">
                <a:tc>
                  <a:txBody>
                    <a:bodyPr/>
                    <a:lstStyle/>
                    <a:p>
                      <a:pPr algn="l">
                        <a:buNone/>
                      </a:pPr>
                      <a:r>
                        <a:rPr lang="en-IN" sz="2000" dirty="0">
                          <a:effectLst/>
                        </a:rPr>
                        <a:t>Generation headroom (</a:t>
                      </a:r>
                      <a:r>
                        <a:rPr lang="en-IN" sz="2000" dirty="0" err="1">
                          <a:effectLst/>
                        </a:rPr>
                        <a:t>max_new_tokens</a:t>
                      </a:r>
                      <a:r>
                        <a:rPr lang="en-IN" sz="2000" dirty="0">
                          <a:effectLst/>
                        </a:rPr>
                        <a:t>) </a:t>
                      </a:r>
                      <a:endParaRPr lang="en-IN" sz="2000" dirty="0">
                        <a:effectLst/>
                        <a:latin typeface="Arial" panose="020B0604020202020204" pitchFamily="34" charset="0"/>
                      </a:endParaRPr>
                    </a:p>
                  </a:txBody>
                  <a:tcPr marL="46489" marR="46489" marT="46489" marB="46489" anchor="ctr"/>
                </a:tc>
                <a:tc>
                  <a:txBody>
                    <a:bodyPr/>
                    <a:lstStyle/>
                    <a:p>
                      <a:pPr algn="l">
                        <a:buNone/>
                      </a:pPr>
                      <a:r>
                        <a:rPr lang="en-IN" sz="2000" dirty="0">
                          <a:effectLst/>
                        </a:rPr>
                        <a:t>1,000 </a:t>
                      </a:r>
                      <a:endParaRPr lang="en-IN" sz="2000" dirty="0">
                        <a:effectLst/>
                        <a:latin typeface="Arial" panose="020B0604020202020204" pitchFamily="34" charset="0"/>
                      </a:endParaRPr>
                    </a:p>
                  </a:txBody>
                  <a:tcPr marL="46489" marR="46489" marT="46489" marB="46489" anchor="ctr"/>
                </a:tc>
                <a:extLst>
                  <a:ext uri="{0D108BD9-81ED-4DB2-BD59-A6C34878D82A}">
                    <a16:rowId xmlns:a16="http://schemas.microsoft.com/office/drawing/2014/main" val="3304959250"/>
                  </a:ext>
                </a:extLst>
              </a:tr>
              <a:tr h="595055">
                <a:tc>
                  <a:txBody>
                    <a:bodyPr/>
                    <a:lstStyle/>
                    <a:p>
                      <a:pPr algn="l">
                        <a:buNone/>
                      </a:pPr>
                      <a:r>
                        <a:rPr lang="en-IN" sz="2000" dirty="0">
                          <a:effectLst/>
                        </a:rPr>
                        <a:t>Budget left for retrieved chunks </a:t>
                      </a:r>
                      <a:endParaRPr lang="en-IN" sz="2000" dirty="0">
                        <a:effectLst/>
                        <a:latin typeface="Arial" panose="020B0604020202020204" pitchFamily="34" charset="0"/>
                      </a:endParaRPr>
                    </a:p>
                  </a:txBody>
                  <a:tcPr marL="46489" marR="46489" marT="46489" marB="46489" anchor="ctr"/>
                </a:tc>
                <a:tc>
                  <a:txBody>
                    <a:bodyPr/>
                    <a:lstStyle/>
                    <a:p>
                      <a:pPr algn="l">
                        <a:buNone/>
                      </a:pPr>
                      <a:r>
                        <a:rPr lang="en-IN" sz="2000" dirty="0">
                          <a:effectLst/>
                        </a:rPr>
                        <a:t>5,000 </a:t>
                      </a:r>
                      <a:endParaRPr lang="en-IN" sz="2000" dirty="0">
                        <a:effectLst/>
                        <a:latin typeface="Arial" panose="020B0604020202020204" pitchFamily="34" charset="0"/>
                      </a:endParaRPr>
                    </a:p>
                  </a:txBody>
                  <a:tcPr marL="46489" marR="46489" marT="46489" marB="46489" anchor="ctr"/>
                </a:tc>
                <a:extLst>
                  <a:ext uri="{0D108BD9-81ED-4DB2-BD59-A6C34878D82A}">
                    <a16:rowId xmlns:a16="http://schemas.microsoft.com/office/drawing/2014/main" val="3315794665"/>
                  </a:ext>
                </a:extLst>
              </a:tr>
              <a:tr h="344016">
                <a:tc>
                  <a:txBody>
                    <a:bodyPr/>
                    <a:lstStyle/>
                    <a:p>
                      <a:pPr algn="l">
                        <a:buNone/>
                      </a:pPr>
                      <a:r>
                        <a:rPr lang="en-IN" sz="2000" dirty="0">
                          <a:effectLst/>
                        </a:rPr>
                        <a:t>Average chunk size </a:t>
                      </a:r>
                      <a:endParaRPr lang="en-IN" sz="2000" dirty="0">
                        <a:effectLst/>
                        <a:latin typeface="Arial" panose="020B0604020202020204" pitchFamily="34" charset="0"/>
                      </a:endParaRPr>
                    </a:p>
                  </a:txBody>
                  <a:tcPr marL="46489" marR="46489" marT="46489" marB="46489" anchor="ctr"/>
                </a:tc>
                <a:tc>
                  <a:txBody>
                    <a:bodyPr/>
                    <a:lstStyle/>
                    <a:p>
                      <a:pPr algn="l">
                        <a:buNone/>
                      </a:pPr>
                      <a:r>
                        <a:rPr lang="en-IN" sz="2000" dirty="0">
                          <a:effectLst/>
                        </a:rPr>
                        <a:t>700 </a:t>
                      </a:r>
                      <a:endParaRPr lang="en-IN" sz="2000" dirty="0">
                        <a:effectLst/>
                        <a:latin typeface="Arial" panose="020B0604020202020204" pitchFamily="34" charset="0"/>
                      </a:endParaRPr>
                    </a:p>
                  </a:txBody>
                  <a:tcPr marL="46489" marR="46489" marT="46489" marB="46489" anchor="ctr"/>
                </a:tc>
                <a:extLst>
                  <a:ext uri="{0D108BD9-81ED-4DB2-BD59-A6C34878D82A}">
                    <a16:rowId xmlns:a16="http://schemas.microsoft.com/office/drawing/2014/main" val="2933613723"/>
                  </a:ext>
                </a:extLst>
              </a:tr>
              <a:tr h="595055">
                <a:tc>
                  <a:txBody>
                    <a:bodyPr/>
                    <a:lstStyle/>
                    <a:p>
                      <a:pPr algn="l">
                        <a:buNone/>
                      </a:pPr>
                      <a:r>
                        <a:rPr lang="en-IN" sz="2000" dirty="0">
                          <a:effectLst/>
                        </a:rPr>
                        <a:t>Chunks that fit (top-k ceiling) </a:t>
                      </a:r>
                      <a:endParaRPr lang="en-IN" sz="2000" dirty="0">
                        <a:effectLst/>
                        <a:latin typeface="Arial" panose="020B0604020202020204" pitchFamily="34" charset="0"/>
                      </a:endParaRPr>
                    </a:p>
                  </a:txBody>
                  <a:tcPr marL="46489" marR="46489" marT="46489" marB="46489" anchor="ctr"/>
                </a:tc>
                <a:tc>
                  <a:txBody>
                    <a:bodyPr/>
                    <a:lstStyle/>
                    <a:p>
                      <a:pPr algn="l">
                        <a:buNone/>
                      </a:pPr>
                      <a:r>
                        <a:rPr lang="en-IN" sz="2000" dirty="0">
                          <a:effectLst/>
                        </a:rPr>
                        <a:t>7 </a:t>
                      </a:r>
                      <a:endParaRPr lang="en-IN" sz="2000" dirty="0">
                        <a:effectLst/>
                        <a:latin typeface="Arial" panose="020B0604020202020204" pitchFamily="34" charset="0"/>
                      </a:endParaRPr>
                    </a:p>
                  </a:txBody>
                  <a:tcPr marL="46489" marR="46489" marT="46489" marB="46489" anchor="ctr"/>
                </a:tc>
                <a:extLst>
                  <a:ext uri="{0D108BD9-81ED-4DB2-BD59-A6C34878D82A}">
                    <a16:rowId xmlns:a16="http://schemas.microsoft.com/office/drawing/2014/main" val="732142178"/>
                  </a:ext>
                </a:extLst>
              </a:tr>
            </a:tbl>
          </a:graphicData>
        </a:graphic>
      </p:graphicFrame>
      <p:sp>
        <p:nvSpPr>
          <p:cNvPr id="4" name="Text 2">
            <a:extLst>
              <a:ext uri="{FF2B5EF4-FFF2-40B4-BE49-F238E27FC236}">
                <a16:creationId xmlns:a16="http://schemas.microsoft.com/office/drawing/2014/main" id="{6BC2714D-D335-503C-A7A5-6F4CC1B19231}"/>
              </a:ext>
            </a:extLst>
          </p:cNvPr>
          <p:cNvSpPr/>
          <p:nvPr/>
        </p:nvSpPr>
        <p:spPr>
          <a:xfrm>
            <a:off x="362712" y="212720"/>
            <a:ext cx="6675120" cy="457200"/>
          </a:xfrm>
          <a:prstGeom prst="rect">
            <a:avLst/>
          </a:prstGeom>
        </p:spPr>
        <p:txBody>
          <a:bodyPr vert="horz" lIns="91440" tIns="45720" rIns="91440" bIns="45720" rtlCol="0" anchor="ctr">
            <a:normAutofit fontScale="77500" lnSpcReduction="20000"/>
          </a:bodyPr>
          <a:lstStyle/>
          <a:p>
            <a:pPr algn="l"/>
            <a:r>
              <a:rPr lang="en-US" sz="3600" dirty="0">
                <a:latin typeface="Cambria" panose="02040503050406030204" pitchFamily="18" charset="0"/>
                <a:ea typeface="Cambria" panose="02040503050406030204" pitchFamily="18" charset="0"/>
                <a:cs typeface="+mj-cs"/>
              </a:rPr>
              <a:t>Token </a:t>
            </a:r>
            <a:r>
              <a:rPr lang="en-US" sz="3600">
                <a:latin typeface="Cambria" panose="02040503050406030204" pitchFamily="18" charset="0"/>
                <a:ea typeface="Cambria" panose="02040503050406030204" pitchFamily="18" charset="0"/>
                <a:cs typeface="+mj-cs"/>
              </a:rPr>
              <a:t>budget arithmetic</a:t>
            </a:r>
            <a:endParaRPr lang="en-US" sz="3600" dirty="0">
              <a:latin typeface="Cambria" panose="02040503050406030204" pitchFamily="18" charset="0"/>
              <a:ea typeface="Cambria" panose="02040503050406030204" pitchFamily="18" charset="0"/>
              <a:cs typeface="+mj-cs"/>
            </a:endParaRPr>
          </a:p>
        </p:txBody>
      </p:sp>
      <p:sp>
        <p:nvSpPr>
          <p:cNvPr id="10" name="Text 24">
            <a:extLst>
              <a:ext uri="{FF2B5EF4-FFF2-40B4-BE49-F238E27FC236}">
                <a16:creationId xmlns:a16="http://schemas.microsoft.com/office/drawing/2014/main" id="{122C4EB1-49D0-87A6-ABAF-44B8FAE3AA12}"/>
              </a:ext>
            </a:extLst>
          </p:cNvPr>
          <p:cNvSpPr/>
          <p:nvPr/>
        </p:nvSpPr>
        <p:spPr>
          <a:xfrm>
            <a:off x="4823678" y="1756012"/>
            <a:ext cx="3944112" cy="4046539"/>
          </a:xfrm>
          <a:prstGeom prst="rect">
            <a:avLst/>
          </a:prstGeom>
          <a:noFill/>
          <a:ln/>
        </p:spPr>
        <p:txBody>
          <a:bodyPr wrap="square" rtlCol="0" anchor="t"/>
          <a:lstStyle/>
          <a:p>
            <a:pPr marL="342900" indent="-342900">
              <a:buSzPct val="100000"/>
              <a:buFont typeface="Arial" panose="020B0604020202020204" pitchFamily="34" charset="0"/>
              <a:buChar char="•"/>
            </a:pPr>
            <a:r>
              <a:rPr lang="en-US" sz="2000" dirty="0">
                <a:solidFill>
                  <a:srgbClr val="2B2B2B"/>
                </a:solidFill>
                <a:latin typeface="Calibri" pitchFamily="34" charset="0"/>
                <a:ea typeface="Calibri" pitchFamily="34" charset="-122"/>
                <a:cs typeface="Calibri" pitchFamily="34" charset="-120"/>
              </a:rPr>
              <a:t>Fitting 7 chunks does not mean sending 7 — lost-in-the-middle argues for fewer, better-ranked chunks</a:t>
            </a:r>
          </a:p>
          <a:p>
            <a:pPr marL="342900" indent="-342900">
              <a:buSzPct val="100000"/>
              <a:buFont typeface="Arial" panose="020B0604020202020204" pitchFamily="34" charset="0"/>
              <a:buChar char="•"/>
            </a:pPr>
            <a:r>
              <a:rPr lang="en-US" sz="2000" dirty="0">
                <a:solidFill>
                  <a:srgbClr val="2B2B2B"/>
                </a:solidFill>
                <a:latin typeface="Calibri" pitchFamily="34" charset="0"/>
                <a:ea typeface="Calibri" pitchFamily="34" charset="-122"/>
                <a:cs typeface="Calibri" pitchFamily="34" charset="-120"/>
              </a:rPr>
              <a:t>Generation headroom is often forgotten</a:t>
            </a:r>
            <a:endParaRPr lang="en-US" sz="2000" dirty="0"/>
          </a:p>
          <a:p>
            <a:pPr marL="342900" indent="-342900">
              <a:buSzPct val="100000"/>
              <a:buFont typeface="Arial" panose="020B0604020202020204" pitchFamily="34" charset="0"/>
              <a:buChar char="•"/>
            </a:pPr>
            <a:r>
              <a:rPr lang="en-US" sz="2000" dirty="0">
                <a:solidFill>
                  <a:srgbClr val="2B2B2B"/>
                </a:solidFill>
                <a:latin typeface="Calibri" pitchFamily="34" charset="0"/>
                <a:ea typeface="Calibri" pitchFamily="34" charset="-122"/>
                <a:cs typeface="Calibri" pitchFamily="34" charset="-120"/>
              </a:rPr>
              <a:t>History grows every turn — decide a truncation or summarization policy before it silently eats the chunk budget</a:t>
            </a:r>
            <a:endParaRPr lang="en-US" sz="2000" dirty="0"/>
          </a:p>
        </p:txBody>
      </p:sp>
      <p:sp>
        <p:nvSpPr>
          <p:cNvPr id="14" name="TextBox 13">
            <a:extLst>
              <a:ext uri="{FF2B5EF4-FFF2-40B4-BE49-F238E27FC236}">
                <a16:creationId xmlns:a16="http://schemas.microsoft.com/office/drawing/2014/main" id="{C0813A94-3ACA-73FC-39EA-56D6E204EE54}"/>
              </a:ext>
            </a:extLst>
          </p:cNvPr>
          <p:cNvSpPr txBox="1"/>
          <p:nvPr/>
        </p:nvSpPr>
        <p:spPr>
          <a:xfrm>
            <a:off x="475488" y="1286566"/>
            <a:ext cx="4572000" cy="369332"/>
          </a:xfrm>
          <a:prstGeom prst="rect">
            <a:avLst/>
          </a:prstGeom>
          <a:noFill/>
        </p:spPr>
        <p:txBody>
          <a:bodyPr wrap="square">
            <a:spAutoFit/>
          </a:bodyPr>
          <a:lstStyle/>
          <a:p>
            <a:r>
              <a:rPr lang="en-IN" sz="1800" dirty="0">
                <a:effectLst/>
                <a:latin typeface="Arial" panose="020B0604020202020204" pitchFamily="34" charset="0"/>
              </a:rPr>
              <a:t>8K-context model </a:t>
            </a:r>
            <a:endParaRPr lang="en-IN"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298FA9AB-5F88-F6FB-A72D-C4FCDA957BC7}"/>
                  </a:ext>
                </a:extLst>
              </p14:cNvPr>
              <p14:cNvContentPartPr/>
              <p14:nvPr/>
            </p14:nvContentPartPr>
            <p14:xfrm>
              <a:off x="446760" y="75600"/>
              <a:ext cx="7219080" cy="6432480"/>
            </p14:xfrm>
          </p:contentPart>
        </mc:Choice>
        <mc:Fallback>
          <p:pic>
            <p:nvPicPr>
              <p:cNvPr id="3" name="Ink 2">
                <a:extLst>
                  <a:ext uri="{FF2B5EF4-FFF2-40B4-BE49-F238E27FC236}">
                    <a16:creationId xmlns:a16="http://schemas.microsoft.com/office/drawing/2014/main" id="{298FA9AB-5F88-F6FB-A72D-C4FCDA957BC7}"/>
                  </a:ext>
                </a:extLst>
              </p:cNvPr>
              <p:cNvPicPr/>
              <p:nvPr/>
            </p:nvPicPr>
            <p:blipFill>
              <a:blip r:embed="rId4"/>
              <a:stretch>
                <a:fillRect/>
              </a:stretch>
            </p:blipFill>
            <p:spPr>
              <a:xfrm>
                <a:off x="437400" y="66240"/>
                <a:ext cx="7237800" cy="6451200"/>
              </a:xfrm>
              <a:prstGeom prst="rect">
                <a:avLst/>
              </a:prstGeom>
            </p:spPr>
          </p:pic>
        </mc:Fallback>
      </mc:AlternateContent>
    </p:spTree>
    <p:extLst>
      <p:ext uri="{BB962C8B-B14F-4D97-AF65-F5344CB8AC3E}">
        <p14:creationId xmlns:p14="http://schemas.microsoft.com/office/powerpoint/2010/main" val="1831277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1040130"/>
            <a:ext cx="1417320" cy="274320"/>
          </a:xfrm>
          <a:prstGeom prst="roundRect">
            <a:avLst>
              <a:gd name="adj" fmla="val 16667"/>
            </a:avLst>
          </a:prstGeom>
          <a:solidFill>
            <a:srgbClr val="C00000"/>
          </a:solidFill>
          <a:ln/>
        </p:spPr>
        <p:txBody>
          <a:bodyPr/>
          <a:lstStyle/>
          <a:p>
            <a:endParaRPr lang="en-IN"/>
          </a:p>
        </p:txBody>
      </p:sp>
      <p:sp>
        <p:nvSpPr>
          <p:cNvPr id="3" name="Text 1"/>
          <p:cNvSpPr/>
          <p:nvPr/>
        </p:nvSpPr>
        <p:spPr>
          <a:xfrm>
            <a:off x="457200" y="1040130"/>
            <a:ext cx="1417320" cy="274320"/>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DEBUG</a:t>
            </a:r>
            <a:endParaRPr lang="en-US" sz="2000" dirty="0"/>
          </a:p>
        </p:txBody>
      </p:sp>
      <p:sp>
        <p:nvSpPr>
          <p:cNvPr id="4" name="Text 2"/>
          <p:cNvSpPr/>
          <p:nvPr/>
        </p:nvSpPr>
        <p:spPr>
          <a:xfrm>
            <a:off x="201168" y="121904"/>
            <a:ext cx="8394192" cy="859237"/>
          </a:xfrm>
          <a:prstGeom prst="rect">
            <a:avLst/>
          </a:prstGeom>
          <a:noFill/>
          <a:ln/>
        </p:spPr>
        <p:txBody>
          <a:bodyPr wrap="square" lIns="0" tIns="0" rIns="0" bIns="0" rtlCol="0" anchor="ctr"/>
          <a:lstStyle/>
          <a:p>
            <a:r>
              <a:rPr lang="en-US" sz="2800" b="1" dirty="0">
                <a:solidFill>
                  <a:srgbClr val="1F3864"/>
                </a:solidFill>
                <a:latin typeface="Georgia" pitchFamily="34" charset="0"/>
                <a:ea typeface="Georgia" pitchFamily="34" charset="-122"/>
                <a:cs typeface="Georgia" pitchFamily="34" charset="-120"/>
              </a:rPr>
              <a:t>Failure transcript 1: confident but wrong</a:t>
            </a:r>
            <a:endParaRPr lang="en-US" sz="2800" dirty="0"/>
          </a:p>
        </p:txBody>
      </p:sp>
      <p:sp>
        <p:nvSpPr>
          <p:cNvPr id="5" name="Text 3"/>
          <p:cNvSpPr/>
          <p:nvPr/>
        </p:nvSpPr>
        <p:spPr>
          <a:xfrm>
            <a:off x="283464" y="1560144"/>
            <a:ext cx="8229600" cy="310896"/>
          </a:xfrm>
          <a:prstGeom prst="rect">
            <a:avLst/>
          </a:prstGeom>
          <a:noFill/>
          <a:ln/>
        </p:spPr>
        <p:txBody>
          <a:bodyPr wrap="square" lIns="0" tIns="0" rIns="0" bIns="0" rtlCol="0" anchor="ctr"/>
          <a:lstStyle/>
          <a:p>
            <a:r>
              <a:rPr lang="en-US" sz="2000" i="1" dirty="0">
                <a:solidFill>
                  <a:srgbClr val="595959"/>
                </a:solidFill>
                <a:latin typeface="Calibri" pitchFamily="34" charset="0"/>
                <a:ea typeface="Calibri" pitchFamily="34" charset="-122"/>
                <a:cs typeface="Calibri" pitchFamily="34" charset="-120"/>
              </a:rPr>
              <a:t>Read the transcript, then trace the fault upstream.</a:t>
            </a:r>
            <a:endParaRPr lang="en-US" sz="2000" dirty="0"/>
          </a:p>
        </p:txBody>
      </p:sp>
      <p:sp>
        <p:nvSpPr>
          <p:cNvPr id="14" name="Shape 12"/>
          <p:cNvSpPr/>
          <p:nvPr/>
        </p:nvSpPr>
        <p:spPr>
          <a:xfrm>
            <a:off x="5760720" y="2045969"/>
            <a:ext cx="2926080" cy="3076957"/>
          </a:xfrm>
          <a:prstGeom prst="roundRect">
            <a:avLst>
              <a:gd name="adj" fmla="val 2069"/>
            </a:avLst>
          </a:prstGeom>
          <a:solidFill>
            <a:srgbClr val="FBECEC"/>
          </a:solidFill>
          <a:ln w="9525">
            <a:solidFill>
              <a:srgbClr val="C00000"/>
            </a:solidFill>
            <a:prstDash val="solid"/>
          </a:ln>
        </p:spPr>
        <p:txBody>
          <a:bodyPr/>
          <a:lstStyle/>
          <a:p>
            <a:pPr marL="342900" indent="-342900">
              <a:spcAft>
                <a:spcPts val="900"/>
              </a:spcAft>
              <a:buSzPct val="100000"/>
              <a:buChar char="♦"/>
            </a:pPr>
            <a:r>
              <a:rPr lang="en-US" sz="1600" dirty="0">
                <a:solidFill>
                  <a:srgbClr val="2B2B2B"/>
                </a:solidFill>
                <a:latin typeface="Calibri" pitchFamily="34" charset="0"/>
                <a:ea typeface="Calibri" pitchFamily="34" charset="-122"/>
                <a:cs typeface="Calibri" pitchFamily="34" charset="-120"/>
              </a:rPr>
              <a:t>The model behaved correctly: grounded, cited</a:t>
            </a:r>
            <a:endParaRPr lang="en-US" sz="1600" dirty="0"/>
          </a:p>
          <a:p>
            <a:pPr marL="342900" indent="-342900">
              <a:spcAft>
                <a:spcPts val="900"/>
              </a:spcAft>
              <a:buSzPct val="100000"/>
              <a:buChar char="♦"/>
            </a:pPr>
            <a:r>
              <a:rPr lang="en-US" sz="1600" dirty="0">
                <a:solidFill>
                  <a:srgbClr val="FF0000"/>
                </a:solidFill>
                <a:highlight>
                  <a:srgbClr val="FFFF00"/>
                </a:highlight>
                <a:latin typeface="Calibri" pitchFamily="34" charset="0"/>
                <a:ea typeface="Calibri" pitchFamily="34" charset="-122"/>
                <a:cs typeface="Calibri" pitchFamily="34" charset="-120"/>
              </a:rPr>
              <a:t>The retrieval was the fault: stale version won the similarity contest</a:t>
            </a:r>
            <a:endParaRPr lang="en-US" sz="1600" dirty="0">
              <a:solidFill>
                <a:srgbClr val="FF0000"/>
              </a:solidFill>
              <a:highlight>
                <a:srgbClr val="FFFF00"/>
              </a:highlight>
            </a:endParaRPr>
          </a:p>
          <a:p>
            <a:pPr marL="342900" indent="-342900">
              <a:spcAft>
                <a:spcPts val="900"/>
              </a:spcAft>
              <a:buSzPct val="100000"/>
              <a:buChar char="♦"/>
            </a:pPr>
            <a:r>
              <a:rPr lang="en-US" sz="1600" b="1" dirty="0">
                <a:solidFill>
                  <a:srgbClr val="2B2B2B"/>
                </a:solidFill>
                <a:latin typeface="Calibri" pitchFamily="34" charset="0"/>
                <a:ea typeface="Calibri" pitchFamily="34" charset="-122"/>
                <a:cs typeface="Calibri" pitchFamily="34" charset="-120"/>
              </a:rPr>
              <a:t>Fix at Q1 (what to index): remove or down-rank superseded versions; filter on a version/date metadata field</a:t>
            </a:r>
            <a:endParaRPr lang="en-US" sz="1600" dirty="0"/>
          </a:p>
        </p:txBody>
      </p:sp>
      <p:sp>
        <p:nvSpPr>
          <p:cNvPr id="17" name="Text 15"/>
          <p:cNvSpPr/>
          <p:nvPr/>
        </p:nvSpPr>
        <p:spPr>
          <a:xfrm>
            <a:off x="292608" y="5666397"/>
            <a:ext cx="8229600" cy="365760"/>
          </a:xfrm>
          <a:prstGeom prst="rect">
            <a:avLst/>
          </a:prstGeom>
          <a:noFill/>
          <a:ln/>
        </p:spPr>
        <p:txBody>
          <a:bodyPr wrap="square" lIns="0" tIns="0" rIns="0" bIns="0" rtlCol="0" anchor="ctr"/>
          <a:lstStyle/>
          <a:p>
            <a:pPr algn="l"/>
            <a:r>
              <a:rPr lang="en-US" sz="2000" b="1" dirty="0">
                <a:solidFill>
                  <a:srgbClr val="C00000"/>
                </a:solidFill>
                <a:latin typeface="Calibri" pitchFamily="34" charset="0"/>
                <a:ea typeface="Calibri" pitchFamily="34" charset="-122"/>
                <a:cs typeface="Calibri" pitchFamily="34" charset="-120"/>
              </a:rPr>
              <a:t>A grounded, cited, wrong answer is a retrieval bug, not the LLM bug</a:t>
            </a:r>
            <a:endParaRPr lang="en-US" sz="2000" dirty="0"/>
          </a:p>
        </p:txBody>
      </p:sp>
      <p:pic>
        <p:nvPicPr>
          <p:cNvPr id="19" name="Picture 18">
            <a:extLst>
              <a:ext uri="{FF2B5EF4-FFF2-40B4-BE49-F238E27FC236}">
                <a16:creationId xmlns:a16="http://schemas.microsoft.com/office/drawing/2014/main" id="{F4099392-D54A-5582-447B-860DDF1ADF81}"/>
              </a:ext>
            </a:extLst>
          </p:cNvPr>
          <p:cNvPicPr>
            <a:picLocks noChangeAspect="1"/>
          </p:cNvPicPr>
          <p:nvPr/>
        </p:nvPicPr>
        <p:blipFill>
          <a:blip r:embed="rId3"/>
          <a:stretch>
            <a:fillRect/>
          </a:stretch>
        </p:blipFill>
        <p:spPr>
          <a:xfrm>
            <a:off x="201168" y="2223681"/>
            <a:ext cx="5389302" cy="2886126"/>
          </a:xfrm>
          <a:prstGeom prst="rect">
            <a:avLst/>
          </a:prstGeom>
        </p:spPr>
      </p:pic>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76366542-AC1A-E193-1F1A-793B57D68205}"/>
                  </a:ext>
                </a:extLst>
              </p14:cNvPr>
              <p14:cNvContentPartPr/>
              <p14:nvPr/>
            </p14:nvContentPartPr>
            <p14:xfrm>
              <a:off x="168480" y="1830240"/>
              <a:ext cx="8453520" cy="3067560"/>
            </p14:xfrm>
          </p:contentPart>
        </mc:Choice>
        <mc:Fallback>
          <p:pic>
            <p:nvPicPr>
              <p:cNvPr id="6" name="Ink 5">
                <a:extLst>
                  <a:ext uri="{FF2B5EF4-FFF2-40B4-BE49-F238E27FC236}">
                    <a16:creationId xmlns:a16="http://schemas.microsoft.com/office/drawing/2014/main" id="{76366542-AC1A-E193-1F1A-793B57D68205}"/>
                  </a:ext>
                </a:extLst>
              </p:cNvPr>
              <p:cNvPicPr/>
              <p:nvPr/>
            </p:nvPicPr>
            <p:blipFill>
              <a:blip r:embed="rId5"/>
              <a:stretch>
                <a:fillRect/>
              </a:stretch>
            </p:blipFill>
            <p:spPr>
              <a:xfrm>
                <a:off x="159120" y="1820880"/>
                <a:ext cx="8472240" cy="3086280"/>
              </a:xfrm>
              <a:prstGeom prst="rect">
                <a:avLst/>
              </a:prstGeom>
            </p:spPr>
          </p:pic>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81000" y="1056132"/>
            <a:ext cx="1417320" cy="274320"/>
          </a:xfrm>
          <a:prstGeom prst="roundRect">
            <a:avLst>
              <a:gd name="adj" fmla="val 16667"/>
            </a:avLst>
          </a:prstGeom>
          <a:solidFill>
            <a:srgbClr val="C00000"/>
          </a:solidFill>
          <a:ln/>
        </p:spPr>
        <p:txBody>
          <a:bodyPr/>
          <a:lstStyle/>
          <a:p>
            <a:endParaRPr lang="en-IN" sz="2000" dirty="0"/>
          </a:p>
        </p:txBody>
      </p:sp>
      <p:sp>
        <p:nvSpPr>
          <p:cNvPr id="3" name="Text 1"/>
          <p:cNvSpPr/>
          <p:nvPr/>
        </p:nvSpPr>
        <p:spPr>
          <a:xfrm>
            <a:off x="457200" y="1040130"/>
            <a:ext cx="1417320" cy="274320"/>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DEBUG</a:t>
            </a:r>
            <a:endParaRPr lang="en-US" sz="2000" dirty="0"/>
          </a:p>
        </p:txBody>
      </p:sp>
      <p:sp>
        <p:nvSpPr>
          <p:cNvPr id="4" name="Text 2"/>
          <p:cNvSpPr/>
          <p:nvPr/>
        </p:nvSpPr>
        <p:spPr>
          <a:xfrm>
            <a:off x="457200" y="326898"/>
            <a:ext cx="8305800" cy="457200"/>
          </a:xfrm>
          <a:prstGeom prst="rect">
            <a:avLst/>
          </a:prstGeom>
          <a:noFill/>
          <a:ln/>
        </p:spPr>
        <p:txBody>
          <a:bodyPr wrap="square" lIns="0" tIns="0" rIns="0" bIns="0" rtlCol="0" anchor="ctr"/>
          <a:lstStyle/>
          <a:p>
            <a:r>
              <a:rPr lang="en-US" sz="2800" b="1" dirty="0">
                <a:solidFill>
                  <a:srgbClr val="1F3864"/>
                </a:solidFill>
                <a:latin typeface="Georgia" pitchFamily="34" charset="0"/>
              </a:rPr>
              <a:t>Failure transcript 2: the context was ignored</a:t>
            </a:r>
          </a:p>
        </p:txBody>
      </p:sp>
      <p:sp>
        <p:nvSpPr>
          <p:cNvPr id="5" name="Text 3"/>
          <p:cNvSpPr/>
          <p:nvPr/>
        </p:nvSpPr>
        <p:spPr>
          <a:xfrm>
            <a:off x="457200" y="1424178"/>
            <a:ext cx="8229600" cy="310896"/>
          </a:xfrm>
          <a:prstGeom prst="rect">
            <a:avLst/>
          </a:prstGeom>
          <a:noFill/>
          <a:ln/>
        </p:spPr>
        <p:txBody>
          <a:bodyPr wrap="square" lIns="0" tIns="0" rIns="0" bIns="0" rtlCol="0" anchor="ctr"/>
          <a:lstStyle/>
          <a:p>
            <a:r>
              <a:rPr lang="en-US" sz="2000" i="1" dirty="0">
                <a:solidFill>
                  <a:srgbClr val="595959"/>
                </a:solidFill>
                <a:latin typeface="Calibri" pitchFamily="34" charset="0"/>
                <a:ea typeface="Calibri" pitchFamily="34" charset="-122"/>
                <a:cs typeface="Calibri" pitchFamily="34" charset="-120"/>
              </a:rPr>
              <a:t>Same setup — different fault, different fix.</a:t>
            </a:r>
          </a:p>
        </p:txBody>
      </p:sp>
      <p:sp>
        <p:nvSpPr>
          <p:cNvPr id="6" name="Shape 4"/>
          <p:cNvSpPr/>
          <p:nvPr/>
        </p:nvSpPr>
        <p:spPr>
          <a:xfrm>
            <a:off x="457200" y="2045970"/>
            <a:ext cx="5120640" cy="3973830"/>
          </a:xfrm>
          <a:prstGeom prst="roundRect">
            <a:avLst>
              <a:gd name="adj" fmla="val 2069"/>
            </a:avLst>
          </a:prstGeom>
          <a:solidFill>
            <a:srgbClr val="F4F4F3"/>
          </a:solidFill>
          <a:ln w="9525">
            <a:solidFill>
              <a:srgbClr val="D9D8D4"/>
            </a:solidFill>
            <a:prstDash val="solid"/>
          </a:ln>
        </p:spPr>
        <p:txBody>
          <a:bodyPr/>
          <a:lstStyle/>
          <a:p>
            <a:r>
              <a:rPr lang="en-US" sz="1800" b="1" dirty="0">
                <a:solidFill>
                  <a:srgbClr val="1F3864"/>
                </a:solidFill>
                <a:latin typeface="Calibri" pitchFamily="34" charset="0"/>
                <a:ea typeface="Calibri" pitchFamily="34" charset="-122"/>
                <a:cs typeface="Calibri" pitchFamily="34" charset="-120"/>
              </a:rPr>
              <a:t>User:  How many leave days can I carry forward?</a:t>
            </a:r>
          </a:p>
          <a:p>
            <a:endParaRPr lang="en-US" sz="1800" b="1" dirty="0">
              <a:solidFill>
                <a:srgbClr val="1F3864"/>
              </a:solidFill>
              <a:latin typeface="Calibri" pitchFamily="34" charset="0"/>
              <a:ea typeface="Calibri" pitchFamily="34" charset="-122"/>
              <a:cs typeface="Calibri" pitchFamily="34" charset="-120"/>
            </a:endParaRPr>
          </a:p>
          <a:p>
            <a:r>
              <a:rPr lang="en-US" sz="1800" b="1" dirty="0">
                <a:solidFill>
                  <a:srgbClr val="8A5A10"/>
                </a:solidFill>
                <a:latin typeface="Calibri" pitchFamily="34" charset="0"/>
                <a:ea typeface="Calibri" pitchFamily="34" charset="-122"/>
                <a:cs typeface="Calibri" pitchFamily="34" charset="-120"/>
              </a:rPr>
              <a:t>Retrieved:  [chunk 12 | Leave Policy | 2025]</a:t>
            </a:r>
          </a:p>
          <a:p>
            <a:r>
              <a:rPr lang="en-US" sz="1800" i="1" dirty="0">
                <a:solidFill>
                  <a:srgbClr val="8A5A10"/>
                </a:solidFill>
                <a:latin typeface="Calibri" pitchFamily="34" charset="0"/>
                <a:ea typeface="Calibri" pitchFamily="34" charset="-122"/>
                <a:cs typeface="Calibri" pitchFamily="34" charset="-120"/>
              </a:rPr>
              <a:t>“Employees may carry forward up to 10 unused leave days…”</a:t>
            </a:r>
          </a:p>
          <a:p>
            <a:endParaRPr lang="en-US" sz="1800" i="1" dirty="0">
              <a:solidFill>
                <a:srgbClr val="8A5A10"/>
              </a:solidFill>
              <a:latin typeface="Calibri" pitchFamily="34" charset="0"/>
              <a:ea typeface="Calibri" pitchFamily="34" charset="-122"/>
              <a:cs typeface="Calibri" pitchFamily="34" charset="-120"/>
            </a:endParaRPr>
          </a:p>
          <a:p>
            <a:r>
              <a:rPr lang="en-US" sz="1800" b="1" dirty="0">
                <a:solidFill>
                  <a:srgbClr val="C00000"/>
                </a:solidFill>
                <a:latin typeface="Calibri" pitchFamily="34" charset="0"/>
                <a:ea typeface="Calibri" pitchFamily="34" charset="-122"/>
                <a:cs typeface="Calibri" pitchFamily="34" charset="-120"/>
              </a:rPr>
              <a:t>Assistant:  Carry-forward rules vary, but most</a:t>
            </a:r>
          </a:p>
          <a:p>
            <a:r>
              <a:rPr lang="en-US" sz="1800" b="1" dirty="0">
                <a:solidFill>
                  <a:srgbClr val="C00000"/>
                </a:solidFill>
                <a:latin typeface="Calibri" pitchFamily="34" charset="0"/>
                <a:ea typeface="Calibri" pitchFamily="34" charset="-122"/>
                <a:cs typeface="Calibri" pitchFamily="34" charset="-120"/>
              </a:rPr>
              <a:t>companies allow around 5 days per year</a:t>
            </a:r>
          </a:p>
          <a:p>
            <a:endParaRPr lang="en-US" sz="1800" b="1" dirty="0">
              <a:solidFill>
                <a:srgbClr val="C00000"/>
              </a:solidFill>
              <a:latin typeface="Calibri" pitchFamily="34" charset="0"/>
              <a:ea typeface="Calibri" pitchFamily="34" charset="-122"/>
              <a:cs typeface="Calibri" pitchFamily="34" charset="-120"/>
            </a:endParaRPr>
          </a:p>
          <a:p>
            <a:r>
              <a:rPr lang="en-US" sz="1800" i="1" dirty="0">
                <a:solidFill>
                  <a:srgbClr val="2B2B2B"/>
                </a:solidFill>
                <a:latin typeface="Calibri" pitchFamily="34" charset="0"/>
                <a:ea typeface="Calibri" pitchFamily="34" charset="-122"/>
                <a:cs typeface="Calibri" pitchFamily="34" charset="-120"/>
              </a:rPr>
              <a:t>Reality:  the correct chunk WAS in the prompt</a:t>
            </a:r>
          </a:p>
          <a:p>
            <a:r>
              <a:rPr lang="en-US" sz="1800" i="1" dirty="0">
                <a:solidFill>
                  <a:srgbClr val="2B2B2B"/>
                </a:solidFill>
                <a:latin typeface="Calibri" pitchFamily="34" charset="0"/>
                <a:ea typeface="Calibri" pitchFamily="34" charset="-122"/>
                <a:cs typeface="Calibri" pitchFamily="34" charset="-120"/>
              </a:rPr>
              <a:t>The model answered from memory anyway</a:t>
            </a:r>
            <a:endParaRPr lang="en-US" sz="1800" dirty="0"/>
          </a:p>
          <a:p>
            <a:endParaRPr lang="en-US" sz="1800" dirty="0"/>
          </a:p>
          <a:p>
            <a:endParaRPr lang="en-US" sz="1800" dirty="0"/>
          </a:p>
          <a:p>
            <a:endParaRPr lang="en-US" sz="1800" dirty="0"/>
          </a:p>
          <a:p>
            <a:endParaRPr lang="en-IN" dirty="0"/>
          </a:p>
        </p:txBody>
      </p:sp>
      <p:sp>
        <p:nvSpPr>
          <p:cNvPr id="12" name="Text 10"/>
          <p:cNvSpPr/>
          <p:nvPr/>
        </p:nvSpPr>
        <p:spPr>
          <a:xfrm>
            <a:off x="152400" y="4862322"/>
            <a:ext cx="4754880" cy="292608"/>
          </a:xfrm>
          <a:prstGeom prst="rect">
            <a:avLst/>
          </a:prstGeom>
          <a:noFill/>
          <a:ln/>
        </p:spPr>
        <p:txBody>
          <a:bodyPr wrap="square" lIns="0" tIns="0" rIns="0" bIns="0" rtlCol="0" anchor="ctr"/>
          <a:lstStyle/>
          <a:p>
            <a:endParaRPr lang="en-US" sz="1100" dirty="0"/>
          </a:p>
        </p:txBody>
      </p:sp>
      <p:sp>
        <p:nvSpPr>
          <p:cNvPr id="14" name="Shape 12"/>
          <p:cNvSpPr/>
          <p:nvPr/>
        </p:nvSpPr>
        <p:spPr>
          <a:xfrm>
            <a:off x="5760720" y="2045969"/>
            <a:ext cx="2926080" cy="3076957"/>
          </a:xfrm>
          <a:prstGeom prst="roundRect">
            <a:avLst>
              <a:gd name="adj" fmla="val 2069"/>
            </a:avLst>
          </a:prstGeom>
          <a:solidFill>
            <a:srgbClr val="FBECEC"/>
          </a:solidFill>
          <a:ln w="9525">
            <a:solidFill>
              <a:srgbClr val="C00000"/>
            </a:solidFill>
            <a:prstDash val="solid"/>
          </a:ln>
        </p:spPr>
        <p:txBody>
          <a:bodyPr/>
          <a:lstStyle/>
          <a:p>
            <a:pPr marL="342900" indent="-342900">
              <a:spcAft>
                <a:spcPts val="900"/>
              </a:spcAft>
              <a:buSzPct val="100000"/>
              <a:buChar char="♦"/>
            </a:pPr>
            <a:r>
              <a:rPr lang="en-US" sz="1600" dirty="0">
                <a:solidFill>
                  <a:srgbClr val="2B2B2B"/>
                </a:solidFill>
                <a:latin typeface="Calibri" pitchFamily="34" charset="0"/>
                <a:ea typeface="Calibri" pitchFamily="34" charset="-122"/>
                <a:cs typeface="Calibri" pitchFamily="34" charset="-120"/>
              </a:rPr>
              <a:t>Retrieval succeeded — the right chunk arrived</a:t>
            </a:r>
          </a:p>
          <a:p>
            <a:pPr marL="342900" indent="-342900">
              <a:spcAft>
                <a:spcPts val="900"/>
              </a:spcAft>
              <a:buSzPct val="100000"/>
              <a:buChar char="♦"/>
            </a:pPr>
            <a:r>
              <a:rPr lang="en-US" sz="1600" dirty="0">
                <a:solidFill>
                  <a:srgbClr val="2B2B2B"/>
                </a:solidFill>
                <a:highlight>
                  <a:srgbClr val="FFFF00"/>
                </a:highlight>
                <a:latin typeface="Calibri" pitchFamily="34" charset="0"/>
                <a:ea typeface="Calibri" pitchFamily="34" charset="-122"/>
                <a:cs typeface="Calibri" pitchFamily="34" charset="-120"/>
              </a:rPr>
              <a:t>The prompt was the fault: no grounding rules, chunk buried mid-prompt after long history</a:t>
            </a:r>
          </a:p>
          <a:p>
            <a:pPr marL="342900" indent="-342900">
              <a:spcAft>
                <a:spcPts val="900"/>
              </a:spcAft>
              <a:buSzPct val="100000"/>
              <a:buChar char="♦"/>
            </a:pPr>
            <a:r>
              <a:rPr lang="en-US" sz="1600" dirty="0">
                <a:solidFill>
                  <a:srgbClr val="2B2B2B"/>
                </a:solidFill>
                <a:latin typeface="Calibri" pitchFamily="34" charset="0"/>
                <a:ea typeface="Calibri" pitchFamily="34" charset="-122"/>
                <a:cs typeface="Calibri" pitchFamily="34" charset="-120"/>
              </a:rPr>
              <a:t>Fix at the prompt: add grounding + conflict rules, move chunks out of the middle, trim history</a:t>
            </a:r>
          </a:p>
          <a:p>
            <a:pPr marL="342900" indent="-342900">
              <a:spcAft>
                <a:spcPts val="900"/>
              </a:spcAft>
              <a:buSzPct val="100000"/>
              <a:buChar char="♦"/>
            </a:pPr>
            <a:endParaRPr lang="en-IN" sz="1600" dirty="0">
              <a:solidFill>
                <a:srgbClr val="2B2B2B"/>
              </a:solidFill>
              <a:latin typeface="Calibri" pitchFamily="34" charset="0"/>
              <a:ea typeface="Calibri" pitchFamily="34" charset="-122"/>
              <a:cs typeface="Calibri" pitchFamily="34" charset="-120"/>
            </a:endParaRPr>
          </a:p>
        </p:txBody>
      </p:sp>
      <p:sp>
        <p:nvSpPr>
          <p:cNvPr id="16" name="Text 14"/>
          <p:cNvSpPr/>
          <p:nvPr/>
        </p:nvSpPr>
        <p:spPr>
          <a:xfrm>
            <a:off x="5943600" y="2521458"/>
            <a:ext cx="2560320" cy="2103120"/>
          </a:xfrm>
          <a:prstGeom prst="rect">
            <a:avLst/>
          </a:prstGeom>
          <a:noFill/>
          <a:ln/>
        </p:spPr>
        <p:txBody>
          <a:bodyPr wrap="square" rtlCol="0" anchor="t"/>
          <a:lstStyle/>
          <a:p>
            <a:pPr marL="342900" indent="-342900">
              <a:spcAft>
                <a:spcPts val="900"/>
              </a:spcAft>
              <a:buSzPct val="100000"/>
              <a:buChar char="♦"/>
            </a:pP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13660" y="396154"/>
            <a:ext cx="8229600" cy="566928"/>
          </a:xfrm>
          <a:prstGeom prst="rect">
            <a:avLst/>
          </a:prstGeom>
        </p:spPr>
        <p:txBody>
          <a:bodyPr vert="horz" lIns="91440" tIns="45720" rIns="91440" bIns="45720" rtlCol="0" anchor="ctr">
            <a:noAutofit/>
          </a:bodyPr>
          <a:lstStyle/>
          <a:p>
            <a:pPr algn="l"/>
            <a:r>
              <a:rPr lang="en-US" sz="3200" dirty="0">
                <a:latin typeface="Cambria" panose="02040503050406030204" pitchFamily="18" charset="0"/>
                <a:ea typeface="Cambria" panose="02040503050406030204" pitchFamily="18" charset="0"/>
                <a:cs typeface="+mj-cs"/>
              </a:rPr>
              <a:t>Debugging RAG from the output backward</a:t>
            </a:r>
          </a:p>
        </p:txBody>
      </p:sp>
      <p:sp>
        <p:nvSpPr>
          <p:cNvPr id="3" name="Text 1"/>
          <p:cNvSpPr/>
          <p:nvPr/>
        </p:nvSpPr>
        <p:spPr>
          <a:xfrm>
            <a:off x="457200" y="1429320"/>
            <a:ext cx="8153400" cy="399479"/>
          </a:xfrm>
          <a:prstGeom prst="rect">
            <a:avLst/>
          </a:prstGeom>
          <a:noFill/>
          <a:ln/>
        </p:spPr>
        <p:txBody>
          <a:bodyPr wrap="square" lIns="0" tIns="0" rIns="0" bIns="0" rtlCol="0" anchor="ctr"/>
          <a:lstStyle/>
          <a:p>
            <a:r>
              <a:rPr lang="en-US" sz="2000" i="1" dirty="0">
                <a:solidFill>
                  <a:srgbClr val="595959"/>
                </a:solidFill>
                <a:latin typeface="Calibri" pitchFamily="34" charset="0"/>
                <a:ea typeface="Calibri" pitchFamily="34" charset="-122"/>
                <a:cs typeface="Calibri" pitchFamily="34" charset="-120"/>
              </a:rPr>
              <a:t>Every bad answer points to an upstream design decision. Learn to read the symptom.</a:t>
            </a:r>
            <a:endParaRPr lang="en-US" sz="2000" dirty="0"/>
          </a:p>
        </p:txBody>
      </p:sp>
      <p:graphicFrame>
        <p:nvGraphicFramePr>
          <p:cNvPr id="14" name="Table 0"/>
          <p:cNvGraphicFramePr>
            <a:graphicFrameLocks noGrp="1"/>
          </p:cNvGraphicFramePr>
          <p:nvPr/>
        </p:nvGraphicFramePr>
        <p:xfrm>
          <a:off x="381000" y="2130552"/>
          <a:ext cx="8229600" cy="3279648"/>
        </p:xfrm>
        <a:graphic>
          <a:graphicData uri="http://schemas.openxmlformats.org/drawingml/2006/table">
            <a:tbl>
              <a:tblPr/>
              <a:tblGrid>
                <a:gridCol w="28346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75488">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Symptom in the answer</a:t>
                      </a:r>
                      <a:endParaRPr lang="en-US" sz="16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1F3864"/>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Likely cause upstream</a:t>
                      </a:r>
                      <a:endParaRPr lang="en-US" sz="16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1F3864"/>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Where to fix</a:t>
                      </a:r>
                      <a:endParaRPr lang="en-US" sz="16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475488">
                <a:tc>
                  <a:txBody>
                    <a:bodyPr/>
                    <a:lstStyle/>
                    <a:p>
                      <a:pPr marL="0" indent="0" algn="l">
                        <a:buNone/>
                      </a:pPr>
                      <a:r>
                        <a:rPr lang="en-US" sz="1600" b="1" dirty="0">
                          <a:solidFill>
                            <a:srgbClr val="C00000"/>
                          </a:solidFill>
                          <a:latin typeface="Calibri" pitchFamily="34" charset="0"/>
                          <a:ea typeface="Calibri" pitchFamily="34" charset="-122"/>
                          <a:cs typeface="Calibri" pitchFamily="34" charset="-120"/>
                        </a:rPr>
                        <a:t>Confident but wrong</a:t>
                      </a:r>
                      <a:endParaRPr lang="en-US" sz="16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B2B2B"/>
                          </a:solidFill>
                          <a:latin typeface="Calibri" pitchFamily="34" charset="0"/>
                          <a:ea typeface="Calibri" pitchFamily="34" charset="-122"/>
                          <a:cs typeface="Calibri" pitchFamily="34" charset="-120"/>
                        </a:rPr>
                        <a:t>Wrong chunk retrieved; model trusted it</a:t>
                      </a:r>
                      <a:endParaRPr lang="en-US" sz="16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B2B2B"/>
                          </a:solidFill>
                          <a:latin typeface="Calibri" pitchFamily="34" charset="0"/>
                          <a:ea typeface="Calibri" pitchFamily="34" charset="-122"/>
                          <a:cs typeface="Calibri" pitchFamily="34" charset="-120"/>
                        </a:rPr>
                        <a:t>Retrieval / reranking</a:t>
                      </a:r>
                      <a:endParaRPr lang="en-US" sz="16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600" b="1" dirty="0">
                          <a:solidFill>
                            <a:srgbClr val="C00000"/>
                          </a:solidFill>
                          <a:latin typeface="Calibri" pitchFamily="34" charset="0"/>
                          <a:ea typeface="Calibri" pitchFamily="34" charset="-122"/>
                          <a:cs typeface="Calibri" pitchFamily="34" charset="-120"/>
                        </a:rPr>
                        <a:t>Ignores the provided context</a:t>
                      </a:r>
                      <a:endParaRPr lang="en-US" sz="16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B2B2B"/>
                          </a:solidFill>
                          <a:latin typeface="Calibri" pitchFamily="34" charset="0"/>
                          <a:ea typeface="Calibri" pitchFamily="34" charset="-122"/>
                          <a:cs typeface="Calibri" pitchFamily="34" charset="-120"/>
                        </a:rPr>
                        <a:t>Weak grounding; parametric memory wins the conflict</a:t>
                      </a:r>
                      <a:endParaRPr lang="en-US" sz="16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B2B2B"/>
                          </a:solidFill>
                          <a:latin typeface="Calibri" pitchFamily="34" charset="0"/>
                          <a:ea typeface="Calibri" pitchFamily="34" charset="-122"/>
                          <a:cs typeface="Calibri" pitchFamily="34" charset="-120"/>
                        </a:rPr>
                        <a:t>Prompt (grounding rules)</a:t>
                      </a:r>
                      <a:endParaRPr lang="en-US" sz="16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l">
                        <a:buNone/>
                      </a:pPr>
                      <a:r>
                        <a:rPr lang="en-US" sz="1600" b="1" dirty="0">
                          <a:solidFill>
                            <a:srgbClr val="C00000"/>
                          </a:solidFill>
                          <a:latin typeface="Calibri" pitchFamily="34" charset="0"/>
                          <a:ea typeface="Calibri" pitchFamily="34" charset="-122"/>
                          <a:cs typeface="Calibri" pitchFamily="34" charset="-120"/>
                        </a:rPr>
                        <a:t>“Not in context” — but it was</a:t>
                      </a:r>
                      <a:endParaRPr lang="en-US" sz="16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B2B2B"/>
                          </a:solidFill>
                          <a:latin typeface="Calibri" pitchFamily="34" charset="0"/>
                          <a:ea typeface="Calibri" pitchFamily="34" charset="-122"/>
                          <a:cs typeface="Calibri" pitchFamily="34" charset="-120"/>
                        </a:rPr>
                        <a:t>Chunk formatting unreadable; over-strict instructions</a:t>
                      </a:r>
                      <a:endParaRPr lang="en-US" sz="16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B2B2B"/>
                          </a:solidFill>
                          <a:latin typeface="Calibri" pitchFamily="34" charset="0"/>
                          <a:ea typeface="Calibri" pitchFamily="34" charset="-122"/>
                          <a:cs typeface="Calibri" pitchFamily="34" charset="-120"/>
                        </a:rPr>
                        <a:t>Chunking / prompt</a:t>
                      </a:r>
                      <a:endParaRPr lang="en-US" sz="16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600" b="1" dirty="0">
                          <a:solidFill>
                            <a:srgbClr val="C00000"/>
                          </a:solidFill>
                          <a:latin typeface="Calibri" pitchFamily="34" charset="0"/>
                          <a:ea typeface="Calibri" pitchFamily="34" charset="-122"/>
                          <a:cs typeface="Calibri" pitchFamily="34" charset="-120"/>
                        </a:rPr>
                        <a:t>Vague or partial answer</a:t>
                      </a:r>
                      <a:endParaRPr lang="en-US" sz="16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B2B2B"/>
                          </a:solidFill>
                          <a:latin typeface="Calibri" pitchFamily="34" charset="0"/>
                          <a:ea typeface="Calibri" pitchFamily="34" charset="-122"/>
                          <a:cs typeface="Calibri" pitchFamily="34" charset="-120"/>
                        </a:rPr>
                        <a:t>Needed 3 chunks, got 1; chunk too small for the idea</a:t>
                      </a:r>
                      <a:endParaRPr lang="en-US" sz="16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B2B2B"/>
                          </a:solidFill>
                          <a:latin typeface="Calibri" pitchFamily="34" charset="0"/>
                          <a:ea typeface="Calibri" pitchFamily="34" charset="-122"/>
                          <a:cs typeface="Calibri" pitchFamily="34" charset="-120"/>
                        </a:rPr>
                        <a:t>Chunk size / top-k</a:t>
                      </a:r>
                      <a:endParaRPr lang="en-US" sz="16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lgn="l">
                        <a:buNone/>
                      </a:pPr>
                      <a:r>
                        <a:rPr lang="en-US" sz="1600" b="1" dirty="0">
                          <a:solidFill>
                            <a:srgbClr val="C00000"/>
                          </a:solidFill>
                          <a:latin typeface="Calibri" pitchFamily="34" charset="0"/>
                          <a:ea typeface="Calibri" pitchFamily="34" charset="-122"/>
                          <a:cs typeface="Calibri" pitchFamily="34" charset="-120"/>
                        </a:rPr>
                        <a:t>Same fact stated twice</a:t>
                      </a:r>
                      <a:endParaRPr lang="en-US" sz="16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B2B2B"/>
                          </a:solidFill>
                          <a:latin typeface="Calibri" pitchFamily="34" charset="0"/>
                          <a:ea typeface="Calibri" pitchFamily="34" charset="-122"/>
                          <a:cs typeface="Calibri" pitchFamily="34" charset="-120"/>
                        </a:rPr>
                        <a:t>Overlapping chunks retrieved, no dedup</a:t>
                      </a:r>
                      <a:endParaRPr lang="en-US" sz="16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B2B2B"/>
                          </a:solidFill>
                          <a:latin typeface="Calibri" pitchFamily="34" charset="0"/>
                          <a:ea typeface="Calibri" pitchFamily="34" charset="-122"/>
                          <a:cs typeface="Calibri" pitchFamily="34" charset="-120"/>
                        </a:rPr>
                        <a:t>Sliding-window dedup</a:t>
                      </a:r>
                      <a:endParaRPr lang="en-US" sz="1600" dirty="0">
                        <a:latin typeface="Calibri" charset="0"/>
                        <a:ea typeface="Calibri" charset="0"/>
                        <a:cs typeface="Calibri" charset="0"/>
                      </a:endParaRPr>
                    </a:p>
                  </a:txBody>
                  <a:tcPr marL="73152" marR="73152" marT="36576" marB="36576" anchor="ctr">
                    <a:lnL w="6350" cap="flat" cmpd="sng" algn="ctr">
                      <a:solidFill>
                        <a:srgbClr val="D9D8D4"/>
                      </a:solidFill>
                      <a:prstDash val="solid"/>
                      <a:round/>
                      <a:headEnd type="none" w="med" len="med"/>
                      <a:tailEnd type="none" w="med" len="med"/>
                    </a:lnL>
                    <a:lnR w="6350" cap="flat" cmpd="sng" algn="ctr">
                      <a:solidFill>
                        <a:srgbClr val="D9D8D4"/>
                      </a:solidFill>
                      <a:prstDash val="solid"/>
                      <a:round/>
                      <a:headEnd type="none" w="med" len="med"/>
                      <a:tailEnd type="none" w="med" len="med"/>
                    </a:lnR>
                    <a:lnT w="6350" cap="flat" cmpd="sng" algn="ctr">
                      <a:solidFill>
                        <a:srgbClr val="D9D8D4"/>
                      </a:solidFill>
                      <a:prstDash val="solid"/>
                      <a:round/>
                      <a:headEnd type="none" w="med" len="med"/>
                      <a:tailEnd type="none" w="med" len="med"/>
                    </a:lnT>
                    <a:lnB w="6350" cap="flat" cmpd="sng" algn="ctr">
                      <a:solidFill>
                        <a:srgbClr val="D9D8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AF14ACF6-385B-873E-8594-DA107167D6A9}"/>
              </a:ext>
            </a:extLst>
          </p:cNvPr>
          <p:cNvSpPr txBox="1"/>
          <p:nvPr/>
        </p:nvSpPr>
        <p:spPr>
          <a:xfrm>
            <a:off x="304800" y="5711953"/>
            <a:ext cx="8610600" cy="707886"/>
          </a:xfrm>
          <a:prstGeom prst="rect">
            <a:avLst/>
          </a:prstGeom>
          <a:noFill/>
        </p:spPr>
        <p:txBody>
          <a:bodyPr wrap="square">
            <a:spAutoFit/>
          </a:bodyPr>
          <a:lstStyle/>
          <a:p>
            <a:pPr algn="l"/>
            <a:r>
              <a:rPr lang="en-US" sz="2000" dirty="0">
                <a:solidFill>
                  <a:srgbClr val="2B2B2B"/>
                </a:solidFill>
                <a:latin typeface="Calibri" pitchFamily="34" charset="0"/>
                <a:ea typeface="Calibri" pitchFamily="34" charset="-122"/>
                <a:cs typeface="Calibri" pitchFamily="34" charset="-120"/>
              </a:rPr>
              <a:t>Before blaming the model, read what was actually retrieved. Most “LLM errors” in RAG are retrieval or prompt errors</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C5B7F0F-D657-46CD-F983-D6962AC8DD83}"/>
              </a:ext>
            </a:extLst>
          </p:cNvPr>
          <p:cNvGraphicFramePr>
            <a:graphicFrameLocks noGrp="1"/>
          </p:cNvGraphicFramePr>
          <p:nvPr/>
        </p:nvGraphicFramePr>
        <p:xfrm>
          <a:off x="228600" y="1447800"/>
          <a:ext cx="8686800" cy="4996474"/>
        </p:xfrm>
        <a:graphic>
          <a:graphicData uri="http://schemas.openxmlformats.org/drawingml/2006/table">
            <a:tbl>
              <a:tblPr>
                <a:tableStyleId>{3C2FFA5D-87B4-456A-9821-1D502468CF0F}</a:tableStyleId>
              </a:tblPr>
              <a:tblGrid>
                <a:gridCol w="1447800">
                  <a:extLst>
                    <a:ext uri="{9D8B030D-6E8A-4147-A177-3AD203B41FA5}">
                      <a16:colId xmlns:a16="http://schemas.microsoft.com/office/drawing/2014/main" val="2036042296"/>
                    </a:ext>
                  </a:extLst>
                </a:gridCol>
                <a:gridCol w="2895600">
                  <a:extLst>
                    <a:ext uri="{9D8B030D-6E8A-4147-A177-3AD203B41FA5}">
                      <a16:colId xmlns:a16="http://schemas.microsoft.com/office/drawing/2014/main" val="2991954934"/>
                    </a:ext>
                  </a:extLst>
                </a:gridCol>
                <a:gridCol w="4343400">
                  <a:extLst>
                    <a:ext uri="{9D8B030D-6E8A-4147-A177-3AD203B41FA5}">
                      <a16:colId xmlns:a16="http://schemas.microsoft.com/office/drawing/2014/main" val="1027367260"/>
                    </a:ext>
                  </a:extLst>
                </a:gridCol>
              </a:tblGrid>
              <a:tr h="468606">
                <a:tc>
                  <a:txBody>
                    <a:bodyPr/>
                    <a:lstStyle/>
                    <a:p>
                      <a:pPr>
                        <a:buNone/>
                      </a:pPr>
                      <a:r>
                        <a:rPr lang="en-IN" sz="2000"/>
                        <a:t>RAG technique</a:t>
                      </a:r>
                    </a:p>
                  </a:txBody>
                  <a:tcPr marL="66944" marR="66944" marT="33472" marB="33472" anchor="ctr"/>
                </a:tc>
                <a:tc>
                  <a:txBody>
                    <a:bodyPr/>
                    <a:lstStyle/>
                    <a:p>
                      <a:pPr>
                        <a:buNone/>
                      </a:pPr>
                      <a:r>
                        <a:rPr lang="en-IN" sz="2000"/>
                        <a:t>Underlying prompt pattern</a:t>
                      </a:r>
                    </a:p>
                  </a:txBody>
                  <a:tcPr marL="66944" marR="66944" marT="33472" marB="33472" anchor="ctr"/>
                </a:tc>
                <a:tc>
                  <a:txBody>
                    <a:bodyPr/>
                    <a:lstStyle/>
                    <a:p>
                      <a:pPr>
                        <a:buNone/>
                      </a:pPr>
                      <a:r>
                        <a:rPr lang="en-IN" sz="2000"/>
                        <a:t>Mechanism</a:t>
                      </a:r>
                    </a:p>
                  </a:txBody>
                  <a:tcPr marL="66944" marR="66944" marT="33472" marB="33472" anchor="ctr"/>
                </a:tc>
                <a:extLst>
                  <a:ext uri="{0D108BD9-81ED-4DB2-BD59-A6C34878D82A}">
                    <a16:rowId xmlns:a16="http://schemas.microsoft.com/office/drawing/2014/main" val="3782187151"/>
                  </a:ext>
                </a:extLst>
              </a:tr>
              <a:tr h="870268">
                <a:tc>
                  <a:txBody>
                    <a:bodyPr/>
                    <a:lstStyle/>
                    <a:p>
                      <a:pPr>
                        <a:buNone/>
                      </a:pPr>
                      <a:r>
                        <a:rPr lang="en-IN" sz="2000" b="1"/>
                        <a:t>Query rewriting</a:t>
                      </a:r>
                      <a:endParaRPr lang="en-IN" sz="2000"/>
                    </a:p>
                  </a:txBody>
                  <a:tcPr marL="66944" marR="66944" marT="33472" marB="33472" anchor="ctr"/>
                </a:tc>
                <a:tc>
                  <a:txBody>
                    <a:bodyPr/>
                    <a:lstStyle/>
                    <a:p>
                      <a:pPr>
                        <a:buNone/>
                      </a:pPr>
                      <a:r>
                        <a:rPr lang="en-IN" sz="2000" dirty="0"/>
                        <a:t>Input normalization (preprocessing prompt)</a:t>
                      </a:r>
                    </a:p>
                  </a:txBody>
                  <a:tcPr marL="66944" marR="66944" marT="33472" marB="33472" anchor="ctr"/>
                </a:tc>
                <a:tc>
                  <a:txBody>
                    <a:bodyPr/>
                    <a:lstStyle/>
                    <a:p>
                      <a:pPr>
                        <a:buNone/>
                      </a:pPr>
                      <a:r>
                        <a:rPr lang="en-IN" sz="2000"/>
                        <a:t>An LLM cleans the user's messy or verbose input before the "real" pipeline runs.</a:t>
                      </a:r>
                    </a:p>
                  </a:txBody>
                  <a:tcPr marL="66944" marR="66944" marT="33472" marB="33472" anchor="ctr"/>
                </a:tc>
                <a:extLst>
                  <a:ext uri="{0D108BD9-81ED-4DB2-BD59-A6C34878D82A}">
                    <a16:rowId xmlns:a16="http://schemas.microsoft.com/office/drawing/2014/main" val="914609608"/>
                  </a:ext>
                </a:extLst>
              </a:tr>
              <a:tr h="870268">
                <a:tc>
                  <a:txBody>
                    <a:bodyPr/>
                    <a:lstStyle/>
                    <a:p>
                      <a:pPr>
                        <a:buNone/>
                      </a:pPr>
                      <a:r>
                        <a:rPr lang="en-IN" sz="2000" b="1"/>
                        <a:t>Multi-query RAG</a:t>
                      </a:r>
                      <a:endParaRPr lang="en-IN" sz="2000"/>
                    </a:p>
                  </a:txBody>
                  <a:tcPr marL="66944" marR="66944" marT="33472" marB="33472" anchor="ctr"/>
                </a:tc>
                <a:tc>
                  <a:txBody>
                    <a:bodyPr/>
                    <a:lstStyle/>
                    <a:p>
                      <a:pPr>
                        <a:buNone/>
                      </a:pPr>
                      <a:r>
                        <a:rPr lang="en-IN" sz="2000"/>
                        <a:t>Query decomposition / fan-out</a:t>
                      </a:r>
                    </a:p>
                  </a:txBody>
                  <a:tcPr marL="66944" marR="66944" marT="33472" marB="33472" anchor="ctr"/>
                </a:tc>
                <a:tc>
                  <a:txBody>
                    <a:bodyPr/>
                    <a:lstStyle/>
                    <a:p>
                      <a:pPr>
                        <a:buNone/>
                      </a:pPr>
                      <a:r>
                        <a:rPr lang="en-IN" sz="2000"/>
                        <a:t>One user question → several independent sub-queries dispatched in parallel; results merged.</a:t>
                      </a:r>
                    </a:p>
                  </a:txBody>
                  <a:tcPr marL="66944" marR="66944" marT="33472" marB="33472" anchor="ctr"/>
                </a:tc>
                <a:extLst>
                  <a:ext uri="{0D108BD9-81ED-4DB2-BD59-A6C34878D82A}">
                    <a16:rowId xmlns:a16="http://schemas.microsoft.com/office/drawing/2014/main" val="1451628109"/>
                  </a:ext>
                </a:extLst>
              </a:tr>
              <a:tr h="1071098">
                <a:tc>
                  <a:txBody>
                    <a:bodyPr/>
                    <a:lstStyle/>
                    <a:p>
                      <a:pPr>
                        <a:buNone/>
                      </a:pPr>
                      <a:r>
                        <a:rPr lang="en-IN" sz="2000" b="1"/>
                        <a:t>Multi-hop RAG</a:t>
                      </a:r>
                      <a:endParaRPr lang="en-IN" sz="2000"/>
                    </a:p>
                  </a:txBody>
                  <a:tcPr marL="66944" marR="66944" marT="33472" marB="33472" anchor="ctr"/>
                </a:tc>
                <a:tc>
                  <a:txBody>
                    <a:bodyPr/>
                    <a:lstStyle/>
                    <a:p>
                      <a:pPr>
                        <a:buNone/>
                      </a:pPr>
                      <a:r>
                        <a:rPr lang="en-IN" sz="2000"/>
                        <a:t>Iterative / sequential reasoning (ReAct-style)</a:t>
                      </a:r>
                    </a:p>
                  </a:txBody>
                  <a:tcPr marL="66944" marR="66944" marT="33472" marB="33472" anchor="ctr"/>
                </a:tc>
                <a:tc>
                  <a:txBody>
                    <a:bodyPr/>
                    <a:lstStyle/>
                    <a:p>
                      <a:pPr>
                        <a:buNone/>
                      </a:pPr>
                      <a:r>
                        <a:rPr lang="en-IN" sz="2000"/>
                        <a:t>Later steps depend on the output of earlier ones. Same loop; the "tool" happens to be the retriever.</a:t>
                      </a:r>
                    </a:p>
                  </a:txBody>
                  <a:tcPr marL="66944" marR="66944" marT="33472" marB="33472" anchor="ctr"/>
                </a:tc>
                <a:extLst>
                  <a:ext uri="{0D108BD9-81ED-4DB2-BD59-A6C34878D82A}">
                    <a16:rowId xmlns:a16="http://schemas.microsoft.com/office/drawing/2014/main" val="2362219567"/>
                  </a:ext>
                </a:extLst>
              </a:tr>
              <a:tr h="1071098">
                <a:tc>
                  <a:txBody>
                    <a:bodyPr/>
                    <a:lstStyle/>
                    <a:p>
                      <a:pPr>
                        <a:buNone/>
                      </a:pPr>
                      <a:r>
                        <a:rPr lang="en-IN" sz="2000" b="1"/>
                        <a:t>Query routing</a:t>
                      </a:r>
                      <a:endParaRPr lang="en-IN" sz="2000"/>
                    </a:p>
                  </a:txBody>
                  <a:tcPr marL="66944" marR="66944" marT="33472" marB="33472" anchor="ctr"/>
                </a:tc>
                <a:tc>
                  <a:txBody>
                    <a:bodyPr/>
                    <a:lstStyle/>
                    <a:p>
                      <a:pPr>
                        <a:buNone/>
                      </a:pPr>
                      <a:r>
                        <a:rPr lang="en-IN" sz="2000"/>
                        <a:t>Classifier + router</a:t>
                      </a:r>
                    </a:p>
                  </a:txBody>
                  <a:tcPr marL="66944" marR="66944" marT="33472" marB="33472" anchor="ctr"/>
                </a:tc>
                <a:tc>
                  <a:txBody>
                    <a:bodyPr/>
                    <a:lstStyle/>
                    <a:p>
                      <a:pPr>
                        <a:buNone/>
                      </a:pPr>
                      <a:r>
                        <a:rPr lang="en-IN" sz="2000" dirty="0"/>
                        <a:t>A small classifier picks which downstream source or tool handles the query — e.g., HR docs vs CRM vs general web.</a:t>
                      </a:r>
                    </a:p>
                  </a:txBody>
                  <a:tcPr marL="66944" marR="66944" marT="33472" marB="33472" anchor="ctr"/>
                </a:tc>
                <a:extLst>
                  <a:ext uri="{0D108BD9-81ED-4DB2-BD59-A6C34878D82A}">
                    <a16:rowId xmlns:a16="http://schemas.microsoft.com/office/drawing/2014/main" val="556738841"/>
                  </a:ext>
                </a:extLst>
              </a:tr>
            </a:tbl>
          </a:graphicData>
        </a:graphic>
      </p:graphicFrame>
      <p:sp>
        <p:nvSpPr>
          <p:cNvPr id="6" name="Content Placeholder 5">
            <a:extLst>
              <a:ext uri="{FF2B5EF4-FFF2-40B4-BE49-F238E27FC236}">
                <a16:creationId xmlns:a16="http://schemas.microsoft.com/office/drawing/2014/main" id="{BBBE5268-56CE-34D2-CD58-8CED01D19A58}"/>
              </a:ext>
            </a:extLst>
          </p:cNvPr>
          <p:cNvSpPr>
            <a:spLocks noGrp="1"/>
          </p:cNvSpPr>
          <p:nvPr>
            <p:ph sz="quarter" idx="10"/>
          </p:nvPr>
        </p:nvSpPr>
        <p:spPr>
          <a:xfrm>
            <a:off x="203791" y="308344"/>
            <a:ext cx="9067800" cy="1143000"/>
          </a:xfrm>
        </p:spPr>
        <p:txBody>
          <a:bodyPr vert="horz" lIns="91440" tIns="45720" rIns="91440" bIns="45720" rtlCol="0" anchor="ctr">
            <a:noAutofit/>
          </a:bodyPr>
          <a:lstStyle/>
          <a:p>
            <a:pPr algn="l"/>
            <a:r>
              <a:rPr lang="en-US" sz="3200" b="0" dirty="0">
                <a:solidFill>
                  <a:schemeClr val="tx1"/>
                </a:solidFill>
                <a:cs typeface="+mj-cs"/>
              </a:rPr>
              <a:t>Advanced RAG = prompt patterns you've already seen</a:t>
            </a:r>
          </a:p>
          <a:p>
            <a:pPr algn="l"/>
            <a:endParaRPr lang="en-IN" sz="3200" b="0" dirty="0">
              <a:solidFill>
                <a:schemeClr val="tx1"/>
              </a:solidFill>
              <a:cs typeface="+mj-cs"/>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74622626-BBEE-F44B-4974-BF1C73E379AC}"/>
                  </a:ext>
                </a:extLst>
              </p14:cNvPr>
              <p14:cNvContentPartPr/>
              <p14:nvPr/>
            </p14:nvContentPartPr>
            <p14:xfrm>
              <a:off x="186840" y="896400"/>
              <a:ext cx="5208120" cy="4428360"/>
            </p14:xfrm>
          </p:contentPart>
        </mc:Choice>
        <mc:Fallback>
          <p:pic>
            <p:nvPicPr>
              <p:cNvPr id="3" name="Ink 2">
                <a:extLst>
                  <a:ext uri="{FF2B5EF4-FFF2-40B4-BE49-F238E27FC236}">
                    <a16:creationId xmlns:a16="http://schemas.microsoft.com/office/drawing/2014/main" id="{74622626-BBEE-F44B-4974-BF1C73E379AC}"/>
                  </a:ext>
                </a:extLst>
              </p:cNvPr>
              <p:cNvPicPr/>
              <p:nvPr/>
            </p:nvPicPr>
            <p:blipFill>
              <a:blip r:embed="rId4"/>
              <a:stretch>
                <a:fillRect/>
              </a:stretch>
            </p:blipFill>
            <p:spPr>
              <a:xfrm>
                <a:off x="177480" y="887040"/>
                <a:ext cx="5226840" cy="4447080"/>
              </a:xfrm>
              <a:prstGeom prst="rect">
                <a:avLst/>
              </a:prstGeom>
            </p:spPr>
          </p:pic>
        </mc:Fallback>
      </mc:AlternateContent>
    </p:spTree>
    <p:extLst>
      <p:ext uri="{BB962C8B-B14F-4D97-AF65-F5344CB8AC3E}">
        <p14:creationId xmlns:p14="http://schemas.microsoft.com/office/powerpoint/2010/main" val="31872627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69C659-D4A2-B18B-1B7F-C1010F303E99}"/>
              </a:ext>
            </a:extLst>
          </p:cNvPr>
          <p:cNvSpPr>
            <a:spLocks noGrp="1"/>
          </p:cNvSpPr>
          <p:nvPr>
            <p:ph idx="10"/>
          </p:nvPr>
        </p:nvSpPr>
        <p:spPr>
          <a:xfrm>
            <a:off x="152400" y="1371600"/>
            <a:ext cx="8839200" cy="5257800"/>
          </a:xfrm>
        </p:spPr>
        <p:txBody>
          <a:bodyPr>
            <a:normAutofit fontScale="92500"/>
          </a:bodyPr>
          <a:lstStyle/>
          <a:p>
            <a:pPr marL="342900" indent="-342900">
              <a:buFont typeface="Arial" panose="020B0604020202020204" pitchFamily="34" charset="0"/>
              <a:buChar char="•"/>
            </a:pPr>
            <a:r>
              <a:rPr lang="en-IN" dirty="0"/>
              <a:t>Classical RAG is a fixed pipeline,  every query goes through </a:t>
            </a:r>
            <a:r>
              <a:rPr lang="en-IN" i="1" dirty="0"/>
              <a:t>retrieve → generate</a:t>
            </a:r>
          </a:p>
          <a:p>
            <a:pPr marL="342900" indent="-342900">
              <a:buFont typeface="Arial" panose="020B0604020202020204" pitchFamily="34" charset="0"/>
              <a:buChar char="•"/>
            </a:pPr>
            <a:r>
              <a:rPr lang="en-IN" dirty="0"/>
              <a:t> Agentic RAG replaces pipeline with a decision-maker, LLM chooses </a:t>
            </a:r>
          </a:p>
          <a:p>
            <a:pPr marL="800100" lvl="1" indent="-342900">
              <a:buFont typeface="Arial" panose="020B0604020202020204" pitchFamily="34" charset="0"/>
              <a:buChar char="•"/>
            </a:pPr>
            <a:r>
              <a:rPr lang="en-IN" dirty="0"/>
              <a:t>whether to retrieve, </a:t>
            </a:r>
          </a:p>
          <a:p>
            <a:pPr marL="800100" lvl="1" indent="-342900">
              <a:buFont typeface="Arial" panose="020B0604020202020204" pitchFamily="34" charset="0"/>
              <a:buChar char="•"/>
            </a:pPr>
            <a:r>
              <a:rPr lang="en-IN" dirty="0"/>
              <a:t>which source to hit (e.g., "employee count" → SQL, "policy wording" → vector index)</a:t>
            </a:r>
          </a:p>
          <a:p>
            <a:pPr marL="800100" lvl="1" indent="-342900">
              <a:buFont typeface="Arial" panose="020B0604020202020204" pitchFamily="34" charset="0"/>
              <a:buChar char="•"/>
            </a:pPr>
            <a:r>
              <a:rPr lang="en-IN" dirty="0"/>
              <a:t>how many times, </a:t>
            </a:r>
          </a:p>
          <a:p>
            <a:pPr marL="800100" lvl="1" indent="-342900">
              <a:buFont typeface="Arial" panose="020B0604020202020204" pitchFamily="34" charset="0"/>
              <a:buChar char="•"/>
            </a:pPr>
            <a:r>
              <a:rPr lang="en-IN" dirty="0"/>
              <a:t>when to stop</a:t>
            </a:r>
          </a:p>
          <a:p>
            <a:pPr marL="342900" indent="-342900">
              <a:buFont typeface="Arial" panose="020B0604020202020204" pitchFamily="34" charset="0"/>
              <a:buChar char="•"/>
            </a:pPr>
            <a:r>
              <a:rPr lang="en-IN" dirty="0"/>
              <a:t>Retriever becomes one tool the agent uses, not a mandatory stage</a:t>
            </a:r>
          </a:p>
          <a:p>
            <a:pPr marL="342900" indent="-342900">
              <a:buFont typeface="Arial" panose="020B0604020202020204" pitchFamily="34" charset="0"/>
              <a:buChar char="•"/>
            </a:pPr>
            <a:r>
              <a:rPr lang="en-IN" dirty="0"/>
              <a:t>For complex questions, the agent writes a short plan: </a:t>
            </a:r>
            <a:r>
              <a:rPr lang="en-IN" i="1" dirty="0"/>
              <a:t>"first fetch the policy, then look up the exceptions, then compare"</a:t>
            </a:r>
            <a:r>
              <a:rPr lang="en-IN" dirty="0"/>
              <a:t> — and executes the steps in order</a:t>
            </a:r>
          </a:p>
          <a:p>
            <a:pPr marL="342900" indent="-342900">
              <a:buFont typeface="Arial" panose="020B0604020202020204" pitchFamily="34" charset="0"/>
              <a:buChar char="•"/>
            </a:pPr>
            <a:r>
              <a:rPr lang="en-IN" dirty="0"/>
              <a:t>What you tune shifts from chunking and top-k to agent-loop controls — step budgets, stop conditions, and tool schemas</a:t>
            </a:r>
          </a:p>
          <a:p>
            <a:pPr marL="342900" indent="-342900">
              <a:buFont typeface="Arial" panose="020B0604020202020204" pitchFamily="34" charset="0"/>
              <a:buChar char="•"/>
            </a:pPr>
            <a:endParaRPr lang="en-IN" b="1" dirty="0"/>
          </a:p>
          <a:p>
            <a:pPr marL="342900" indent="-342900">
              <a:buFont typeface="Arial" panose="020B0604020202020204" pitchFamily="34" charset="0"/>
              <a:buChar char="•"/>
            </a:pPr>
            <a:endParaRPr lang="en-IN" dirty="0"/>
          </a:p>
        </p:txBody>
      </p:sp>
      <p:sp>
        <p:nvSpPr>
          <p:cNvPr id="3" name="Title 2">
            <a:extLst>
              <a:ext uri="{FF2B5EF4-FFF2-40B4-BE49-F238E27FC236}">
                <a16:creationId xmlns:a16="http://schemas.microsoft.com/office/drawing/2014/main" id="{130D65BF-50E2-9B92-C029-07A5B31CD483}"/>
              </a:ext>
            </a:extLst>
          </p:cNvPr>
          <p:cNvSpPr>
            <a:spLocks noGrp="1"/>
          </p:cNvSpPr>
          <p:nvPr>
            <p:ph type="title"/>
          </p:nvPr>
        </p:nvSpPr>
        <p:spPr/>
        <p:txBody>
          <a:bodyPr/>
          <a:lstStyle/>
          <a:p>
            <a:r>
              <a:rPr lang="en-IN" dirty="0"/>
              <a:t>Agentic RAG</a:t>
            </a:r>
          </a:p>
        </p:txBody>
      </p:sp>
    </p:spTree>
    <p:extLst>
      <p:ext uri="{BB962C8B-B14F-4D97-AF65-F5344CB8AC3E}">
        <p14:creationId xmlns:p14="http://schemas.microsoft.com/office/powerpoint/2010/main" val="35648011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01CB46-02B8-15A3-1D60-D656F9717ACB}"/>
              </a:ext>
            </a:extLst>
          </p:cNvPr>
          <p:cNvSpPr>
            <a:spLocks noGrp="1"/>
          </p:cNvSpPr>
          <p:nvPr>
            <p:ph idx="10"/>
          </p:nvPr>
        </p:nvSpPr>
        <p:spPr>
          <a:xfrm>
            <a:off x="207335" y="1524000"/>
            <a:ext cx="8610600" cy="4525963"/>
          </a:xfrm>
        </p:spPr>
        <p:txBody>
          <a:bodyPr>
            <a:normAutofit fontScale="92500" lnSpcReduction="10000"/>
          </a:bodyPr>
          <a:lstStyle/>
          <a:p>
            <a:pPr marL="342900" indent="-342900">
              <a:buFont typeface="Arial" panose="020B0604020202020204" pitchFamily="34" charset="0"/>
              <a:buChar char="•"/>
            </a:pPr>
            <a:r>
              <a:rPr lang="en-IN" b="1" dirty="0"/>
              <a:t>Self-check and retry.</a:t>
            </a:r>
            <a:r>
              <a:rPr lang="en-IN" dirty="0"/>
              <a:t> After retrieval, agent scores its own chunks: </a:t>
            </a:r>
            <a:r>
              <a:rPr lang="en-IN" i="1" dirty="0"/>
              <a:t>are these actually relevant? do they answer the question?</a:t>
            </a:r>
            <a:r>
              <a:rPr lang="en-IN" dirty="0"/>
              <a:t> If the score is low, it rewrites the query and retrieves again. Bounded by a max-retry budget so it doesn't loop forever. This is the Self-RAG idea.</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b="1" dirty="0" err="1"/>
              <a:t>ReAct</a:t>
            </a:r>
            <a:r>
              <a:rPr lang="en-IN" b="1" dirty="0"/>
              <a:t> loop: A</a:t>
            </a:r>
            <a:r>
              <a:rPr lang="en-IN" dirty="0"/>
              <a:t>gent alternates </a:t>
            </a:r>
            <a:r>
              <a:rPr lang="en-IN" i="1" dirty="0"/>
              <a:t>Thought → Action → Observation</a:t>
            </a:r>
            <a:r>
              <a:rPr lang="en-IN" dirty="0"/>
              <a:t>: think about what's missing, call a tool (often the retriever), read the result, think again. Continues until it decides it has enough to answer, or hits a step limit.</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b="1" dirty="0"/>
              <a:t>Memory across turns.</a:t>
            </a:r>
            <a:r>
              <a:rPr lang="en-IN" dirty="0"/>
              <a:t> In multi-turn use, agent carries forward what it retrieved earlier so it doesn't re-fetch the same chunks. Long conversations get summarised to stay within the context window.</a:t>
            </a:r>
          </a:p>
        </p:txBody>
      </p:sp>
      <p:sp>
        <p:nvSpPr>
          <p:cNvPr id="3" name="Title 2">
            <a:extLst>
              <a:ext uri="{FF2B5EF4-FFF2-40B4-BE49-F238E27FC236}">
                <a16:creationId xmlns:a16="http://schemas.microsoft.com/office/drawing/2014/main" id="{68FA7CFC-D35D-C5C3-3C0E-03438B1E7BEC}"/>
              </a:ext>
            </a:extLst>
          </p:cNvPr>
          <p:cNvSpPr>
            <a:spLocks noGrp="1"/>
          </p:cNvSpPr>
          <p:nvPr>
            <p:ph type="title"/>
          </p:nvPr>
        </p:nvSpPr>
        <p:spPr/>
        <p:txBody>
          <a:bodyPr/>
          <a:lstStyle/>
          <a:p>
            <a:r>
              <a:rPr lang="en-IN" dirty="0"/>
              <a:t>Agentic RAG</a:t>
            </a:r>
          </a:p>
        </p:txBody>
      </p:sp>
    </p:spTree>
    <p:extLst>
      <p:ext uri="{BB962C8B-B14F-4D97-AF65-F5344CB8AC3E}">
        <p14:creationId xmlns:p14="http://schemas.microsoft.com/office/powerpoint/2010/main" val="16945483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58B0F8A-0F31-E44A-EA93-FC417E626598}"/>
              </a:ext>
            </a:extLst>
          </p:cNvPr>
          <p:cNvGraphicFramePr>
            <a:graphicFrameLocks noGrp="1"/>
          </p:cNvGraphicFramePr>
          <p:nvPr>
            <p:ph idx="10"/>
          </p:nvPr>
        </p:nvGraphicFramePr>
        <p:xfrm>
          <a:off x="33670" y="1219200"/>
          <a:ext cx="8839200" cy="5296899"/>
        </p:xfrm>
        <a:graphic>
          <a:graphicData uri="http://schemas.openxmlformats.org/drawingml/2006/table">
            <a:tbl>
              <a:tblPr>
                <a:tableStyleId>{284E427A-3D55-4303-BF80-6455036E1DE7}</a:tableStyleId>
              </a:tblPr>
              <a:tblGrid>
                <a:gridCol w="2099930">
                  <a:extLst>
                    <a:ext uri="{9D8B030D-6E8A-4147-A177-3AD203B41FA5}">
                      <a16:colId xmlns:a16="http://schemas.microsoft.com/office/drawing/2014/main" val="2384878680"/>
                    </a:ext>
                  </a:extLst>
                </a:gridCol>
                <a:gridCol w="2700670">
                  <a:extLst>
                    <a:ext uri="{9D8B030D-6E8A-4147-A177-3AD203B41FA5}">
                      <a16:colId xmlns:a16="http://schemas.microsoft.com/office/drawing/2014/main" val="2848356547"/>
                    </a:ext>
                  </a:extLst>
                </a:gridCol>
                <a:gridCol w="4038600">
                  <a:extLst>
                    <a:ext uri="{9D8B030D-6E8A-4147-A177-3AD203B41FA5}">
                      <a16:colId xmlns:a16="http://schemas.microsoft.com/office/drawing/2014/main" val="19815098"/>
                    </a:ext>
                  </a:extLst>
                </a:gridCol>
              </a:tblGrid>
              <a:tr h="317611">
                <a:tc>
                  <a:txBody>
                    <a:bodyPr/>
                    <a:lstStyle/>
                    <a:p>
                      <a:pPr>
                        <a:buNone/>
                      </a:pPr>
                      <a:r>
                        <a:rPr lang="en-IN" sz="2000"/>
                        <a:t>Approach</a:t>
                      </a:r>
                    </a:p>
                  </a:txBody>
                  <a:tcPr marL="79403" marR="79403" marT="39701" marB="39701" anchor="ctr"/>
                </a:tc>
                <a:tc>
                  <a:txBody>
                    <a:bodyPr/>
                    <a:lstStyle/>
                    <a:p>
                      <a:pPr>
                        <a:buNone/>
                      </a:pPr>
                      <a:r>
                        <a:rPr lang="en-IN" sz="2000"/>
                        <a:t>Use it when</a:t>
                      </a:r>
                    </a:p>
                  </a:txBody>
                  <a:tcPr marL="79403" marR="79403" marT="39701" marB="39701" anchor="ctr"/>
                </a:tc>
                <a:tc>
                  <a:txBody>
                    <a:bodyPr/>
                    <a:lstStyle/>
                    <a:p>
                      <a:pPr>
                        <a:buNone/>
                      </a:pPr>
                      <a:r>
                        <a:rPr lang="en-IN" sz="2000"/>
                        <a:t>Example</a:t>
                      </a:r>
                    </a:p>
                  </a:txBody>
                  <a:tcPr marL="79403" marR="79403" marT="39701" marB="39701" anchor="ctr"/>
                </a:tc>
                <a:extLst>
                  <a:ext uri="{0D108BD9-81ED-4DB2-BD59-A6C34878D82A}">
                    <a16:rowId xmlns:a16="http://schemas.microsoft.com/office/drawing/2014/main" val="1850421247"/>
                  </a:ext>
                </a:extLst>
              </a:tr>
              <a:tr h="1032237">
                <a:tc>
                  <a:txBody>
                    <a:bodyPr/>
                    <a:lstStyle/>
                    <a:p>
                      <a:pPr>
                        <a:buNone/>
                      </a:pPr>
                      <a:r>
                        <a:rPr lang="en-IN" sz="2000" b="1"/>
                        <a:t>Fine-tuning</a:t>
                      </a:r>
                      <a:endParaRPr lang="en-IN" sz="2000"/>
                    </a:p>
                  </a:txBody>
                  <a:tcPr marL="79403" marR="79403" marT="39701" marB="39701" anchor="ctr"/>
                </a:tc>
                <a:tc>
                  <a:txBody>
                    <a:bodyPr/>
                    <a:lstStyle/>
                    <a:p>
                      <a:pPr>
                        <a:buNone/>
                      </a:pPr>
                      <a:r>
                        <a:rPr lang="en-IN" sz="2000"/>
                        <a:t>Teach style, format, or a narrow stable skill</a:t>
                      </a:r>
                    </a:p>
                  </a:txBody>
                  <a:tcPr marL="79403" marR="79403" marT="39701" marB="39701" anchor="ctr"/>
                </a:tc>
                <a:tc>
                  <a:txBody>
                    <a:bodyPr/>
                    <a:lstStyle/>
                    <a:p>
                      <a:pPr>
                        <a:buNone/>
                      </a:pPr>
                      <a:r>
                        <a:rPr lang="en-IN" sz="2000"/>
                        <a:t>Knowledge is small, stable, and behavioural — "always answer in our report format"</a:t>
                      </a:r>
                    </a:p>
                  </a:txBody>
                  <a:tcPr marL="79403" marR="79403" marT="39701" marB="39701" anchor="ctr"/>
                </a:tc>
                <a:extLst>
                  <a:ext uri="{0D108BD9-81ED-4DB2-BD59-A6C34878D82A}">
                    <a16:rowId xmlns:a16="http://schemas.microsoft.com/office/drawing/2014/main" val="4031512235"/>
                  </a:ext>
                </a:extLst>
              </a:tr>
              <a:tr h="794028">
                <a:tc>
                  <a:txBody>
                    <a:bodyPr/>
                    <a:lstStyle/>
                    <a:p>
                      <a:pPr>
                        <a:buNone/>
                      </a:pPr>
                      <a:r>
                        <a:rPr lang="en-IN" sz="2000" b="1"/>
                        <a:t>Long-context prompting</a:t>
                      </a:r>
                      <a:endParaRPr lang="en-IN" sz="2000"/>
                    </a:p>
                  </a:txBody>
                  <a:tcPr marL="79403" marR="79403" marT="39701" marB="39701" anchor="ctr"/>
                </a:tc>
                <a:tc>
                  <a:txBody>
                    <a:bodyPr/>
                    <a:lstStyle/>
                    <a:p>
                      <a:pPr>
                        <a:buNone/>
                      </a:pPr>
                      <a:r>
                        <a:rPr lang="en-IN" sz="2000"/>
                        <a:t>One-off document that fits the window</a:t>
                      </a:r>
                    </a:p>
                  </a:txBody>
                  <a:tcPr marL="79403" marR="79403" marT="39701" marB="39701" anchor="ctr"/>
                </a:tc>
                <a:tc>
                  <a:txBody>
                    <a:bodyPr/>
                    <a:lstStyle/>
                    <a:p>
                      <a:pPr>
                        <a:buNone/>
                      </a:pPr>
                      <a:r>
                        <a:rPr lang="en-IN" sz="2000"/>
                        <a:t>A single contract to summarize — no index needed</a:t>
                      </a:r>
                    </a:p>
                  </a:txBody>
                  <a:tcPr marL="79403" marR="79403" marT="39701" marB="39701" anchor="ctr"/>
                </a:tc>
                <a:extLst>
                  <a:ext uri="{0D108BD9-81ED-4DB2-BD59-A6C34878D82A}">
                    <a16:rowId xmlns:a16="http://schemas.microsoft.com/office/drawing/2014/main" val="3499745006"/>
                  </a:ext>
                </a:extLst>
              </a:tr>
              <a:tr h="794028">
                <a:tc>
                  <a:txBody>
                    <a:bodyPr/>
                    <a:lstStyle/>
                    <a:p>
                      <a:pPr>
                        <a:buNone/>
                      </a:pPr>
                      <a:r>
                        <a:rPr lang="en-IN" sz="2000" b="1"/>
                        <a:t>Tool use / function calling</a:t>
                      </a:r>
                      <a:endParaRPr lang="en-IN" sz="2000"/>
                    </a:p>
                  </a:txBody>
                  <a:tcPr marL="79403" marR="79403" marT="39701" marB="39701" anchor="ctr"/>
                </a:tc>
                <a:tc>
                  <a:txBody>
                    <a:bodyPr/>
                    <a:lstStyle/>
                    <a:p>
                      <a:pPr>
                        <a:buNone/>
                      </a:pPr>
                      <a:r>
                        <a:rPr lang="en-IN" sz="2000" dirty="0"/>
                        <a:t>Answer is computed, not retrieved</a:t>
                      </a:r>
                    </a:p>
                  </a:txBody>
                  <a:tcPr marL="79403" marR="79403" marT="39701" marB="39701" anchor="ctr"/>
                </a:tc>
                <a:tc>
                  <a:txBody>
                    <a:bodyPr/>
                    <a:lstStyle/>
                    <a:p>
                      <a:pPr>
                        <a:buNone/>
                      </a:pPr>
                      <a:r>
                        <a:rPr lang="en-IN" sz="2000"/>
                        <a:t>"What is 12% of my invoice total?" — call a function, don't search</a:t>
                      </a:r>
                    </a:p>
                  </a:txBody>
                  <a:tcPr marL="79403" marR="79403" marT="39701" marB="39701" anchor="ctr"/>
                </a:tc>
                <a:extLst>
                  <a:ext uri="{0D108BD9-81ED-4DB2-BD59-A6C34878D82A}">
                    <a16:rowId xmlns:a16="http://schemas.microsoft.com/office/drawing/2014/main" val="1093135101"/>
                  </a:ext>
                </a:extLst>
              </a:tr>
              <a:tr h="794028">
                <a:tc>
                  <a:txBody>
                    <a:bodyPr/>
                    <a:lstStyle/>
                    <a:p>
                      <a:pPr>
                        <a:buNone/>
                      </a:pPr>
                      <a:r>
                        <a:rPr lang="en-IN" sz="2000" b="1"/>
                        <a:t>RAG</a:t>
                      </a:r>
                      <a:endParaRPr lang="en-IN" sz="2000"/>
                    </a:p>
                  </a:txBody>
                  <a:tcPr marL="79403" marR="79403" marT="39701" marB="39701" anchor="ctr"/>
                </a:tc>
                <a:tc>
                  <a:txBody>
                    <a:bodyPr/>
                    <a:lstStyle/>
                    <a:p>
                      <a:pPr>
                        <a:buNone/>
                      </a:pPr>
                      <a:r>
                        <a:rPr lang="en-IN" sz="2000"/>
                        <a:t>Large, changing knowledge that needs citation</a:t>
                      </a:r>
                    </a:p>
                  </a:txBody>
                  <a:tcPr marL="79403" marR="79403" marT="39701" marB="39701" anchor="ctr"/>
                </a:tc>
                <a:tc>
                  <a:txBody>
                    <a:bodyPr/>
                    <a:lstStyle/>
                    <a:p>
                      <a:pPr>
                        <a:buNone/>
                      </a:pPr>
                      <a:r>
                        <a:rPr lang="en-IN" sz="2000"/>
                        <a:t>Company wiki, product docs, research corpus</a:t>
                      </a:r>
                    </a:p>
                  </a:txBody>
                  <a:tcPr marL="79403" marR="79403" marT="39701" marB="39701" anchor="ctr"/>
                </a:tc>
                <a:extLst>
                  <a:ext uri="{0D108BD9-81ED-4DB2-BD59-A6C34878D82A}">
                    <a16:rowId xmlns:a16="http://schemas.microsoft.com/office/drawing/2014/main" val="862186131"/>
                  </a:ext>
                </a:extLst>
              </a:tr>
              <a:tr h="794028">
                <a:tc>
                  <a:txBody>
                    <a:bodyPr/>
                    <a:lstStyle/>
                    <a:p>
                      <a:pPr>
                        <a:buNone/>
                      </a:pPr>
                      <a:r>
                        <a:rPr lang="en-IN" sz="2000" b="1"/>
                        <a:t>Agentic RAG</a:t>
                      </a:r>
                      <a:endParaRPr lang="en-IN" sz="2000"/>
                    </a:p>
                  </a:txBody>
                  <a:tcPr marL="79403" marR="79403" marT="39701" marB="39701" anchor="ctr"/>
                </a:tc>
                <a:tc>
                  <a:txBody>
                    <a:bodyPr/>
                    <a:lstStyle/>
                    <a:p>
                      <a:pPr>
                        <a:buNone/>
                      </a:pPr>
                      <a:r>
                        <a:rPr lang="en-IN" sz="2000" dirty="0"/>
                        <a:t>Query needs decomposition or multiple retrieval rounds</a:t>
                      </a:r>
                    </a:p>
                  </a:txBody>
                  <a:tcPr marL="79403" marR="79403" marT="39701" marB="39701" anchor="ctr"/>
                </a:tc>
                <a:tc>
                  <a:txBody>
                    <a:bodyPr/>
                    <a:lstStyle/>
                    <a:p>
                      <a:pPr>
                        <a:buNone/>
                      </a:pPr>
                      <a:r>
                        <a:rPr lang="en-IN" sz="2000" dirty="0"/>
                        <a:t>"Compare our 2024 and 2025 leave policies" — two retrievals + synthesis</a:t>
                      </a:r>
                    </a:p>
                  </a:txBody>
                  <a:tcPr marL="79403" marR="79403" marT="39701" marB="39701" anchor="ctr"/>
                </a:tc>
                <a:extLst>
                  <a:ext uri="{0D108BD9-81ED-4DB2-BD59-A6C34878D82A}">
                    <a16:rowId xmlns:a16="http://schemas.microsoft.com/office/drawing/2014/main" val="19175325"/>
                  </a:ext>
                </a:extLst>
              </a:tr>
            </a:tbl>
          </a:graphicData>
        </a:graphic>
      </p:graphicFrame>
      <p:sp>
        <p:nvSpPr>
          <p:cNvPr id="3" name="Title 2">
            <a:extLst>
              <a:ext uri="{FF2B5EF4-FFF2-40B4-BE49-F238E27FC236}">
                <a16:creationId xmlns:a16="http://schemas.microsoft.com/office/drawing/2014/main" id="{5ACDE1C5-544D-6950-69C8-C2656FBE7EA7}"/>
              </a:ext>
            </a:extLst>
          </p:cNvPr>
          <p:cNvSpPr>
            <a:spLocks noGrp="1"/>
          </p:cNvSpPr>
          <p:nvPr>
            <p:ph type="title"/>
          </p:nvPr>
        </p:nvSpPr>
        <p:spPr/>
        <p:txBody>
          <a:bodyPr/>
          <a:lstStyle/>
          <a:p>
            <a:r>
              <a:rPr lang="en-US" dirty="0"/>
              <a:t>When not to use RAG</a:t>
            </a:r>
            <a:endParaRPr lang="en-IN" dirty="0"/>
          </a:p>
        </p:txBody>
      </p:sp>
    </p:spTree>
    <p:extLst>
      <p:ext uri="{BB962C8B-B14F-4D97-AF65-F5344CB8AC3E}">
        <p14:creationId xmlns:p14="http://schemas.microsoft.com/office/powerpoint/2010/main" val="41540103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p:txBody>
          <a:bodyPr>
            <a:normAutofit fontScale="92500" lnSpcReduction="20000"/>
          </a:bodyPr>
          <a:lstStyle/>
          <a:p>
            <a:pPr marL="342900" indent="-342900">
              <a:buFont typeface="Arial" panose="020B0604020202020204" pitchFamily="34" charset="0"/>
              <a:buChar char="•"/>
            </a:pPr>
            <a:r>
              <a:rPr lang="en-US" dirty="0"/>
              <a:t>Speech and Language Processing Book by Daniel </a:t>
            </a:r>
            <a:r>
              <a:rPr lang="en-US" dirty="0" err="1"/>
              <a:t>Jurafsky</a:t>
            </a:r>
            <a:r>
              <a:rPr lang="en-US" dirty="0"/>
              <a:t> and James H. Martin, </a:t>
            </a:r>
            <a:r>
              <a:rPr lang="en-US" dirty="0" err="1"/>
              <a:t>Ch</a:t>
            </a:r>
            <a:r>
              <a:rPr lang="en-US" dirty="0"/>
              <a:t> 11 – Jan 2026 edition</a:t>
            </a:r>
          </a:p>
          <a:p>
            <a:pPr marL="342900" indent="-342900">
              <a:buFont typeface="Arial" panose="020B0604020202020204" pitchFamily="34" charset="0"/>
              <a:buChar char="•"/>
            </a:pPr>
            <a:r>
              <a:rPr lang="en-IN" dirty="0"/>
              <a:t>Generative AI in Action by Generative AI in Action, MANNING publications, </a:t>
            </a:r>
            <a:r>
              <a:rPr lang="en-US" dirty="0" err="1"/>
              <a:t>Ch</a:t>
            </a:r>
            <a:r>
              <a:rPr lang="en-US" dirty="0"/>
              <a:t> 7</a:t>
            </a:r>
          </a:p>
          <a:p>
            <a:pPr marL="342900" indent="-342900">
              <a:buFont typeface="Arial" panose="020B0604020202020204" pitchFamily="34" charset="0"/>
              <a:buChar char="•"/>
            </a:pPr>
            <a:r>
              <a:rPr lang="en-US" dirty="0"/>
              <a:t>A Simple Guide to Retrieval Augmented Generation by </a:t>
            </a:r>
            <a:r>
              <a:rPr lang="en-IN" dirty="0"/>
              <a:t>Abhinav </a:t>
            </a:r>
            <a:r>
              <a:rPr lang="en-IN" dirty="0" err="1"/>
              <a:t>Kimothi</a:t>
            </a:r>
            <a:r>
              <a:rPr lang="en-IN" dirty="0"/>
              <a:t>, MANNING publications, </a:t>
            </a:r>
            <a:r>
              <a:rPr lang="en-US" dirty="0"/>
              <a:t>Ch 6</a:t>
            </a:r>
          </a:p>
          <a:p>
            <a:pPr marL="342900" indent="-342900">
              <a:buFont typeface="Arial" panose="020B0604020202020204" pitchFamily="34" charset="0"/>
              <a:buChar char="•"/>
            </a:pPr>
            <a:r>
              <a:rPr lang="en-IN" dirty="0"/>
              <a:t>Hands-On Large Language Models, Jay Alamar – Ch 8</a:t>
            </a: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Research papers</a:t>
            </a:r>
          </a:p>
          <a:p>
            <a:pPr marL="342900" indent="-342900">
              <a:buFont typeface="Arial" panose="020B0604020202020204" pitchFamily="34" charset="0"/>
              <a:buChar char="•"/>
            </a:pPr>
            <a:r>
              <a:rPr lang="en-US" dirty="0"/>
              <a:t>RAFT: Adapting Language Model to Domain Specific RAG</a:t>
            </a:r>
          </a:p>
          <a:p>
            <a:pPr marL="342900" indent="-342900">
              <a:buFont typeface="Arial" panose="020B0604020202020204" pitchFamily="34" charset="0"/>
              <a:buChar char="•"/>
            </a:pPr>
            <a:r>
              <a:rPr lang="en-US" dirty="0"/>
              <a:t>SELF-RAG: LEARNING TO RETRIEVE, GENERATE, AND CRITIQUE THROUGH SELF-REFLECTION</a:t>
            </a:r>
          </a:p>
          <a:p>
            <a:pPr marL="342900" indent="-342900">
              <a:buFont typeface="Arial" panose="020B0604020202020204" pitchFamily="34" charset="0"/>
              <a:buChar char="•"/>
            </a:pPr>
            <a:r>
              <a:rPr lang="en-IN" dirty="0" err="1"/>
              <a:t>REALM:Retrieval-Augmented</a:t>
            </a:r>
            <a:r>
              <a:rPr lang="en-IN" dirty="0"/>
              <a:t> Language Model Pre-Training</a:t>
            </a:r>
          </a:p>
          <a:p>
            <a:pPr marL="342900" indent="-342900">
              <a:buFont typeface="Arial" panose="020B0604020202020204" pitchFamily="34" charset="0"/>
              <a:buChar char="•"/>
            </a:pPr>
            <a:r>
              <a:rPr lang="en-US" dirty="0"/>
              <a:t>ATLAS – Few-Shot Learning with Retrieval-Augmented LMs</a:t>
            </a:r>
          </a:p>
          <a:p>
            <a:pPr marL="342900" indent="-342900">
              <a:buFont typeface="Arial" panose="020B0604020202020204" pitchFamily="34" charset="0"/>
              <a:buChar char="•"/>
            </a:pPr>
            <a:r>
              <a:rPr lang="en-US" dirty="0"/>
              <a:t>Open-RAG – Optimizing RAG End-to-End via In-Context Learning (2025)</a:t>
            </a:r>
            <a:endParaRPr lang="en-IN" dirty="0"/>
          </a:p>
        </p:txBody>
      </p:sp>
      <p:sp>
        <p:nvSpPr>
          <p:cNvPr id="3" name="Title 2"/>
          <p:cNvSpPr>
            <a:spLocks noGrp="1"/>
          </p:cNvSpPr>
          <p:nvPr>
            <p:ph type="title"/>
          </p:nvPr>
        </p:nvSpPr>
        <p:spPr/>
        <p:txBody>
          <a:bodyPr/>
          <a:lstStyle/>
          <a:p>
            <a:r>
              <a:rPr lang="en-US" dirty="0"/>
              <a:t>References</a:t>
            </a:r>
            <a:endParaRPr lang="en-IN" dirty="0"/>
          </a:p>
        </p:txBody>
      </p:sp>
    </p:spTree>
    <p:extLst>
      <p:ext uri="{BB962C8B-B14F-4D97-AF65-F5344CB8AC3E}">
        <p14:creationId xmlns:p14="http://schemas.microsoft.com/office/powerpoint/2010/main" val="26904138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4491</Words>
  <Application>Microsoft Office PowerPoint</Application>
  <PresentationFormat>On-screen Show (4:3)</PresentationFormat>
  <Paragraphs>571</Paragraphs>
  <Slides>44</Slides>
  <Notes>26</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44</vt:i4>
      </vt:variant>
    </vt:vector>
  </HeadingPairs>
  <TitlesOfParts>
    <vt:vector size="60" baseType="lpstr">
      <vt:lpstr>Arial</vt:lpstr>
      <vt:lpstr>Arial MT</vt:lpstr>
      <vt:lpstr>Calibri</vt:lpstr>
      <vt:lpstr>Cambria</vt:lpstr>
      <vt:lpstr>Cambria Math</vt:lpstr>
      <vt:lpstr>Consolas</vt:lpstr>
      <vt:lpstr>Courier New</vt:lpstr>
      <vt:lpstr>fkGroteskNeue</vt:lpstr>
      <vt:lpstr>Georgia</vt:lpstr>
      <vt:lpstr>Montserrat</vt:lpstr>
      <vt:lpstr>Tahoma</vt:lpstr>
      <vt:lpstr>Times New Roman</vt:lpstr>
      <vt:lpstr>Trebuchet MS</vt:lpstr>
      <vt:lpstr>Wingdings</vt:lpstr>
      <vt:lpstr>Office Theme</vt:lpstr>
      <vt:lpstr>1_Office Theme</vt:lpstr>
      <vt:lpstr> LLM for Gen AI</vt:lpstr>
      <vt:lpstr>PowerPoint Presentation</vt:lpstr>
      <vt:lpstr>Session Agenda </vt:lpstr>
      <vt:lpstr>PowerPoint Presentation</vt:lpstr>
      <vt:lpstr>Motivation</vt:lpstr>
      <vt:lpstr>PowerPoint Presentation</vt:lpstr>
      <vt:lpstr>Motivation</vt:lpstr>
      <vt:lpstr>Retrieval-Augmented Generation (RAG)</vt:lpstr>
      <vt:lpstr>PowerPoint Presentation</vt:lpstr>
      <vt:lpstr>Building a RAG system: four key choices</vt:lpstr>
      <vt:lpstr>Why chunk at all?</vt:lpstr>
      <vt:lpstr>Why chunk at all?</vt:lpstr>
      <vt:lpstr>Why chunk at all?</vt:lpstr>
      <vt:lpstr>Fixed-size Vs Sliding window</vt:lpstr>
      <vt:lpstr>PowerPoint Presentation</vt:lpstr>
      <vt:lpstr>PowerPoint Presentation</vt:lpstr>
      <vt:lpstr>PowerPoint Presentation</vt:lpstr>
      <vt:lpstr>Other chunking strategies</vt:lpstr>
      <vt:lpstr>PowerPoint Presentation</vt:lpstr>
      <vt:lpstr>BM-25</vt:lpstr>
      <vt:lpstr>Example</vt:lpstr>
      <vt:lpstr>Dense retrieval bi-encoder (DPR)</vt:lpstr>
      <vt:lpstr>Dense retrieval bi-encoder (DPR)</vt:lpstr>
      <vt:lpstr>Vector indexing </vt:lpstr>
      <vt:lpstr>Approximate Nearest Neighbors (ANN)</vt:lpstr>
      <vt:lpstr>Vector database</vt:lpstr>
      <vt:lpstr>Vector database</vt:lpstr>
      <vt:lpstr>PowerPoint Presentation</vt:lpstr>
      <vt:lpstr>Reranker</vt:lpstr>
      <vt:lpstr>PowerPoint Presentation</vt:lpstr>
      <vt:lpstr>PowerPoint Presentation</vt:lpstr>
      <vt:lpstr>PowerPoint Presentation</vt:lpstr>
      <vt:lpstr>PowerPoint Presentation</vt:lpstr>
      <vt:lpstr>CONTEXT ENG : Anatomy of a RAG prompt</vt:lpstr>
      <vt:lpstr>CONTEXT ENG: some tips</vt:lpstr>
      <vt:lpstr>PowerPoint Presentation</vt:lpstr>
      <vt:lpstr>PowerPoint Presentation</vt:lpstr>
      <vt:lpstr>PowerPoint Presentation</vt:lpstr>
      <vt:lpstr>PowerPoint Presentation</vt:lpstr>
      <vt:lpstr>PowerPoint Presentation</vt:lpstr>
      <vt:lpstr>Agentic RAG</vt:lpstr>
      <vt:lpstr>Agentic RAG</vt:lpstr>
      <vt:lpstr>When not to use RAG</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2026-07-17T14:35:56Z</dcterms:created>
  <dcterms:modified xsi:type="dcterms:W3CDTF">2026-07-18T04:52:40Z</dcterms:modified>
</cp:coreProperties>
</file>